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a18a2954be446bc" /><Relationship Type="http://schemas.openxmlformats.org/officeDocument/2006/relationships/extended-properties" Target="/docProps/app.xml" Id="Ree1cc5a0e2564764" /><Relationship Type="http://schemas.openxmlformats.org/officeDocument/2006/relationships/officeDocument" Target="/ppt/presentation.xml" Id="R0ba4f13ff3634319" /></Relationships>
</file>

<file path=ppt/presentation.xml><?xml version="1.0" encoding="utf-8"?>
<p:presentation xmlns:p="http://schemas.openxmlformats.org/presentationml/2006/main">
  <p:sldMasterIdLst>
    <p:sldMasterId xmlns:r="http://schemas.openxmlformats.org/officeDocument/2006/relationships" id="2147483648" r:id="R18a6c4b2995a42a0"/>
  </p:sldMasterIdLst>
  <p:notesMasterIdLst>
    <p:notesMasterId xmlns:r="http://schemas.openxmlformats.org/officeDocument/2006/relationships" r:id="Ra48a7cffc24e47c0"/>
  </p:notesMasterIdLst>
  <p:sldIdLst>
    <p:sldId xmlns:r="http://schemas.openxmlformats.org/officeDocument/2006/relationships" id="256" r:id="R3f1361f91aff4a22"/>
    <p:sldId xmlns:r="http://schemas.openxmlformats.org/officeDocument/2006/relationships" id="257" r:id="Rb1c337611afa4930"/>
    <p:sldId xmlns:r="http://schemas.openxmlformats.org/officeDocument/2006/relationships" id="258" r:id="R858e3ca0f2be4ae1"/>
    <p:sldId xmlns:r="http://schemas.openxmlformats.org/officeDocument/2006/relationships" id="259" r:id="R4fa45ad512974c7f"/>
    <p:sldId xmlns:r="http://schemas.openxmlformats.org/officeDocument/2006/relationships" id="260" r:id="Rc60d33caa8614055"/>
    <p:sldId xmlns:r="http://schemas.openxmlformats.org/officeDocument/2006/relationships" id="261" r:id="R510ace87129843a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830f399a30b4872" /><Relationship Type="http://schemas.openxmlformats.org/officeDocument/2006/relationships/slideMaster" Target="/ppt/slideMasters/slideMaster1.xml" Id="R18a6c4b2995a42a0" /><Relationship Type="http://schemas.openxmlformats.org/officeDocument/2006/relationships/notesMaster" Target="/ppt/notesMasters/notesMaster1.xml" Id="Ra48a7cffc24e47c0" /><Relationship Type="http://schemas.openxmlformats.org/officeDocument/2006/relationships/presProps" Target="/ppt/presProps.xml" Id="R8a691b5c01e54dbe" /><Relationship Type="http://schemas.openxmlformats.org/officeDocument/2006/relationships/tableStyles" Target="/ppt/tableStyles.xml" Id="Rbcb59d3f1bbf4cdb" /><Relationship Type="http://schemas.openxmlformats.org/officeDocument/2006/relationships/slide" Target="/ppt/slides/slide1.xml" Id="R3f1361f91aff4a22" /><Relationship Type="http://schemas.openxmlformats.org/officeDocument/2006/relationships/slide" Target="/ppt/slides/slide2.xml" Id="Rb1c337611afa4930" /><Relationship Type="http://schemas.openxmlformats.org/officeDocument/2006/relationships/slide" Target="/ppt/slides/slide3.xml" Id="R858e3ca0f2be4ae1" /><Relationship Type="http://schemas.openxmlformats.org/officeDocument/2006/relationships/slide" Target="/ppt/slides/slide4.xml" Id="R4fa45ad512974c7f" /><Relationship Type="http://schemas.openxmlformats.org/officeDocument/2006/relationships/slide" Target="/ppt/slides/slide5.xml" Id="Rc60d33caa8614055" /><Relationship Type="http://schemas.openxmlformats.org/officeDocument/2006/relationships/slide" Target="/ppt/slides/slide6.xml" Id="R510ace87129843a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796d698df3a41a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8bebacd82d642f7" /><Relationship Type="http://schemas.openxmlformats.org/officeDocument/2006/relationships/notesMaster" Target="/ppt/notesMasters/notesMaster1.xml" Id="R262499f87d57418e" /></Relationships>
</file>

<file path=ppt/notesSlides/_rels/notesSlide2.xml.rels>&#65279;<?xml version="1.0" encoding="utf-8"?><Relationships xmlns="http://schemas.openxmlformats.org/package/2006/relationships"><Relationship Type="http://schemas.openxmlformats.org/officeDocument/2006/relationships/slide" Target="/ppt/slides/slide2.xml" Id="Re0836d9ac91c4fc5" /><Relationship Type="http://schemas.openxmlformats.org/officeDocument/2006/relationships/notesMaster" Target="/ppt/notesMasters/notesMaster1.xml" Id="Rd48678c57b604ec9" /></Relationships>
</file>

<file path=ppt/notesSlides/_rels/notesSlide3.xml.rels>&#65279;<?xml version="1.0" encoding="utf-8"?><Relationships xmlns="http://schemas.openxmlformats.org/package/2006/relationships"><Relationship Type="http://schemas.openxmlformats.org/officeDocument/2006/relationships/slide" Target="/ppt/slides/slide3.xml" Id="R7f0915382c2b4f6e" /><Relationship Type="http://schemas.openxmlformats.org/officeDocument/2006/relationships/notesMaster" Target="/ppt/notesMasters/notesMaster1.xml" Id="Rb75fa3d857f4434f" /></Relationships>
</file>

<file path=ppt/notesSlides/_rels/notesSlide4.xml.rels>&#65279;<?xml version="1.0" encoding="utf-8"?><Relationships xmlns="http://schemas.openxmlformats.org/package/2006/relationships"><Relationship Type="http://schemas.openxmlformats.org/officeDocument/2006/relationships/slide" Target="/ppt/slides/slide4.xml" Id="R0e59301081ea4c0e" /><Relationship Type="http://schemas.openxmlformats.org/officeDocument/2006/relationships/notesMaster" Target="/ppt/notesMasters/notesMaster1.xml" Id="R35096f2fe1234fdd" /></Relationships>
</file>

<file path=ppt/notesSlides/_rels/notesSlide5.xml.rels>&#65279;<?xml version="1.0" encoding="utf-8"?><Relationships xmlns="http://schemas.openxmlformats.org/package/2006/relationships"><Relationship Type="http://schemas.openxmlformats.org/officeDocument/2006/relationships/slide" Target="/ppt/slides/slide5.xml" Id="R843bd7a28021466f" /><Relationship Type="http://schemas.openxmlformats.org/officeDocument/2006/relationships/notesMaster" Target="/ppt/notesMasters/notesMaster1.xml" Id="R6d641d7000f34b6a" /></Relationships>
</file>

<file path=ppt/notesSlides/_rels/notesSlide6.xml.rels>&#65279;<?xml version="1.0" encoding="utf-8"?><Relationships xmlns="http://schemas.openxmlformats.org/package/2006/relationships"><Relationship Type="http://schemas.openxmlformats.org/officeDocument/2006/relationships/slide" Target="/ppt/slides/slide6.xml" Id="Re746402fe0c94140" /><Relationship Type="http://schemas.openxmlformats.org/officeDocument/2006/relationships/notesMaster" Target="/ppt/notesMasters/notesMaster1.xml" Id="R336efb3a673c459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0:00-0:20. Course content, assessment results, and feedback are often separate. A score alone does not show a learner what to revisit, and generic AI help can ignore assessment rules. Carmen Study Guide connects course evidence to the next useful learning 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0:20-0:50. Carmen accepts course sources and assessment evidence, normalizes them into a versioned bundle, and keeps source references with the records. That gives the learning views, analytics path, and tutor a shared course context. The pipeline preserves missing data and distinguishes evidence from interpretation. Source: carmen-study-guide/mock-canvas/INGEST_CONTRACT.md.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0:50-1:20. The learner can inspect a completed attempt and use course-grounded hints. The tutor mode is set by code from assessment state, then verifies allowed moves and citations. Instructors have roster and grade views, and evidence references make assessment details traceable. The student and instructor views have different access boundaries. Source: carmen-study-guide/mock-canvas/ui.py, tutor/policy.py, tutor/verifier.py, and INGEST_CONTRACT.md.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1:20-1:50. The local walkthrough runs on the Python FastAPI app with SQLite-backed synthetic data. The project also has server-side Supabase integration for shared analytics data. Browser reads use the logged-in session, service credentials stay on the server, and the tutor calls retrieval as the student. Answer keys are instructor-only. The local demo tokens are fixtures, not production authentication. Source: carmen-study-guide/README.md and INGEST_CONTRACT.md.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1:50-2:20. This is the complete 30-second demo. Start on the sample VIBE 101 course home. Seconds 0-8: open Assignments and the completed Quiz 1 attempt. Seconds 8-18: point to the incorrect response and its correct answer. Seconds 18-30: open People, select Avery Chen, and show the instructor grade drawer. All roster and score records shown here are fictional demo fixtures.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2:20-2:50. The project has a local Canvas-style interface, an evidence-linked export, role-scoped views, and an integrity-aware tutor module. The local roster and quizzes are synthetic, and we are not claiming measured learning gains. Next we would connect an authorized real course, verify the mapping with its owner, then measure whether source-linked feedback helps learners correct mistakes.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0a21560a7114eb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e21319b63aa4e4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64cadd880f245c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26a9571955c470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00d4a8cb79a41f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29503869ef54a6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F3D5E41-F993-4EF4-A8EC-3B3F71CD585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C418140-DC8B-4B7F-9777-DDCD96E1275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7C95005-2DCD-46CC-BAFC-912528CDCB5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DA565F4-C4C3-41AA-9DCF-DEF2A082E70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72D3E94-45C0-4DB9-B92A-8D001B9F05E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76FA7DA-36E1-421B-BDC2-46B2EB25E83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E94C605-896A-4D33-B99E-65D2B2326F7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00B2C9F-63E2-4E34-B7E7-CB46195A3E8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3F2D48D-10E3-48CD-9933-052B3CB07A7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233F28-2BCC-405D-A73F-5313E0AC2FB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895cc7c642b47f4" /><Relationship Type="http://schemas.openxmlformats.org/officeDocument/2006/relationships/slideLayout" Target="/ppt/slideLayouts/slideLayout1.xml" Id="R66c645f743694816" /><Relationship Type="http://schemas.openxmlformats.org/officeDocument/2006/relationships/slideLayout" Target="/ppt/slideLayouts/slideLayout2.xml" Id="R2987ca914a4b4134" /><Relationship Type="http://schemas.openxmlformats.org/officeDocument/2006/relationships/slideLayout" Target="/ppt/slideLayouts/slideLayout3.xml" Id="Rcf6b768e47564d1c" /><Relationship Type="http://schemas.openxmlformats.org/officeDocument/2006/relationships/slideLayout" Target="/ppt/slideLayouts/slideLayout4.xml" Id="R3cc322ae95eb476c" /><Relationship Type="http://schemas.openxmlformats.org/officeDocument/2006/relationships/slideLayout" Target="/ppt/slideLayouts/slideLayout5.xml" Id="Ra62fca2ba23e4f6f" /><Relationship Type="http://schemas.openxmlformats.org/officeDocument/2006/relationships/slideLayout" Target="/ppt/slideLayouts/slideLayout6.xml" Id="R073cffd466be48e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c645f743694816"/>
    <p:sldLayoutId xmlns:r="http://schemas.openxmlformats.org/officeDocument/2006/relationships" id="2147483650" r:id="R2987ca914a4b4134"/>
    <p:sldLayoutId xmlns:r="http://schemas.openxmlformats.org/officeDocument/2006/relationships" id="2147483651" r:id="Rcf6b768e47564d1c"/>
    <p:sldLayoutId xmlns:r="http://schemas.openxmlformats.org/officeDocument/2006/relationships" id="2147483652" r:id="R3cc322ae95eb476c"/>
    <p:sldLayoutId xmlns:r="http://schemas.openxmlformats.org/officeDocument/2006/relationships" id="2147483653" r:id="Ra62fca2ba23e4f6f"/>
    <p:sldLayoutId xmlns:r="http://schemas.openxmlformats.org/officeDocument/2006/relationships" id="2147483654" r:id="R073cffd466be48e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5a6239bf08a4390" /><Relationship Type="http://schemas.openxmlformats.org/officeDocument/2006/relationships/notesSlide" Target="/ppt/notesSlides/notesSlide1.xml" Id="Rc83be2d13176428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20000c63f304ac3" /><Relationship Type="http://schemas.openxmlformats.org/officeDocument/2006/relationships/notesSlide" Target="/ppt/notesSlides/notesSlide2.xml" Id="Rd03372f575274bd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a304862ef53418d" /><Relationship Type="http://schemas.openxmlformats.org/officeDocument/2006/relationships/notesSlide" Target="/ppt/notesSlides/notesSlide3.xml" Id="R452df46f8b6c4d4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10c2fd362dc40b1" /><Relationship Type="http://schemas.openxmlformats.org/officeDocument/2006/relationships/notesSlide" Target="/ppt/notesSlides/notesSlide4.xml" Id="R6b6234143350410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6f3ed44d9a54202" /><Relationship Type="http://schemas.openxmlformats.org/officeDocument/2006/relationships/image" Target="/ppt/media/image.png" Id="R841aad975c1d4b87" /><Relationship Type="http://schemas.openxmlformats.org/officeDocument/2006/relationships/image" Target="/ppt/media/image2.png" Id="Rf10e2d97c06b49db" /><Relationship Type="http://schemas.openxmlformats.org/officeDocument/2006/relationships/image" Target="/ppt/media/image3.png" Id="R7358f999c03b4e4d" /><Relationship Type="http://schemas.openxmlformats.org/officeDocument/2006/relationships/notesSlide" Target="/ppt/notesSlides/notesSlide5.xml" Id="R9c6a0785056a4d1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7214a3d18db4ef2" /><Relationship Type="http://schemas.openxmlformats.org/officeDocument/2006/relationships/notesSlide" Target="/ppt/notesSlides/notesSlide6.xml" Id="Recc9ad95623f4e4d" /></Relationships>
</file>

<file path=ppt/slides/slide1.xml><?xml version="1.0" encoding="utf-8"?>
<p:sld xmlns:p="http://schemas.openxmlformats.org/presentationml/2006/main">
  <p:cSld>
    <p:bg>
      <p:bgPr>
        <a:solidFill xmlns:a="http://schemas.openxmlformats.org/drawingml/2006/main">
          <a:srgbClr val="183044"/>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73CC08A-17DC-4455-A263-53EDF80BFA6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C8102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32C2D0C-3706-4D82-9CD0-51E6641FB148}"/>
              </a:ext>
            </a:extLst>
          </p:cNvPr>
          <p:cNvSpPr>
            <a:spLocks xmlns:a="http://schemas.openxmlformats.org/drawingml/2006/main" noGrp="1"/>
          </p:cNvSpPr>
          <p:nvPr/>
        </p:nvSpPr>
        <p:spPr>
          <a:xfrm xmlns:a="http://schemas.openxmlformats.org/drawingml/2006/main">
            <a:off x="723900" y="590550"/>
            <a:ext cx="695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1">
                <a:solidFill>
                  <a:srgbClr val="BBD0DD"/>
                </a:solidFill>
                <a:latin typeface="Arial"/>
                <a:ea typeface="Arial"/>
                <a:cs typeface="Arial"/>
              </a:defRPr>
            </a:defPPr>
            <a:lvl1pPr algn="l">
              <a:defRPr sz="1275" b="1">
                <a:solidFill>
                  <a:srgbClr val="BBD0DD"/>
                </a:solidFill>
                <a:latin typeface="Arial"/>
                <a:ea typeface="Arial"/>
                <a:cs typeface="Arial"/>
              </a:defRPr>
            </a:lvl1pPr>
            <a:lvl2pPr algn="l">
              <a:defRPr sz="1275" b="1">
                <a:solidFill>
                  <a:srgbClr val="BBD0DD"/>
                </a:solidFill>
                <a:latin typeface="Arial"/>
                <a:ea typeface="Arial"/>
                <a:cs typeface="Arial"/>
              </a:defRPr>
            </a:lvl2pPr>
            <a:lvl3pPr algn="l">
              <a:defRPr sz="1275" b="1">
                <a:solidFill>
                  <a:srgbClr val="BBD0DD"/>
                </a:solidFill>
                <a:latin typeface="Arial"/>
                <a:ea typeface="Arial"/>
                <a:cs typeface="Arial"/>
              </a:defRPr>
            </a:lvl3pPr>
            <a:lvl4pPr algn="l">
              <a:defRPr sz="1275" b="1">
                <a:solidFill>
                  <a:srgbClr val="BBD0DD"/>
                </a:solidFill>
                <a:latin typeface="Arial"/>
                <a:ea typeface="Arial"/>
                <a:cs typeface="Arial"/>
              </a:defRPr>
            </a:lvl4pPr>
            <a:lvl5pPr algn="l">
              <a:defRPr sz="1275" b="1">
                <a:solidFill>
                  <a:srgbClr val="BBD0DD"/>
                </a:solidFill>
                <a:latin typeface="Arial"/>
                <a:ea typeface="Arial"/>
                <a:cs typeface="Arial"/>
              </a:defRPr>
            </a:lvl5pPr>
            <a:lvl6pPr algn="l">
              <a:defRPr sz="1275" b="1">
                <a:solidFill>
                  <a:srgbClr val="BBD0DD"/>
                </a:solidFill>
                <a:latin typeface="Arial"/>
                <a:ea typeface="Arial"/>
                <a:cs typeface="Arial"/>
              </a:defRPr>
            </a:lvl6pPr>
            <a:lvl7pPr algn="l">
              <a:defRPr sz="1275" b="1">
                <a:solidFill>
                  <a:srgbClr val="BBD0DD"/>
                </a:solidFill>
                <a:latin typeface="Arial"/>
                <a:ea typeface="Arial"/>
                <a:cs typeface="Arial"/>
              </a:defRPr>
            </a:lvl7pPr>
            <a:lvl8pPr algn="l">
              <a:defRPr sz="1275" b="1">
                <a:solidFill>
                  <a:srgbClr val="BBD0DD"/>
                </a:solidFill>
                <a:latin typeface="Arial"/>
                <a:ea typeface="Arial"/>
                <a:cs typeface="Arial"/>
              </a:defRPr>
            </a:lvl8pPr>
            <a:lvl9pPr algn="l">
              <a:defRPr sz="1275" b="1">
                <a:solidFill>
                  <a:srgbClr val="BBD0DD"/>
                </a:solidFill>
                <a:latin typeface="Arial"/>
                <a:ea typeface="Arial"/>
                <a:cs typeface="Arial"/>
              </a:defRPr>
            </a:lvl9pPr>
          </a:lstStyle>
          <a:p xmlns:a="http://schemas.openxmlformats.org/drawingml/2006/main">
            <a:pPr algn="l">
              <a:defRPr sz="1275" b="1">
                <a:solidFill>
                  <a:srgbClr val="BBD0DD"/>
                </a:solidFill>
                <a:latin typeface="Arial"/>
                <a:ea typeface="Arial"/>
                <a:cs typeface="Arial"/>
              </a:defRPr>
            </a:pPr>
            <a:r>
              <a:rPr sz="1275" b="1">
                <a:solidFill>
                  <a:srgbClr val="BBD0DD"/>
                </a:solidFill>
                <a:latin typeface="Arial"/>
                <a:ea typeface="Arial"/>
                <a:cs typeface="Arial"/>
              </a:rPr>
              <a:t>CARMEN STUDY GUIDE  /  PROJECT DEMO</a:t>
            </a:r>
          </a:p>
        </p:txBody>
      </p:sp>
      <p:sp>
        <p:nvSpPr>
          <p:cNvPr id="3" name="">
            <a:extLst xmlns:a="http://schemas.openxmlformats.org/drawingml/2006/main">
              <a:ext uri="{FF2B5EF4-FFF2-40B4-BE49-F238E27FC236}">
                <a16:creationId xmlns:a16="http://schemas.microsoft.com/office/drawing/2014/main" id="{BFA2919E-4D46-4B62-BDE7-6353E2F18F19}"/>
              </a:ext>
            </a:extLst>
          </p:cNvPr>
          <p:cNvSpPr>
            <a:spLocks xmlns:a="http://schemas.openxmlformats.org/drawingml/2006/main" noGrp="1"/>
          </p:cNvSpPr>
          <p:nvPr/>
        </p:nvSpPr>
        <p:spPr>
          <a:xfrm xmlns:a="http://schemas.openxmlformats.org/drawingml/2006/main">
            <a:off x="723900" y="1381125"/>
            <a:ext cx="7429500" cy="2143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750" b="1">
                <a:solidFill>
                  <a:srgbClr val="FFFFFF"/>
                </a:solidFill>
                <a:latin typeface="Arial"/>
                <a:ea typeface="Arial"/>
                <a:cs typeface="Arial"/>
              </a:defRPr>
            </a:defPPr>
            <a:lvl1pPr algn="l">
              <a:defRPr sz="3750" b="1">
                <a:solidFill>
                  <a:srgbClr val="FFFFFF"/>
                </a:solidFill>
                <a:latin typeface="Arial"/>
                <a:ea typeface="Arial"/>
                <a:cs typeface="Arial"/>
              </a:defRPr>
            </a:lvl1pPr>
            <a:lvl2pPr algn="l">
              <a:defRPr sz="3750" b="1">
                <a:solidFill>
                  <a:srgbClr val="FFFFFF"/>
                </a:solidFill>
                <a:latin typeface="Arial"/>
                <a:ea typeface="Arial"/>
                <a:cs typeface="Arial"/>
              </a:defRPr>
            </a:lvl2pPr>
            <a:lvl3pPr algn="l">
              <a:defRPr sz="3750" b="1">
                <a:solidFill>
                  <a:srgbClr val="FFFFFF"/>
                </a:solidFill>
                <a:latin typeface="Arial"/>
                <a:ea typeface="Arial"/>
                <a:cs typeface="Arial"/>
              </a:defRPr>
            </a:lvl3pPr>
            <a:lvl4pPr algn="l">
              <a:defRPr sz="3750" b="1">
                <a:solidFill>
                  <a:srgbClr val="FFFFFF"/>
                </a:solidFill>
                <a:latin typeface="Arial"/>
                <a:ea typeface="Arial"/>
                <a:cs typeface="Arial"/>
              </a:defRPr>
            </a:lvl4pPr>
            <a:lvl5pPr algn="l">
              <a:defRPr sz="3750" b="1">
                <a:solidFill>
                  <a:srgbClr val="FFFFFF"/>
                </a:solidFill>
                <a:latin typeface="Arial"/>
                <a:ea typeface="Arial"/>
                <a:cs typeface="Arial"/>
              </a:defRPr>
            </a:lvl5pPr>
            <a:lvl6pPr algn="l">
              <a:defRPr sz="3750" b="1">
                <a:solidFill>
                  <a:srgbClr val="FFFFFF"/>
                </a:solidFill>
                <a:latin typeface="Arial"/>
                <a:ea typeface="Arial"/>
                <a:cs typeface="Arial"/>
              </a:defRPr>
            </a:lvl6pPr>
            <a:lvl7pPr algn="l">
              <a:defRPr sz="3750" b="1">
                <a:solidFill>
                  <a:srgbClr val="FFFFFF"/>
                </a:solidFill>
                <a:latin typeface="Arial"/>
                <a:ea typeface="Arial"/>
                <a:cs typeface="Arial"/>
              </a:defRPr>
            </a:lvl7pPr>
            <a:lvl8pPr algn="l">
              <a:defRPr sz="3750" b="1">
                <a:solidFill>
                  <a:srgbClr val="FFFFFF"/>
                </a:solidFill>
                <a:latin typeface="Arial"/>
                <a:ea typeface="Arial"/>
                <a:cs typeface="Arial"/>
              </a:defRPr>
            </a:lvl8pPr>
            <a:lvl9pPr algn="l">
              <a:defRPr sz="3750" b="1">
                <a:solidFill>
                  <a:srgbClr val="FFFFFF"/>
                </a:solidFill>
                <a:latin typeface="Arial"/>
                <a:ea typeface="Arial"/>
                <a:cs typeface="Arial"/>
              </a:defRPr>
            </a:lvl9pPr>
          </a:lstStyle>
          <a:p xmlns:a="http://schemas.openxmlformats.org/drawingml/2006/main">
            <a:pPr algn="l">
              <a:defRPr sz="3750" b="1">
                <a:solidFill>
                  <a:srgbClr val="FFFFFF"/>
                </a:solidFill>
                <a:latin typeface="Arial"/>
                <a:ea typeface="Arial"/>
                <a:cs typeface="Arial"/>
              </a:defRPr>
            </a:pPr>
            <a:r>
              <a:rPr sz="3750" b="1">
                <a:solidFill>
                  <a:srgbClr val="FFFFFF"/>
                </a:solidFill>
                <a:latin typeface="Arial"/>
                <a:ea typeface="Arial"/>
                <a:cs typeface="Arial"/>
              </a:rPr>
              <a:t>Connect course evidence</a:t>
            </a:r>
          </a:p>
          <a:p xmlns:a="http://schemas.openxmlformats.org/drawingml/2006/main">
            <a:pPr algn="l">
              <a:defRPr sz="3750" b="1">
                <a:solidFill>
                  <a:srgbClr val="FFFFFF"/>
                </a:solidFill>
                <a:latin typeface="Arial"/>
                <a:ea typeface="Arial"/>
                <a:cs typeface="Arial"/>
              </a:defRPr>
            </a:pPr>
            <a:r>
              <a:rPr sz="3750" b="1">
                <a:solidFill>
                  <a:srgbClr val="FFFFFF"/>
                </a:solidFill>
                <a:latin typeface="Arial"/>
                <a:ea typeface="Arial"/>
                <a:cs typeface="Arial"/>
              </a:rPr>
              <a:t>to the next useful</a:t>
            </a:r>
          </a:p>
          <a:p xmlns:a="http://schemas.openxmlformats.org/drawingml/2006/main">
            <a:pPr algn="l">
              <a:defRPr sz="3750" b="1">
                <a:solidFill>
                  <a:srgbClr val="FFFFFF"/>
                </a:solidFill>
                <a:latin typeface="Arial"/>
                <a:ea typeface="Arial"/>
                <a:cs typeface="Arial"/>
              </a:defRPr>
            </a:pPr>
            <a:r>
              <a:rPr sz="3750" b="1">
                <a:solidFill>
                  <a:srgbClr val="FFFFFF"/>
                </a:solidFill>
                <a:latin typeface="Arial"/>
                <a:ea typeface="Arial"/>
                <a:cs typeface="Arial"/>
              </a:rPr>
              <a:t>learning action.</a:t>
            </a:r>
          </a:p>
        </p:txBody>
      </p:sp>
      <p:sp>
        <p:nvSpPr>
          <p:cNvPr id="4" name="">
            <a:extLst xmlns:a="http://schemas.openxmlformats.org/drawingml/2006/main">
              <a:ext uri="{FF2B5EF4-FFF2-40B4-BE49-F238E27FC236}">
                <a16:creationId xmlns:a16="http://schemas.microsoft.com/office/drawing/2014/main" id="{DBBBC6F7-6576-4163-9F32-58D8D3EC853A}"/>
              </a:ext>
            </a:extLst>
          </p:cNvPr>
          <p:cNvSpPr>
            <a:spLocks xmlns:a="http://schemas.openxmlformats.org/drawingml/2006/main" noGrp="1"/>
          </p:cNvSpPr>
          <p:nvPr/>
        </p:nvSpPr>
        <p:spPr>
          <a:xfrm xmlns:a="http://schemas.openxmlformats.org/drawingml/2006/main">
            <a:off x="723900" y="3790950"/>
            <a:ext cx="781050" cy="47625"/>
          </a:xfrm>
          <a:prstGeom xmlns:a="http://schemas.openxmlformats.org/drawingml/2006/main" prst="rect">
            <a:avLst/>
          </a:prstGeom>
          <a:solidFill xmlns:a="http://schemas.openxmlformats.org/drawingml/2006/main">
            <a:srgbClr val="C810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1A106DA-3F99-4DF7-B6C8-743130AA65CF}"/>
              </a:ext>
            </a:extLst>
          </p:cNvPr>
          <p:cNvSpPr>
            <a:spLocks xmlns:a="http://schemas.openxmlformats.org/drawingml/2006/main" noGrp="1"/>
          </p:cNvSpPr>
          <p:nvPr/>
        </p:nvSpPr>
        <p:spPr>
          <a:xfrm xmlns:a="http://schemas.openxmlformats.org/drawingml/2006/main">
            <a:off x="723900" y="4105275"/>
            <a:ext cx="700087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0">
                <a:solidFill>
                  <a:srgbClr val="DCE8EE"/>
                </a:solidFill>
                <a:latin typeface="Arial"/>
                <a:ea typeface="Arial"/>
                <a:cs typeface="Arial"/>
              </a:defRPr>
            </a:defPPr>
            <a:lvl1pPr algn="l">
              <a:defRPr sz="1800" b="0">
                <a:solidFill>
                  <a:srgbClr val="DCE8EE"/>
                </a:solidFill>
                <a:latin typeface="Arial"/>
                <a:ea typeface="Arial"/>
                <a:cs typeface="Arial"/>
              </a:defRPr>
            </a:lvl1pPr>
            <a:lvl2pPr algn="l">
              <a:defRPr sz="1800" b="0">
                <a:solidFill>
                  <a:srgbClr val="DCE8EE"/>
                </a:solidFill>
                <a:latin typeface="Arial"/>
                <a:ea typeface="Arial"/>
                <a:cs typeface="Arial"/>
              </a:defRPr>
            </a:lvl2pPr>
            <a:lvl3pPr algn="l">
              <a:defRPr sz="1800" b="0">
                <a:solidFill>
                  <a:srgbClr val="DCE8EE"/>
                </a:solidFill>
                <a:latin typeface="Arial"/>
                <a:ea typeface="Arial"/>
                <a:cs typeface="Arial"/>
              </a:defRPr>
            </a:lvl3pPr>
            <a:lvl4pPr algn="l">
              <a:defRPr sz="1800" b="0">
                <a:solidFill>
                  <a:srgbClr val="DCE8EE"/>
                </a:solidFill>
                <a:latin typeface="Arial"/>
                <a:ea typeface="Arial"/>
                <a:cs typeface="Arial"/>
              </a:defRPr>
            </a:lvl4pPr>
            <a:lvl5pPr algn="l">
              <a:defRPr sz="1800" b="0">
                <a:solidFill>
                  <a:srgbClr val="DCE8EE"/>
                </a:solidFill>
                <a:latin typeface="Arial"/>
                <a:ea typeface="Arial"/>
                <a:cs typeface="Arial"/>
              </a:defRPr>
            </a:lvl5pPr>
            <a:lvl6pPr algn="l">
              <a:defRPr sz="1800" b="0">
                <a:solidFill>
                  <a:srgbClr val="DCE8EE"/>
                </a:solidFill>
                <a:latin typeface="Arial"/>
                <a:ea typeface="Arial"/>
                <a:cs typeface="Arial"/>
              </a:defRPr>
            </a:lvl6pPr>
            <a:lvl7pPr algn="l">
              <a:defRPr sz="1800" b="0">
                <a:solidFill>
                  <a:srgbClr val="DCE8EE"/>
                </a:solidFill>
                <a:latin typeface="Arial"/>
                <a:ea typeface="Arial"/>
                <a:cs typeface="Arial"/>
              </a:defRPr>
            </a:lvl7pPr>
            <a:lvl8pPr algn="l">
              <a:defRPr sz="1800" b="0">
                <a:solidFill>
                  <a:srgbClr val="DCE8EE"/>
                </a:solidFill>
                <a:latin typeface="Arial"/>
                <a:ea typeface="Arial"/>
                <a:cs typeface="Arial"/>
              </a:defRPr>
            </a:lvl8pPr>
            <a:lvl9pPr algn="l">
              <a:defRPr sz="1800" b="0">
                <a:solidFill>
                  <a:srgbClr val="DCE8EE"/>
                </a:solidFill>
                <a:latin typeface="Arial"/>
                <a:ea typeface="Arial"/>
                <a:cs typeface="Arial"/>
              </a:defRPr>
            </a:lvl9pPr>
          </a:lstStyle>
          <a:p xmlns:a="http://schemas.openxmlformats.org/drawingml/2006/main">
            <a:pPr algn="l">
              <a:defRPr sz="1800" b="0">
                <a:solidFill>
                  <a:srgbClr val="DCE8EE"/>
                </a:solidFill>
                <a:latin typeface="Arial"/>
                <a:ea typeface="Arial"/>
                <a:cs typeface="Arial"/>
              </a:defRPr>
            </a:pPr>
            <a:r>
              <a:rPr sz="1800" b="0">
                <a:solidFill>
                  <a:srgbClr val="DCE8EE"/>
                </a:solidFill>
                <a:latin typeface="Arial"/>
                <a:ea typeface="Arial"/>
                <a:cs typeface="Arial"/>
              </a:rPr>
              <a:t>Course materials, assessment results, and feedback often live apart. A score alone does not tell a learner what to revisit.</a:t>
            </a:r>
          </a:p>
        </p:txBody>
      </p:sp>
      <p:sp>
        <p:nvSpPr>
          <p:cNvPr id="6" name="">
            <a:extLst xmlns:a="http://schemas.openxmlformats.org/drawingml/2006/main">
              <a:ext uri="{FF2B5EF4-FFF2-40B4-BE49-F238E27FC236}">
                <a16:creationId xmlns:a16="http://schemas.microsoft.com/office/drawing/2014/main" id="{2533F27D-FEE9-48C0-8BCB-2C0175A9EE1E}"/>
              </a:ext>
            </a:extLst>
          </p:cNvPr>
          <p:cNvSpPr>
            <a:spLocks xmlns:a="http://schemas.openxmlformats.org/drawingml/2006/main" noGrp="1"/>
          </p:cNvSpPr>
          <p:nvPr/>
        </p:nvSpPr>
        <p:spPr>
          <a:xfrm xmlns:a="http://schemas.openxmlformats.org/drawingml/2006/main">
            <a:off x="8629650" y="1371600"/>
            <a:ext cx="2800350" cy="3048000"/>
          </a:xfrm>
          <a:prstGeom xmlns:a="http://schemas.openxmlformats.org/drawingml/2006/main" prst="roundRect">
            <a:avLst>
              <a:gd name="adj" fmla="val 6122"/>
            </a:avLst>
          </a:prstGeom>
          <a:solidFill xmlns:a="http://schemas.openxmlformats.org/drawingml/2006/main">
            <a:srgbClr val="25435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C6FA7E5-B241-459F-B6C4-F0FB3A2D7A8C}"/>
              </a:ext>
            </a:extLst>
          </p:cNvPr>
          <p:cNvSpPr>
            <a:spLocks xmlns:a="http://schemas.openxmlformats.org/drawingml/2006/main" noGrp="1"/>
          </p:cNvSpPr>
          <p:nvPr/>
        </p:nvSpPr>
        <p:spPr>
          <a:xfrm xmlns:a="http://schemas.openxmlformats.org/drawingml/2006/main">
            <a:off x="8934450" y="1685925"/>
            <a:ext cx="2171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1">
                <a:solidFill>
                  <a:srgbClr val="BBD0DD"/>
                </a:solidFill>
                <a:latin typeface="Arial"/>
                <a:ea typeface="Arial"/>
                <a:cs typeface="Arial"/>
              </a:defRPr>
            </a:defPPr>
            <a:lvl1pPr algn="l">
              <a:defRPr sz="1050" b="1">
                <a:solidFill>
                  <a:srgbClr val="BBD0DD"/>
                </a:solidFill>
                <a:latin typeface="Arial"/>
                <a:ea typeface="Arial"/>
                <a:cs typeface="Arial"/>
              </a:defRPr>
            </a:lvl1pPr>
            <a:lvl2pPr algn="l">
              <a:defRPr sz="1050" b="1">
                <a:solidFill>
                  <a:srgbClr val="BBD0DD"/>
                </a:solidFill>
                <a:latin typeface="Arial"/>
                <a:ea typeface="Arial"/>
                <a:cs typeface="Arial"/>
              </a:defRPr>
            </a:lvl2pPr>
            <a:lvl3pPr algn="l">
              <a:defRPr sz="1050" b="1">
                <a:solidFill>
                  <a:srgbClr val="BBD0DD"/>
                </a:solidFill>
                <a:latin typeface="Arial"/>
                <a:ea typeface="Arial"/>
                <a:cs typeface="Arial"/>
              </a:defRPr>
            </a:lvl3pPr>
            <a:lvl4pPr algn="l">
              <a:defRPr sz="1050" b="1">
                <a:solidFill>
                  <a:srgbClr val="BBD0DD"/>
                </a:solidFill>
                <a:latin typeface="Arial"/>
                <a:ea typeface="Arial"/>
                <a:cs typeface="Arial"/>
              </a:defRPr>
            </a:lvl4pPr>
            <a:lvl5pPr algn="l">
              <a:defRPr sz="1050" b="1">
                <a:solidFill>
                  <a:srgbClr val="BBD0DD"/>
                </a:solidFill>
                <a:latin typeface="Arial"/>
                <a:ea typeface="Arial"/>
                <a:cs typeface="Arial"/>
              </a:defRPr>
            </a:lvl5pPr>
            <a:lvl6pPr algn="l">
              <a:defRPr sz="1050" b="1">
                <a:solidFill>
                  <a:srgbClr val="BBD0DD"/>
                </a:solidFill>
                <a:latin typeface="Arial"/>
                <a:ea typeface="Arial"/>
                <a:cs typeface="Arial"/>
              </a:defRPr>
            </a:lvl6pPr>
            <a:lvl7pPr algn="l">
              <a:defRPr sz="1050" b="1">
                <a:solidFill>
                  <a:srgbClr val="BBD0DD"/>
                </a:solidFill>
                <a:latin typeface="Arial"/>
                <a:ea typeface="Arial"/>
                <a:cs typeface="Arial"/>
              </a:defRPr>
            </a:lvl7pPr>
            <a:lvl8pPr algn="l">
              <a:defRPr sz="1050" b="1">
                <a:solidFill>
                  <a:srgbClr val="BBD0DD"/>
                </a:solidFill>
                <a:latin typeface="Arial"/>
                <a:ea typeface="Arial"/>
                <a:cs typeface="Arial"/>
              </a:defRPr>
            </a:lvl8pPr>
            <a:lvl9pPr algn="l">
              <a:defRPr sz="1050" b="1">
                <a:solidFill>
                  <a:srgbClr val="BBD0DD"/>
                </a:solidFill>
                <a:latin typeface="Arial"/>
                <a:ea typeface="Arial"/>
                <a:cs typeface="Arial"/>
              </a:defRPr>
            </a:lvl9pPr>
          </a:lstStyle>
          <a:p xmlns:a="http://schemas.openxmlformats.org/drawingml/2006/main">
            <a:pPr algn="l">
              <a:defRPr sz="1050" b="1">
                <a:solidFill>
                  <a:srgbClr val="BBD0DD"/>
                </a:solidFill>
                <a:latin typeface="Arial"/>
                <a:ea typeface="Arial"/>
                <a:cs typeface="Arial"/>
              </a:defRPr>
            </a:pPr>
            <a:r>
              <a:rPr sz="1050" b="1">
                <a:solidFill>
                  <a:srgbClr val="BBD0DD"/>
                </a:solidFill>
                <a:latin typeface="Arial"/>
                <a:ea typeface="Arial"/>
                <a:cs typeface="Arial"/>
              </a:rPr>
              <a:t>THE PROJECT</a:t>
            </a:r>
          </a:p>
        </p:txBody>
      </p:sp>
      <p:sp>
        <p:nvSpPr>
          <p:cNvPr id="8" name="">
            <a:extLst xmlns:a="http://schemas.openxmlformats.org/drawingml/2006/main">
              <a:ext uri="{FF2B5EF4-FFF2-40B4-BE49-F238E27FC236}">
                <a16:creationId xmlns:a16="http://schemas.microsoft.com/office/drawing/2014/main" id="{C178D663-9BBD-4A06-A5C9-496E6D2BC87A}"/>
              </a:ext>
            </a:extLst>
          </p:cNvPr>
          <p:cNvSpPr>
            <a:spLocks xmlns:a="http://schemas.openxmlformats.org/drawingml/2006/main" noGrp="1"/>
          </p:cNvSpPr>
          <p:nvPr/>
        </p:nvSpPr>
        <p:spPr>
          <a:xfrm xmlns:a="http://schemas.openxmlformats.org/drawingml/2006/main">
            <a:off x="8934450" y="2095500"/>
            <a:ext cx="22098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1">
                <a:solidFill>
                  <a:srgbClr val="FFFFFF"/>
                </a:solidFill>
                <a:latin typeface="Arial"/>
                <a:ea typeface="Arial"/>
                <a:cs typeface="Arial"/>
              </a:defRPr>
            </a:defPPr>
            <a:lvl1pPr algn="l">
              <a:defRPr sz="1650" b="1">
                <a:solidFill>
                  <a:srgbClr val="FFFFFF"/>
                </a:solidFill>
                <a:latin typeface="Arial"/>
                <a:ea typeface="Arial"/>
                <a:cs typeface="Arial"/>
              </a:defRPr>
            </a:lvl1pPr>
            <a:lvl2pPr algn="l">
              <a:defRPr sz="1650" b="1">
                <a:solidFill>
                  <a:srgbClr val="FFFFFF"/>
                </a:solidFill>
                <a:latin typeface="Arial"/>
                <a:ea typeface="Arial"/>
                <a:cs typeface="Arial"/>
              </a:defRPr>
            </a:lvl2pPr>
            <a:lvl3pPr algn="l">
              <a:defRPr sz="1650" b="1">
                <a:solidFill>
                  <a:srgbClr val="FFFFFF"/>
                </a:solidFill>
                <a:latin typeface="Arial"/>
                <a:ea typeface="Arial"/>
                <a:cs typeface="Arial"/>
              </a:defRPr>
            </a:lvl3pPr>
            <a:lvl4pPr algn="l">
              <a:defRPr sz="1650" b="1">
                <a:solidFill>
                  <a:srgbClr val="FFFFFF"/>
                </a:solidFill>
                <a:latin typeface="Arial"/>
                <a:ea typeface="Arial"/>
                <a:cs typeface="Arial"/>
              </a:defRPr>
            </a:lvl4pPr>
            <a:lvl5pPr algn="l">
              <a:defRPr sz="1650" b="1">
                <a:solidFill>
                  <a:srgbClr val="FFFFFF"/>
                </a:solidFill>
                <a:latin typeface="Arial"/>
                <a:ea typeface="Arial"/>
                <a:cs typeface="Arial"/>
              </a:defRPr>
            </a:lvl5pPr>
            <a:lvl6pPr algn="l">
              <a:defRPr sz="1650" b="1">
                <a:solidFill>
                  <a:srgbClr val="FFFFFF"/>
                </a:solidFill>
                <a:latin typeface="Arial"/>
                <a:ea typeface="Arial"/>
                <a:cs typeface="Arial"/>
              </a:defRPr>
            </a:lvl6pPr>
            <a:lvl7pPr algn="l">
              <a:defRPr sz="1650" b="1">
                <a:solidFill>
                  <a:srgbClr val="FFFFFF"/>
                </a:solidFill>
                <a:latin typeface="Arial"/>
                <a:ea typeface="Arial"/>
                <a:cs typeface="Arial"/>
              </a:defRPr>
            </a:lvl7pPr>
            <a:lvl8pPr algn="l">
              <a:defRPr sz="1650" b="1">
                <a:solidFill>
                  <a:srgbClr val="FFFFFF"/>
                </a:solidFill>
                <a:latin typeface="Arial"/>
                <a:ea typeface="Arial"/>
                <a:cs typeface="Arial"/>
              </a:defRPr>
            </a:lvl8pPr>
            <a:lvl9pPr algn="l">
              <a:defRPr sz="1650" b="1">
                <a:solidFill>
                  <a:srgbClr val="FFFFFF"/>
                </a:solidFill>
                <a:latin typeface="Arial"/>
                <a:ea typeface="Arial"/>
                <a:cs typeface="Arial"/>
              </a:defRPr>
            </a:lvl9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Carmen links learning</a:t>
            </a:r>
          </a:p>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resources, student work,</a:t>
            </a:r>
          </a:p>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instructor insight, and</a:t>
            </a:r>
          </a:p>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protected study support.</a:t>
            </a:r>
          </a:p>
        </p:txBody>
      </p:sp>
      <p:sp>
        <p:nvSpPr>
          <p:cNvPr id="9" name="">
            <a:extLst xmlns:a="http://schemas.openxmlformats.org/drawingml/2006/main">
              <a:ext uri="{FF2B5EF4-FFF2-40B4-BE49-F238E27FC236}">
                <a16:creationId xmlns:a16="http://schemas.microsoft.com/office/drawing/2014/main" id="{6F36DEBC-5115-4BF3-B1C2-C9EC6D6EB238}"/>
              </a:ext>
            </a:extLst>
          </p:cNvPr>
          <p:cNvSpPr>
            <a:spLocks xmlns:a="http://schemas.openxmlformats.org/drawingml/2006/main" noGrp="1"/>
          </p:cNvSpPr>
          <p:nvPr/>
        </p:nvSpPr>
        <p:spPr>
          <a:xfrm xmlns:a="http://schemas.openxmlformats.org/drawingml/2006/main">
            <a:off x="723900" y="5762625"/>
            <a:ext cx="4762500" cy="457200"/>
          </a:xfrm>
          <a:prstGeom xmlns:a="http://schemas.openxmlformats.org/drawingml/2006/main" prst="roundRect">
            <a:avLst>
              <a:gd name="adj" fmla="val 50000"/>
            </a:avLst>
          </a:prstGeom>
          <a:solidFill xmlns:a="http://schemas.openxmlformats.org/drawingml/2006/main">
            <a:srgbClr val="25435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6A08359-9574-4E61-B7A9-DC5912C60DFC}"/>
              </a:ext>
            </a:extLst>
          </p:cNvPr>
          <p:cNvSpPr>
            <a:spLocks xmlns:a="http://schemas.openxmlformats.org/drawingml/2006/main" noGrp="1"/>
          </p:cNvSpPr>
          <p:nvPr/>
        </p:nvSpPr>
        <p:spPr>
          <a:xfrm xmlns:a="http://schemas.openxmlformats.org/drawingml/2006/main">
            <a:off x="952500" y="5886450"/>
            <a:ext cx="4381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a:solidFill>
                  <a:srgbClr val="FFFFFF"/>
                </a:solidFill>
                <a:latin typeface="Arial"/>
                <a:ea typeface="Arial"/>
                <a:cs typeface="Arial"/>
              </a:defRPr>
            </a:defPPr>
            <a:lvl1pPr algn="l">
              <a:defRPr sz="1200" b="1">
                <a:solidFill>
                  <a:srgbClr val="FFFFFF"/>
                </a:solidFill>
                <a:latin typeface="Arial"/>
                <a:ea typeface="Arial"/>
                <a:cs typeface="Arial"/>
              </a:defRPr>
            </a:lvl1pPr>
            <a:lvl2pPr algn="l">
              <a:defRPr sz="1200" b="1">
                <a:solidFill>
                  <a:srgbClr val="FFFFFF"/>
                </a:solidFill>
                <a:latin typeface="Arial"/>
                <a:ea typeface="Arial"/>
                <a:cs typeface="Arial"/>
              </a:defRPr>
            </a:lvl2pPr>
            <a:lvl3pPr algn="l">
              <a:defRPr sz="1200" b="1">
                <a:solidFill>
                  <a:srgbClr val="FFFFFF"/>
                </a:solidFill>
                <a:latin typeface="Arial"/>
                <a:ea typeface="Arial"/>
                <a:cs typeface="Arial"/>
              </a:defRPr>
            </a:lvl3pPr>
            <a:lvl4pPr algn="l">
              <a:defRPr sz="1200" b="1">
                <a:solidFill>
                  <a:srgbClr val="FFFFFF"/>
                </a:solidFill>
                <a:latin typeface="Arial"/>
                <a:ea typeface="Arial"/>
                <a:cs typeface="Arial"/>
              </a:defRPr>
            </a:lvl4pPr>
            <a:lvl5pPr algn="l">
              <a:defRPr sz="1200" b="1">
                <a:solidFill>
                  <a:srgbClr val="FFFFFF"/>
                </a:solidFill>
                <a:latin typeface="Arial"/>
                <a:ea typeface="Arial"/>
                <a:cs typeface="Arial"/>
              </a:defRPr>
            </a:lvl5pPr>
            <a:lvl6pPr algn="l">
              <a:defRPr sz="1200" b="1">
                <a:solidFill>
                  <a:srgbClr val="FFFFFF"/>
                </a:solidFill>
                <a:latin typeface="Arial"/>
                <a:ea typeface="Arial"/>
                <a:cs typeface="Arial"/>
              </a:defRPr>
            </a:lvl6pPr>
            <a:lvl7pPr algn="l">
              <a:defRPr sz="1200" b="1">
                <a:solidFill>
                  <a:srgbClr val="FFFFFF"/>
                </a:solidFill>
                <a:latin typeface="Arial"/>
                <a:ea typeface="Arial"/>
                <a:cs typeface="Arial"/>
              </a:defRPr>
            </a:lvl7pPr>
            <a:lvl8pPr algn="l">
              <a:defRPr sz="1200" b="1">
                <a:solidFill>
                  <a:srgbClr val="FFFFFF"/>
                </a:solidFill>
                <a:latin typeface="Arial"/>
                <a:ea typeface="Arial"/>
                <a:cs typeface="Arial"/>
              </a:defRPr>
            </a:lvl8pPr>
            <a:lvl9pPr algn="l">
              <a:defRPr sz="1200" b="1">
                <a:solidFill>
                  <a:srgbClr val="FFFFFF"/>
                </a:solidFill>
                <a:latin typeface="Arial"/>
                <a:ea typeface="Arial"/>
                <a:cs typeface="Arial"/>
              </a:defRPr>
            </a:lvl9pPr>
          </a:lstStyle>
          <a:p xmlns:a="http://schemas.openxmlformats.org/drawingml/2006/main">
            <a:pPr algn="l">
              <a:defRPr sz="1200" b="1">
                <a:solidFill>
                  <a:srgbClr val="FFFFFF"/>
                </a:solidFill>
                <a:latin typeface="Arial"/>
                <a:ea typeface="Arial"/>
                <a:cs typeface="Arial"/>
              </a:defRPr>
            </a:pPr>
            <a:r>
              <a:rPr sz="1200" b="1">
                <a:solidFill>
                  <a:srgbClr val="FFFFFF"/>
                </a:solidFill>
                <a:latin typeface="Arial"/>
                <a:ea typeface="Arial"/>
                <a:cs typeface="Arial"/>
              </a:rPr>
              <a:t>2:50 TOTAL  |  INCLUDES A 30-SECOND LIVE DEMO</a:t>
            </a:r>
          </a:p>
        </p:txBody>
      </p:sp>
    </p:spTree>
    <p:extLst>
      <p:ext uri="{BB962C8B-B14F-4D97-AF65-F5344CB8AC3E}">
        <p14:creationId xmlns:p14="http://schemas.microsoft.com/office/powerpoint/2010/main" val="161730883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533686C-DDED-4F11-984E-B7097DE47231}"/>
              </a:ext>
            </a:extLst>
          </p:cNvPr>
          <p:cNvSpPr>
            <a:spLocks xmlns:a="http://schemas.openxmlformats.org/drawingml/2006/main" noGrp="1"/>
          </p:cNvSpPr>
          <p:nvPr/>
        </p:nvSpPr>
        <p:spPr>
          <a:xfrm xmlns:a="http://schemas.openxmlformats.org/drawingml/2006/main">
            <a:off x="609600" y="314325"/>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1">
                <a:solidFill>
                  <a:srgbClr val="0877B9"/>
                </a:solidFill>
                <a:latin typeface="Arial"/>
                <a:ea typeface="Arial"/>
                <a:cs typeface="Arial"/>
              </a:defRPr>
            </a:defPPr>
            <a:lvl1pPr algn="l">
              <a:defRPr sz="1050" b="1">
                <a:solidFill>
                  <a:srgbClr val="0877B9"/>
                </a:solidFill>
                <a:latin typeface="Arial"/>
                <a:ea typeface="Arial"/>
                <a:cs typeface="Arial"/>
              </a:defRPr>
            </a:lvl1pPr>
            <a:lvl2pPr algn="l">
              <a:defRPr sz="1050" b="1">
                <a:solidFill>
                  <a:srgbClr val="0877B9"/>
                </a:solidFill>
                <a:latin typeface="Arial"/>
                <a:ea typeface="Arial"/>
                <a:cs typeface="Arial"/>
              </a:defRPr>
            </a:lvl2pPr>
            <a:lvl3pPr algn="l">
              <a:defRPr sz="1050" b="1">
                <a:solidFill>
                  <a:srgbClr val="0877B9"/>
                </a:solidFill>
                <a:latin typeface="Arial"/>
                <a:ea typeface="Arial"/>
                <a:cs typeface="Arial"/>
              </a:defRPr>
            </a:lvl3pPr>
            <a:lvl4pPr algn="l">
              <a:defRPr sz="1050" b="1">
                <a:solidFill>
                  <a:srgbClr val="0877B9"/>
                </a:solidFill>
                <a:latin typeface="Arial"/>
                <a:ea typeface="Arial"/>
                <a:cs typeface="Arial"/>
              </a:defRPr>
            </a:lvl4pPr>
            <a:lvl5pPr algn="l">
              <a:defRPr sz="1050" b="1">
                <a:solidFill>
                  <a:srgbClr val="0877B9"/>
                </a:solidFill>
                <a:latin typeface="Arial"/>
                <a:ea typeface="Arial"/>
                <a:cs typeface="Arial"/>
              </a:defRPr>
            </a:lvl5pPr>
            <a:lvl6pPr algn="l">
              <a:defRPr sz="1050" b="1">
                <a:solidFill>
                  <a:srgbClr val="0877B9"/>
                </a:solidFill>
                <a:latin typeface="Arial"/>
                <a:ea typeface="Arial"/>
                <a:cs typeface="Arial"/>
              </a:defRPr>
            </a:lvl6pPr>
            <a:lvl7pPr algn="l">
              <a:defRPr sz="1050" b="1">
                <a:solidFill>
                  <a:srgbClr val="0877B9"/>
                </a:solidFill>
                <a:latin typeface="Arial"/>
                <a:ea typeface="Arial"/>
                <a:cs typeface="Arial"/>
              </a:defRPr>
            </a:lvl7pPr>
            <a:lvl8pPr algn="l">
              <a:defRPr sz="1050" b="1">
                <a:solidFill>
                  <a:srgbClr val="0877B9"/>
                </a:solidFill>
                <a:latin typeface="Arial"/>
                <a:ea typeface="Arial"/>
                <a:cs typeface="Arial"/>
              </a:defRPr>
            </a:lvl8pPr>
            <a:lvl9pPr algn="l">
              <a:defRPr sz="1050" b="1">
                <a:solidFill>
                  <a:srgbClr val="0877B9"/>
                </a:solidFill>
                <a:latin typeface="Arial"/>
                <a:ea typeface="Arial"/>
                <a:cs typeface="Arial"/>
              </a:defRPr>
            </a:lvl9pPr>
          </a:lstStyle>
          <a:p xmlns:a="http://schemas.openxmlformats.org/drawingml/2006/main">
            <a:pPr algn="l">
              <a:defRPr sz="1050" b="1">
                <a:solidFill>
                  <a:srgbClr val="0877B9"/>
                </a:solidFill>
                <a:latin typeface="Arial"/>
                <a:ea typeface="Arial"/>
                <a:cs typeface="Arial"/>
              </a:defRPr>
            </a:pPr>
            <a:r>
              <a:rPr sz="1050" b="1">
                <a:solidFill>
                  <a:srgbClr val="0877B9"/>
                </a:solidFill>
                <a:latin typeface="Arial"/>
                <a:ea typeface="Arial"/>
                <a:cs typeface="Arial"/>
              </a:rPr>
              <a:t>WHAT THE PROJECT DOES</a:t>
            </a:r>
          </a:p>
        </p:txBody>
      </p:sp>
      <p:sp>
        <p:nvSpPr>
          <p:cNvPr id="2" name="">
            <a:extLst xmlns:a="http://schemas.openxmlformats.org/drawingml/2006/main">
              <a:ext uri="{FF2B5EF4-FFF2-40B4-BE49-F238E27FC236}">
                <a16:creationId xmlns:a16="http://schemas.microsoft.com/office/drawing/2014/main" id="{648B62A9-3906-4C2C-A884-1527FCE93D71}"/>
              </a:ext>
            </a:extLst>
          </p:cNvPr>
          <p:cNvSpPr>
            <a:spLocks xmlns:a="http://schemas.openxmlformats.org/drawingml/2006/main" noGrp="1"/>
          </p:cNvSpPr>
          <p:nvPr/>
        </p:nvSpPr>
        <p:spPr>
          <a:xfrm xmlns:a="http://schemas.openxmlformats.org/drawingml/2006/main">
            <a:off x="609600" y="647700"/>
            <a:ext cx="10953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850" b="1">
                <a:solidFill>
                  <a:srgbClr val="183044"/>
                </a:solidFill>
                <a:latin typeface="Arial"/>
                <a:ea typeface="Arial"/>
                <a:cs typeface="Arial"/>
              </a:defRPr>
            </a:defPPr>
            <a:lvl1pPr algn="l">
              <a:defRPr sz="2850" b="1">
                <a:solidFill>
                  <a:srgbClr val="183044"/>
                </a:solidFill>
                <a:latin typeface="Arial"/>
                <a:ea typeface="Arial"/>
                <a:cs typeface="Arial"/>
              </a:defRPr>
            </a:lvl1pPr>
            <a:lvl2pPr algn="l">
              <a:defRPr sz="2850" b="1">
                <a:solidFill>
                  <a:srgbClr val="183044"/>
                </a:solidFill>
                <a:latin typeface="Arial"/>
                <a:ea typeface="Arial"/>
                <a:cs typeface="Arial"/>
              </a:defRPr>
            </a:lvl2pPr>
            <a:lvl3pPr algn="l">
              <a:defRPr sz="2850" b="1">
                <a:solidFill>
                  <a:srgbClr val="183044"/>
                </a:solidFill>
                <a:latin typeface="Arial"/>
                <a:ea typeface="Arial"/>
                <a:cs typeface="Arial"/>
              </a:defRPr>
            </a:lvl3pPr>
            <a:lvl4pPr algn="l">
              <a:defRPr sz="2850" b="1">
                <a:solidFill>
                  <a:srgbClr val="183044"/>
                </a:solidFill>
                <a:latin typeface="Arial"/>
                <a:ea typeface="Arial"/>
                <a:cs typeface="Arial"/>
              </a:defRPr>
            </a:lvl4pPr>
            <a:lvl5pPr algn="l">
              <a:defRPr sz="2850" b="1">
                <a:solidFill>
                  <a:srgbClr val="183044"/>
                </a:solidFill>
                <a:latin typeface="Arial"/>
                <a:ea typeface="Arial"/>
                <a:cs typeface="Arial"/>
              </a:defRPr>
            </a:lvl5pPr>
            <a:lvl6pPr algn="l">
              <a:defRPr sz="2850" b="1">
                <a:solidFill>
                  <a:srgbClr val="183044"/>
                </a:solidFill>
                <a:latin typeface="Arial"/>
                <a:ea typeface="Arial"/>
                <a:cs typeface="Arial"/>
              </a:defRPr>
            </a:lvl6pPr>
            <a:lvl7pPr algn="l">
              <a:defRPr sz="2850" b="1">
                <a:solidFill>
                  <a:srgbClr val="183044"/>
                </a:solidFill>
                <a:latin typeface="Arial"/>
                <a:ea typeface="Arial"/>
                <a:cs typeface="Arial"/>
              </a:defRPr>
            </a:lvl7pPr>
            <a:lvl8pPr algn="l">
              <a:defRPr sz="2850" b="1">
                <a:solidFill>
                  <a:srgbClr val="183044"/>
                </a:solidFill>
                <a:latin typeface="Arial"/>
                <a:ea typeface="Arial"/>
                <a:cs typeface="Arial"/>
              </a:defRPr>
            </a:lvl8pPr>
            <a:lvl9pPr algn="l">
              <a:defRPr sz="2850" b="1">
                <a:solidFill>
                  <a:srgbClr val="183044"/>
                </a:solidFill>
                <a:latin typeface="Arial"/>
                <a:ea typeface="Arial"/>
                <a:cs typeface="Arial"/>
              </a:defRPr>
            </a:lvl9pPr>
          </a:lstStyle>
          <a:p xmlns:a="http://schemas.openxmlformats.org/drawingml/2006/main">
            <a:pPr algn="l">
              <a:defRPr sz="2850" b="1">
                <a:solidFill>
                  <a:srgbClr val="183044"/>
                </a:solidFill>
                <a:latin typeface="Arial"/>
                <a:ea typeface="Arial"/>
                <a:cs typeface="Arial"/>
              </a:defRPr>
            </a:pPr>
            <a:r>
              <a:rPr sz="2850" b="1">
                <a:solidFill>
                  <a:srgbClr val="183044"/>
                </a:solidFill>
                <a:latin typeface="Arial"/>
                <a:ea typeface="Arial"/>
                <a:cs typeface="Arial"/>
              </a:rPr>
              <a:t>Carmen turns course sources into connected support</a:t>
            </a:r>
          </a:p>
        </p:txBody>
      </p:sp>
      <p:sp>
        <p:nvSpPr>
          <p:cNvPr id="3" name="">
            <a:extLst xmlns:a="http://schemas.openxmlformats.org/drawingml/2006/main">
              <a:ext uri="{FF2B5EF4-FFF2-40B4-BE49-F238E27FC236}">
                <a16:creationId xmlns:a16="http://schemas.microsoft.com/office/drawing/2014/main" id="{CA66FE42-6DA9-440A-BF77-AF83564A454E}"/>
              </a:ext>
            </a:extLst>
          </p:cNvPr>
          <p:cNvSpPr>
            <a:spLocks xmlns:a="http://schemas.openxmlformats.org/drawingml/2006/main" noGrp="1"/>
          </p:cNvSpPr>
          <p:nvPr/>
        </p:nvSpPr>
        <p:spPr>
          <a:xfrm xmlns:a="http://schemas.openxmlformats.org/drawingml/2006/main">
            <a:off x="609600" y="1438275"/>
            <a:ext cx="10972800" cy="19050"/>
          </a:xfrm>
          <a:prstGeom xmlns:a="http://schemas.openxmlformats.org/drawingml/2006/main" prst="rect">
            <a:avLst/>
          </a:prstGeom>
          <a:solidFill xmlns:a="http://schemas.openxmlformats.org/drawingml/2006/main">
            <a:srgbClr val="D7E0E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E3B305D-649E-4998-AFCA-5597792FC067}"/>
              </a:ext>
            </a:extLst>
          </p:cNvPr>
          <p:cNvSpPr>
            <a:spLocks xmlns:a="http://schemas.openxmlformats.org/drawingml/2006/main" noGrp="1"/>
          </p:cNvSpPr>
          <p:nvPr/>
        </p:nvSpPr>
        <p:spPr>
          <a:xfrm xmlns:a="http://schemas.openxmlformats.org/drawingml/2006/main">
            <a:off x="609600" y="6477000"/>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1">
                <a:solidFill>
                  <a:srgbClr val="5C6F7D"/>
                </a:solidFill>
                <a:latin typeface="Arial"/>
                <a:ea typeface="Arial"/>
                <a:cs typeface="Arial"/>
              </a:defRPr>
            </a:defPPr>
            <a:lvl1pPr algn="l">
              <a:defRPr sz="900" b="1">
                <a:solidFill>
                  <a:srgbClr val="5C6F7D"/>
                </a:solidFill>
                <a:latin typeface="Arial"/>
                <a:ea typeface="Arial"/>
                <a:cs typeface="Arial"/>
              </a:defRPr>
            </a:lvl1pPr>
            <a:lvl2pPr algn="l">
              <a:defRPr sz="900" b="1">
                <a:solidFill>
                  <a:srgbClr val="5C6F7D"/>
                </a:solidFill>
                <a:latin typeface="Arial"/>
                <a:ea typeface="Arial"/>
                <a:cs typeface="Arial"/>
              </a:defRPr>
            </a:lvl2pPr>
            <a:lvl3pPr algn="l">
              <a:defRPr sz="900" b="1">
                <a:solidFill>
                  <a:srgbClr val="5C6F7D"/>
                </a:solidFill>
                <a:latin typeface="Arial"/>
                <a:ea typeface="Arial"/>
                <a:cs typeface="Arial"/>
              </a:defRPr>
            </a:lvl3pPr>
            <a:lvl4pPr algn="l">
              <a:defRPr sz="900" b="1">
                <a:solidFill>
                  <a:srgbClr val="5C6F7D"/>
                </a:solidFill>
                <a:latin typeface="Arial"/>
                <a:ea typeface="Arial"/>
                <a:cs typeface="Arial"/>
              </a:defRPr>
            </a:lvl4pPr>
            <a:lvl5pPr algn="l">
              <a:defRPr sz="900" b="1">
                <a:solidFill>
                  <a:srgbClr val="5C6F7D"/>
                </a:solidFill>
                <a:latin typeface="Arial"/>
                <a:ea typeface="Arial"/>
                <a:cs typeface="Arial"/>
              </a:defRPr>
            </a:lvl5pPr>
            <a:lvl6pPr algn="l">
              <a:defRPr sz="900" b="1">
                <a:solidFill>
                  <a:srgbClr val="5C6F7D"/>
                </a:solidFill>
                <a:latin typeface="Arial"/>
                <a:ea typeface="Arial"/>
                <a:cs typeface="Arial"/>
              </a:defRPr>
            </a:lvl6pPr>
            <a:lvl7pPr algn="l">
              <a:defRPr sz="900" b="1">
                <a:solidFill>
                  <a:srgbClr val="5C6F7D"/>
                </a:solidFill>
                <a:latin typeface="Arial"/>
                <a:ea typeface="Arial"/>
                <a:cs typeface="Arial"/>
              </a:defRPr>
            </a:lvl7pPr>
            <a:lvl8pPr algn="l">
              <a:defRPr sz="900" b="1">
                <a:solidFill>
                  <a:srgbClr val="5C6F7D"/>
                </a:solidFill>
                <a:latin typeface="Arial"/>
                <a:ea typeface="Arial"/>
                <a:cs typeface="Arial"/>
              </a:defRPr>
            </a:lvl8pPr>
            <a:lvl9pPr algn="l">
              <a:defRPr sz="900" b="1">
                <a:solidFill>
                  <a:srgbClr val="5C6F7D"/>
                </a:solidFill>
                <a:latin typeface="Arial"/>
                <a:ea typeface="Arial"/>
                <a:cs typeface="Arial"/>
              </a:defRPr>
            </a:lvl9pPr>
          </a:lstStyle>
          <a:p xmlns:a="http://schemas.openxmlformats.org/drawingml/2006/main">
            <a:pPr algn="l">
              <a:defRPr sz="900" b="1">
                <a:solidFill>
                  <a:srgbClr val="5C6F7D"/>
                </a:solidFill>
                <a:latin typeface="Arial"/>
                <a:ea typeface="Arial"/>
                <a:cs typeface="Arial"/>
              </a:defRPr>
            </a:pPr>
            <a:r>
              <a:rPr sz="900" b="1">
                <a:solidFill>
                  <a:srgbClr val="5C6F7D"/>
                </a:solidFill>
                <a:latin typeface="Arial"/>
                <a:ea typeface="Arial"/>
                <a:cs typeface="Arial"/>
              </a:rPr>
              <a:t>CARMEN STUDY GUIDE</a:t>
            </a:r>
          </a:p>
        </p:txBody>
      </p:sp>
      <p:sp>
        <p:nvSpPr>
          <p:cNvPr id="5" name="">
            <a:extLst xmlns:a="http://schemas.openxmlformats.org/drawingml/2006/main">
              <a:ext uri="{FF2B5EF4-FFF2-40B4-BE49-F238E27FC236}">
                <a16:creationId xmlns:a16="http://schemas.microsoft.com/office/drawing/2014/main" id="{3AD9817E-19C5-4890-9203-88762CD2CE04}"/>
              </a:ext>
            </a:extLst>
          </p:cNvPr>
          <p:cNvSpPr>
            <a:spLocks xmlns:a="http://schemas.openxmlformats.org/drawingml/2006/main" noGrp="1"/>
          </p:cNvSpPr>
          <p:nvPr/>
        </p:nvSpPr>
        <p:spPr>
          <a:xfrm xmlns:a="http://schemas.openxmlformats.org/drawingml/2006/main">
            <a:off x="11239500" y="64579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C6F7D"/>
                </a:solidFill>
                <a:latin typeface="Arial"/>
                <a:ea typeface="Arial"/>
                <a:cs typeface="Arial"/>
              </a:defRPr>
            </a:defPPr>
            <a:lvl1pPr algn="r">
              <a:defRPr sz="900" b="0">
                <a:solidFill>
                  <a:srgbClr val="5C6F7D"/>
                </a:solidFill>
                <a:latin typeface="Arial"/>
                <a:ea typeface="Arial"/>
                <a:cs typeface="Arial"/>
              </a:defRPr>
            </a:lvl1pPr>
            <a:lvl2pPr algn="r">
              <a:defRPr sz="900" b="0">
                <a:solidFill>
                  <a:srgbClr val="5C6F7D"/>
                </a:solidFill>
                <a:latin typeface="Arial"/>
                <a:ea typeface="Arial"/>
                <a:cs typeface="Arial"/>
              </a:defRPr>
            </a:lvl2pPr>
            <a:lvl3pPr algn="r">
              <a:defRPr sz="900" b="0">
                <a:solidFill>
                  <a:srgbClr val="5C6F7D"/>
                </a:solidFill>
                <a:latin typeface="Arial"/>
                <a:ea typeface="Arial"/>
                <a:cs typeface="Arial"/>
              </a:defRPr>
            </a:lvl3pPr>
            <a:lvl4pPr algn="r">
              <a:defRPr sz="900" b="0">
                <a:solidFill>
                  <a:srgbClr val="5C6F7D"/>
                </a:solidFill>
                <a:latin typeface="Arial"/>
                <a:ea typeface="Arial"/>
                <a:cs typeface="Arial"/>
              </a:defRPr>
            </a:lvl4pPr>
            <a:lvl5pPr algn="r">
              <a:defRPr sz="900" b="0">
                <a:solidFill>
                  <a:srgbClr val="5C6F7D"/>
                </a:solidFill>
                <a:latin typeface="Arial"/>
                <a:ea typeface="Arial"/>
                <a:cs typeface="Arial"/>
              </a:defRPr>
            </a:lvl5pPr>
            <a:lvl6pPr algn="r">
              <a:defRPr sz="900" b="0">
                <a:solidFill>
                  <a:srgbClr val="5C6F7D"/>
                </a:solidFill>
                <a:latin typeface="Arial"/>
                <a:ea typeface="Arial"/>
                <a:cs typeface="Arial"/>
              </a:defRPr>
            </a:lvl6pPr>
            <a:lvl7pPr algn="r">
              <a:defRPr sz="900" b="0">
                <a:solidFill>
                  <a:srgbClr val="5C6F7D"/>
                </a:solidFill>
                <a:latin typeface="Arial"/>
                <a:ea typeface="Arial"/>
                <a:cs typeface="Arial"/>
              </a:defRPr>
            </a:lvl7pPr>
            <a:lvl8pPr algn="r">
              <a:defRPr sz="900" b="0">
                <a:solidFill>
                  <a:srgbClr val="5C6F7D"/>
                </a:solidFill>
                <a:latin typeface="Arial"/>
                <a:ea typeface="Arial"/>
                <a:cs typeface="Arial"/>
              </a:defRPr>
            </a:lvl8pPr>
            <a:lvl9pPr algn="r">
              <a:defRPr sz="900" b="0">
                <a:solidFill>
                  <a:srgbClr val="5C6F7D"/>
                </a:solidFill>
                <a:latin typeface="Arial"/>
                <a:ea typeface="Arial"/>
                <a:cs typeface="Arial"/>
              </a:defRPr>
            </a:lvl9pPr>
          </a:lstStyle>
          <a:p xmlns:a="http://schemas.openxmlformats.org/drawingml/2006/main">
            <a:pPr algn="r">
              <a:defRPr sz="900" b="0">
                <a:solidFill>
                  <a:srgbClr val="5C6F7D"/>
                </a:solidFill>
                <a:latin typeface="Arial"/>
                <a:ea typeface="Arial"/>
                <a:cs typeface="Arial"/>
              </a:defRPr>
            </a:pPr>
            <a:r>
              <a:rPr sz="900" b="0">
                <a:solidFill>
                  <a:srgbClr val="5C6F7D"/>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DEF33F50-5C6A-43CA-A365-CA439204FAF4}"/>
              </a:ext>
            </a:extLst>
          </p:cNvPr>
          <p:cNvSpPr>
            <a:spLocks xmlns:a="http://schemas.openxmlformats.org/drawingml/2006/main" noGrp="1"/>
          </p:cNvSpPr>
          <p:nvPr/>
        </p:nvSpPr>
        <p:spPr>
          <a:xfrm xmlns:a="http://schemas.openxmlformats.org/drawingml/2006/main">
            <a:off x="609600" y="2200275"/>
            <a:ext cx="3352800" cy="2524125"/>
          </a:xfrm>
          <a:prstGeom xmlns:a="http://schemas.openxmlformats.org/drawingml/2006/main" prst="roundRect">
            <a:avLst>
              <a:gd name="adj" fmla="val 6792"/>
            </a:avLst>
          </a:prstGeom>
          <a:solidFill xmlns:a="http://schemas.openxmlformats.org/drawingml/2006/main">
            <a:srgbClr val="F4F7F9"/>
          </a:solidFill>
          <a:ln xmlns:a="http://schemas.openxmlformats.org/drawingml/2006/main" w="9525">
            <a:solidFill>
              <a:srgbClr val="D7E0E6"/>
            </a:solidFill>
            <a:prstDash val="solid"/>
          </a:ln>
        </p:spPr>
      </p:sp>
      <p:sp>
        <p:nvSpPr>
          <p:cNvPr id="7" name="">
            <a:extLst xmlns:a="http://schemas.openxmlformats.org/drawingml/2006/main">
              <a:ext uri="{FF2B5EF4-FFF2-40B4-BE49-F238E27FC236}">
                <a16:creationId xmlns:a16="http://schemas.microsoft.com/office/drawing/2014/main" id="{6114A977-90BB-4552-90BA-AD5D30E78B2D}"/>
              </a:ext>
            </a:extLst>
          </p:cNvPr>
          <p:cNvSpPr>
            <a:spLocks xmlns:a="http://schemas.openxmlformats.org/drawingml/2006/main" noGrp="1"/>
          </p:cNvSpPr>
          <p:nvPr/>
        </p:nvSpPr>
        <p:spPr>
          <a:xfrm xmlns:a="http://schemas.openxmlformats.org/drawingml/2006/main">
            <a:off x="857250" y="2486025"/>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1">
                <a:solidFill>
                  <a:srgbClr val="0877B9"/>
                </a:solidFill>
                <a:latin typeface="Arial"/>
                <a:ea typeface="Arial"/>
                <a:cs typeface="Arial"/>
              </a:defRPr>
            </a:defPPr>
            <a:lvl1pPr algn="l">
              <a:defRPr sz="1050" b="1">
                <a:solidFill>
                  <a:srgbClr val="0877B9"/>
                </a:solidFill>
                <a:latin typeface="Arial"/>
                <a:ea typeface="Arial"/>
                <a:cs typeface="Arial"/>
              </a:defRPr>
            </a:lvl1pPr>
            <a:lvl2pPr algn="l">
              <a:defRPr sz="1050" b="1">
                <a:solidFill>
                  <a:srgbClr val="0877B9"/>
                </a:solidFill>
                <a:latin typeface="Arial"/>
                <a:ea typeface="Arial"/>
                <a:cs typeface="Arial"/>
              </a:defRPr>
            </a:lvl2pPr>
            <a:lvl3pPr algn="l">
              <a:defRPr sz="1050" b="1">
                <a:solidFill>
                  <a:srgbClr val="0877B9"/>
                </a:solidFill>
                <a:latin typeface="Arial"/>
                <a:ea typeface="Arial"/>
                <a:cs typeface="Arial"/>
              </a:defRPr>
            </a:lvl3pPr>
            <a:lvl4pPr algn="l">
              <a:defRPr sz="1050" b="1">
                <a:solidFill>
                  <a:srgbClr val="0877B9"/>
                </a:solidFill>
                <a:latin typeface="Arial"/>
                <a:ea typeface="Arial"/>
                <a:cs typeface="Arial"/>
              </a:defRPr>
            </a:lvl4pPr>
            <a:lvl5pPr algn="l">
              <a:defRPr sz="1050" b="1">
                <a:solidFill>
                  <a:srgbClr val="0877B9"/>
                </a:solidFill>
                <a:latin typeface="Arial"/>
                <a:ea typeface="Arial"/>
                <a:cs typeface="Arial"/>
              </a:defRPr>
            </a:lvl5pPr>
            <a:lvl6pPr algn="l">
              <a:defRPr sz="1050" b="1">
                <a:solidFill>
                  <a:srgbClr val="0877B9"/>
                </a:solidFill>
                <a:latin typeface="Arial"/>
                <a:ea typeface="Arial"/>
                <a:cs typeface="Arial"/>
              </a:defRPr>
            </a:lvl6pPr>
            <a:lvl7pPr algn="l">
              <a:defRPr sz="1050" b="1">
                <a:solidFill>
                  <a:srgbClr val="0877B9"/>
                </a:solidFill>
                <a:latin typeface="Arial"/>
                <a:ea typeface="Arial"/>
                <a:cs typeface="Arial"/>
              </a:defRPr>
            </a:lvl7pPr>
            <a:lvl8pPr algn="l">
              <a:defRPr sz="1050" b="1">
                <a:solidFill>
                  <a:srgbClr val="0877B9"/>
                </a:solidFill>
                <a:latin typeface="Arial"/>
                <a:ea typeface="Arial"/>
                <a:cs typeface="Arial"/>
              </a:defRPr>
            </a:lvl8pPr>
            <a:lvl9pPr algn="l">
              <a:defRPr sz="1050" b="1">
                <a:solidFill>
                  <a:srgbClr val="0877B9"/>
                </a:solidFill>
                <a:latin typeface="Arial"/>
                <a:ea typeface="Arial"/>
                <a:cs typeface="Arial"/>
              </a:defRPr>
            </a:lvl9pPr>
          </a:lstStyle>
          <a:p xmlns:a="http://schemas.openxmlformats.org/drawingml/2006/main">
            <a:pPr algn="l">
              <a:defRPr sz="1050" b="1">
                <a:solidFill>
                  <a:srgbClr val="0877B9"/>
                </a:solidFill>
                <a:latin typeface="Arial"/>
                <a:ea typeface="Arial"/>
                <a:cs typeface="Arial"/>
              </a:defRPr>
            </a:pPr>
            <a:r>
              <a:rPr sz="1050" b="1">
                <a:solidFill>
                  <a:srgbClr val="0877B9"/>
                </a:solidFill>
                <a:latin typeface="Arial"/>
                <a:ea typeface="Arial"/>
                <a:cs typeface="Arial"/>
              </a:rPr>
              <a:t>COURSE SOURCES</a:t>
            </a:r>
          </a:p>
        </p:txBody>
      </p:sp>
      <p:sp>
        <p:nvSpPr>
          <p:cNvPr id="8" name="">
            <a:extLst xmlns:a="http://schemas.openxmlformats.org/drawingml/2006/main">
              <a:ext uri="{FF2B5EF4-FFF2-40B4-BE49-F238E27FC236}">
                <a16:creationId xmlns:a16="http://schemas.microsoft.com/office/drawing/2014/main" id="{1F985918-7EF5-48B7-BB94-C1E16D313276}"/>
              </a:ext>
            </a:extLst>
          </p:cNvPr>
          <p:cNvSpPr>
            <a:spLocks xmlns:a="http://schemas.openxmlformats.org/drawingml/2006/main" noGrp="1"/>
          </p:cNvSpPr>
          <p:nvPr/>
        </p:nvSpPr>
        <p:spPr>
          <a:xfrm xmlns:a="http://schemas.openxmlformats.org/drawingml/2006/main">
            <a:off x="857250" y="2952750"/>
            <a:ext cx="287655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0">
                <a:solidFill>
                  <a:srgbClr val="203040"/>
                </a:solidFill>
                <a:latin typeface="Arial"/>
                <a:ea typeface="Arial"/>
                <a:cs typeface="Arial"/>
              </a:defRPr>
            </a:defPPr>
            <a:lvl1pPr algn="l">
              <a:defRPr sz="1575" b="0">
                <a:solidFill>
                  <a:srgbClr val="203040"/>
                </a:solidFill>
                <a:latin typeface="Arial"/>
                <a:ea typeface="Arial"/>
                <a:cs typeface="Arial"/>
              </a:defRPr>
            </a:lvl1pPr>
            <a:lvl2pPr algn="l">
              <a:defRPr sz="1575" b="0">
                <a:solidFill>
                  <a:srgbClr val="203040"/>
                </a:solidFill>
                <a:latin typeface="Arial"/>
                <a:ea typeface="Arial"/>
                <a:cs typeface="Arial"/>
              </a:defRPr>
            </a:lvl2pPr>
            <a:lvl3pPr algn="l">
              <a:defRPr sz="1575" b="0">
                <a:solidFill>
                  <a:srgbClr val="203040"/>
                </a:solidFill>
                <a:latin typeface="Arial"/>
                <a:ea typeface="Arial"/>
                <a:cs typeface="Arial"/>
              </a:defRPr>
            </a:lvl3pPr>
            <a:lvl4pPr algn="l">
              <a:defRPr sz="1575" b="0">
                <a:solidFill>
                  <a:srgbClr val="203040"/>
                </a:solidFill>
                <a:latin typeface="Arial"/>
                <a:ea typeface="Arial"/>
                <a:cs typeface="Arial"/>
              </a:defRPr>
            </a:lvl4pPr>
            <a:lvl5pPr algn="l">
              <a:defRPr sz="1575" b="0">
                <a:solidFill>
                  <a:srgbClr val="203040"/>
                </a:solidFill>
                <a:latin typeface="Arial"/>
                <a:ea typeface="Arial"/>
                <a:cs typeface="Arial"/>
              </a:defRPr>
            </a:lvl5pPr>
            <a:lvl6pPr algn="l">
              <a:defRPr sz="1575" b="0">
                <a:solidFill>
                  <a:srgbClr val="203040"/>
                </a:solidFill>
                <a:latin typeface="Arial"/>
                <a:ea typeface="Arial"/>
                <a:cs typeface="Arial"/>
              </a:defRPr>
            </a:lvl6pPr>
            <a:lvl7pPr algn="l">
              <a:defRPr sz="1575" b="0">
                <a:solidFill>
                  <a:srgbClr val="203040"/>
                </a:solidFill>
                <a:latin typeface="Arial"/>
                <a:ea typeface="Arial"/>
                <a:cs typeface="Arial"/>
              </a:defRPr>
            </a:lvl7pPr>
            <a:lvl8pPr algn="l">
              <a:defRPr sz="1575" b="0">
                <a:solidFill>
                  <a:srgbClr val="203040"/>
                </a:solidFill>
                <a:latin typeface="Arial"/>
                <a:ea typeface="Arial"/>
                <a:cs typeface="Arial"/>
              </a:defRPr>
            </a:lvl8pPr>
            <a:lvl9pPr algn="l">
              <a:defRPr sz="1575" b="0">
                <a:solidFill>
                  <a:srgbClr val="203040"/>
                </a:solidFill>
                <a:latin typeface="Arial"/>
                <a:ea typeface="Arial"/>
                <a:cs typeface="Arial"/>
              </a:defRPr>
            </a:lvl9pPr>
          </a:lstStyle>
          <a:p xmlns:a="http://schemas.openxmlformats.org/drawingml/2006/main">
            <a:pPr algn="l">
              <a:defRPr sz="1575" b="0">
                <a:solidFill>
                  <a:srgbClr val="203040"/>
                </a:solidFill>
                <a:latin typeface="Arial"/>
                <a:ea typeface="Arial"/>
                <a:cs typeface="Arial"/>
              </a:defRPr>
            </a:pPr>
            <a:r>
              <a:rPr sz="1575" b="0">
                <a:solidFill>
                  <a:srgbClr val="203040"/>
                </a:solidFill>
                <a:latin typeface="Arial"/>
                <a:ea typeface="Arial"/>
                <a:cs typeface="Arial"/>
              </a:rPr>
              <a:t>Syllabus and outcomes</a:t>
            </a:r>
          </a:p>
          <a:p xmlns:a="http://schemas.openxmlformats.org/drawingml/2006/main">
            <a:pPr algn="l">
              <a:defRPr sz="1575" b="0">
                <a:solidFill>
                  <a:srgbClr val="203040"/>
                </a:solidFill>
                <a:latin typeface="Arial"/>
                <a:ea typeface="Arial"/>
                <a:cs typeface="Arial"/>
              </a:defRPr>
            </a:pPr>
            <a:r>
              <a:rPr sz="1575" b="0">
                <a:solidFill>
                  <a:srgbClr val="203040"/>
                </a:solidFill>
                <a:latin typeface="Arial"/>
                <a:ea typeface="Arial"/>
                <a:cs typeface="Arial"/>
              </a:rPr>
              <a:t>Modules and assignments</a:t>
            </a:r>
          </a:p>
          <a:p xmlns:a="http://schemas.openxmlformats.org/drawingml/2006/main">
            <a:pPr algn="l">
              <a:defRPr sz="1575" b="0">
                <a:solidFill>
                  <a:srgbClr val="203040"/>
                </a:solidFill>
                <a:latin typeface="Arial"/>
                <a:ea typeface="Arial"/>
                <a:cs typeface="Arial"/>
              </a:defRPr>
            </a:pPr>
            <a:r>
              <a:rPr sz="1575" b="0">
                <a:solidFill>
                  <a:srgbClr val="203040"/>
                </a:solidFill>
                <a:latin typeface="Arial"/>
                <a:ea typeface="Arial"/>
                <a:cs typeface="Arial"/>
              </a:rPr>
              <a:t>Slides, readings, and files</a:t>
            </a:r>
          </a:p>
          <a:p xmlns:a="http://schemas.openxmlformats.org/drawingml/2006/main">
            <a:pPr algn="l">
              <a:defRPr sz="1575" b="0">
                <a:solidFill>
                  <a:srgbClr val="203040"/>
                </a:solidFill>
                <a:latin typeface="Arial"/>
                <a:ea typeface="Arial"/>
                <a:cs typeface="Arial"/>
              </a:defRPr>
            </a:pPr>
            <a:r>
              <a:rPr sz="1575" b="0">
                <a:solidFill>
                  <a:srgbClr val="203040"/>
                </a:solidFill>
                <a:latin typeface="Arial"/>
                <a:ea typeface="Arial"/>
                <a:cs typeface="Arial"/>
              </a:rPr>
              <a:t>Submissions and feedback</a:t>
            </a:r>
          </a:p>
        </p:txBody>
      </p:sp>
      <p:sp>
        <p:nvSpPr>
          <p:cNvPr id="9" name="">
            <a:extLst xmlns:a="http://schemas.openxmlformats.org/drawingml/2006/main">
              <a:ext uri="{FF2B5EF4-FFF2-40B4-BE49-F238E27FC236}">
                <a16:creationId xmlns:a16="http://schemas.microsoft.com/office/drawing/2014/main" id="{21538B6E-BE7E-41CC-96A8-4B65EF001FE0}"/>
              </a:ext>
            </a:extLst>
          </p:cNvPr>
          <p:cNvSpPr>
            <a:spLocks xmlns:a="http://schemas.openxmlformats.org/drawingml/2006/main" noGrp="1"/>
          </p:cNvSpPr>
          <p:nvPr/>
        </p:nvSpPr>
        <p:spPr>
          <a:xfrm xmlns:a="http://schemas.openxmlformats.org/drawingml/2006/main">
            <a:off x="4419600" y="2200275"/>
            <a:ext cx="3352800" cy="2524125"/>
          </a:xfrm>
          <a:prstGeom xmlns:a="http://schemas.openxmlformats.org/drawingml/2006/main" prst="roundRect">
            <a:avLst>
              <a:gd name="adj" fmla="val 6792"/>
            </a:avLst>
          </a:prstGeom>
          <a:solidFill xmlns:a="http://schemas.openxmlformats.org/drawingml/2006/main">
            <a:srgbClr val="183044"/>
          </a:solidFill>
          <a:ln xmlns:a="http://schemas.openxmlformats.org/drawingml/2006/main" w="9525">
            <a:solidFill>
              <a:srgbClr val="183044"/>
            </a:solidFill>
            <a:prstDash val="solid"/>
          </a:ln>
        </p:spPr>
      </p:sp>
      <p:sp>
        <p:nvSpPr>
          <p:cNvPr id="10" name="">
            <a:extLst xmlns:a="http://schemas.openxmlformats.org/drawingml/2006/main">
              <a:ext uri="{FF2B5EF4-FFF2-40B4-BE49-F238E27FC236}">
                <a16:creationId xmlns:a16="http://schemas.microsoft.com/office/drawing/2014/main" id="{024AE6F9-3DE9-4D82-A009-FDAB8DB35921}"/>
              </a:ext>
            </a:extLst>
          </p:cNvPr>
          <p:cNvSpPr>
            <a:spLocks xmlns:a="http://schemas.openxmlformats.org/drawingml/2006/main" noGrp="1"/>
          </p:cNvSpPr>
          <p:nvPr/>
        </p:nvSpPr>
        <p:spPr>
          <a:xfrm xmlns:a="http://schemas.openxmlformats.org/drawingml/2006/main">
            <a:off x="4667250" y="2486025"/>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1">
                <a:solidFill>
                  <a:srgbClr val="BBD0DD"/>
                </a:solidFill>
                <a:latin typeface="Arial"/>
                <a:ea typeface="Arial"/>
                <a:cs typeface="Arial"/>
              </a:defRPr>
            </a:defPPr>
            <a:lvl1pPr algn="l">
              <a:defRPr sz="1050" b="1">
                <a:solidFill>
                  <a:srgbClr val="BBD0DD"/>
                </a:solidFill>
                <a:latin typeface="Arial"/>
                <a:ea typeface="Arial"/>
                <a:cs typeface="Arial"/>
              </a:defRPr>
            </a:lvl1pPr>
            <a:lvl2pPr algn="l">
              <a:defRPr sz="1050" b="1">
                <a:solidFill>
                  <a:srgbClr val="BBD0DD"/>
                </a:solidFill>
                <a:latin typeface="Arial"/>
                <a:ea typeface="Arial"/>
                <a:cs typeface="Arial"/>
              </a:defRPr>
            </a:lvl2pPr>
            <a:lvl3pPr algn="l">
              <a:defRPr sz="1050" b="1">
                <a:solidFill>
                  <a:srgbClr val="BBD0DD"/>
                </a:solidFill>
                <a:latin typeface="Arial"/>
                <a:ea typeface="Arial"/>
                <a:cs typeface="Arial"/>
              </a:defRPr>
            </a:lvl3pPr>
            <a:lvl4pPr algn="l">
              <a:defRPr sz="1050" b="1">
                <a:solidFill>
                  <a:srgbClr val="BBD0DD"/>
                </a:solidFill>
                <a:latin typeface="Arial"/>
                <a:ea typeface="Arial"/>
                <a:cs typeface="Arial"/>
              </a:defRPr>
            </a:lvl4pPr>
            <a:lvl5pPr algn="l">
              <a:defRPr sz="1050" b="1">
                <a:solidFill>
                  <a:srgbClr val="BBD0DD"/>
                </a:solidFill>
                <a:latin typeface="Arial"/>
                <a:ea typeface="Arial"/>
                <a:cs typeface="Arial"/>
              </a:defRPr>
            </a:lvl5pPr>
            <a:lvl6pPr algn="l">
              <a:defRPr sz="1050" b="1">
                <a:solidFill>
                  <a:srgbClr val="BBD0DD"/>
                </a:solidFill>
                <a:latin typeface="Arial"/>
                <a:ea typeface="Arial"/>
                <a:cs typeface="Arial"/>
              </a:defRPr>
            </a:lvl6pPr>
            <a:lvl7pPr algn="l">
              <a:defRPr sz="1050" b="1">
                <a:solidFill>
                  <a:srgbClr val="BBD0DD"/>
                </a:solidFill>
                <a:latin typeface="Arial"/>
                <a:ea typeface="Arial"/>
                <a:cs typeface="Arial"/>
              </a:defRPr>
            </a:lvl7pPr>
            <a:lvl8pPr algn="l">
              <a:defRPr sz="1050" b="1">
                <a:solidFill>
                  <a:srgbClr val="BBD0DD"/>
                </a:solidFill>
                <a:latin typeface="Arial"/>
                <a:ea typeface="Arial"/>
                <a:cs typeface="Arial"/>
              </a:defRPr>
            </a:lvl8pPr>
            <a:lvl9pPr algn="l">
              <a:defRPr sz="1050" b="1">
                <a:solidFill>
                  <a:srgbClr val="BBD0DD"/>
                </a:solidFill>
                <a:latin typeface="Arial"/>
                <a:ea typeface="Arial"/>
                <a:cs typeface="Arial"/>
              </a:defRPr>
            </a:lvl9pPr>
          </a:lstStyle>
          <a:p xmlns:a="http://schemas.openxmlformats.org/drawingml/2006/main">
            <a:pPr algn="l">
              <a:defRPr sz="1050" b="1">
                <a:solidFill>
                  <a:srgbClr val="BBD0DD"/>
                </a:solidFill>
                <a:latin typeface="Arial"/>
                <a:ea typeface="Arial"/>
                <a:cs typeface="Arial"/>
              </a:defRPr>
            </a:pPr>
            <a:r>
              <a:rPr sz="1050" b="1">
                <a:solidFill>
                  <a:srgbClr val="BBD0DD"/>
                </a:solidFill>
                <a:latin typeface="Arial"/>
                <a:ea typeface="Arial"/>
                <a:cs typeface="Arial"/>
              </a:rPr>
              <a:t>CARMEN EVIDENCE LAYER</a:t>
            </a:r>
          </a:p>
        </p:txBody>
      </p:sp>
      <p:sp>
        <p:nvSpPr>
          <p:cNvPr id="11" name="">
            <a:extLst xmlns:a="http://schemas.openxmlformats.org/drawingml/2006/main">
              <a:ext uri="{FF2B5EF4-FFF2-40B4-BE49-F238E27FC236}">
                <a16:creationId xmlns:a16="http://schemas.microsoft.com/office/drawing/2014/main" id="{EE5B3914-840E-4558-A00C-CAAC03925172}"/>
              </a:ext>
            </a:extLst>
          </p:cNvPr>
          <p:cNvSpPr>
            <a:spLocks xmlns:a="http://schemas.openxmlformats.org/drawingml/2006/main" noGrp="1"/>
          </p:cNvSpPr>
          <p:nvPr/>
        </p:nvSpPr>
        <p:spPr>
          <a:xfrm xmlns:a="http://schemas.openxmlformats.org/drawingml/2006/main">
            <a:off x="4667250" y="2952750"/>
            <a:ext cx="287655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FFFFFF"/>
                </a:solidFill>
                <a:latin typeface="Arial"/>
                <a:ea typeface="Arial"/>
                <a:cs typeface="Arial"/>
              </a:defRPr>
            </a:defPPr>
            <a:lvl1pPr algn="l">
              <a:defRPr sz="1575" b="1">
                <a:solidFill>
                  <a:srgbClr val="FFFFFF"/>
                </a:solidFill>
                <a:latin typeface="Arial"/>
                <a:ea typeface="Arial"/>
                <a:cs typeface="Arial"/>
              </a:defRPr>
            </a:lvl1pPr>
            <a:lvl2pPr algn="l">
              <a:defRPr sz="1575" b="1">
                <a:solidFill>
                  <a:srgbClr val="FFFFFF"/>
                </a:solidFill>
                <a:latin typeface="Arial"/>
                <a:ea typeface="Arial"/>
                <a:cs typeface="Arial"/>
              </a:defRPr>
            </a:lvl2pPr>
            <a:lvl3pPr algn="l">
              <a:defRPr sz="1575" b="1">
                <a:solidFill>
                  <a:srgbClr val="FFFFFF"/>
                </a:solidFill>
                <a:latin typeface="Arial"/>
                <a:ea typeface="Arial"/>
                <a:cs typeface="Arial"/>
              </a:defRPr>
            </a:lvl3pPr>
            <a:lvl4pPr algn="l">
              <a:defRPr sz="1575" b="1">
                <a:solidFill>
                  <a:srgbClr val="FFFFFF"/>
                </a:solidFill>
                <a:latin typeface="Arial"/>
                <a:ea typeface="Arial"/>
                <a:cs typeface="Arial"/>
              </a:defRPr>
            </a:lvl4pPr>
            <a:lvl5pPr algn="l">
              <a:defRPr sz="1575" b="1">
                <a:solidFill>
                  <a:srgbClr val="FFFFFF"/>
                </a:solidFill>
                <a:latin typeface="Arial"/>
                <a:ea typeface="Arial"/>
                <a:cs typeface="Arial"/>
              </a:defRPr>
            </a:lvl5pPr>
            <a:lvl6pPr algn="l">
              <a:defRPr sz="1575" b="1">
                <a:solidFill>
                  <a:srgbClr val="FFFFFF"/>
                </a:solidFill>
                <a:latin typeface="Arial"/>
                <a:ea typeface="Arial"/>
                <a:cs typeface="Arial"/>
              </a:defRPr>
            </a:lvl6pPr>
            <a:lvl7pPr algn="l">
              <a:defRPr sz="1575" b="1">
                <a:solidFill>
                  <a:srgbClr val="FFFFFF"/>
                </a:solidFill>
                <a:latin typeface="Arial"/>
                <a:ea typeface="Arial"/>
                <a:cs typeface="Arial"/>
              </a:defRPr>
            </a:lvl7pPr>
            <a:lvl8pPr algn="l">
              <a:defRPr sz="1575" b="1">
                <a:solidFill>
                  <a:srgbClr val="FFFFFF"/>
                </a:solidFill>
                <a:latin typeface="Arial"/>
                <a:ea typeface="Arial"/>
                <a:cs typeface="Arial"/>
              </a:defRPr>
            </a:lvl8pPr>
            <a:lvl9pPr algn="l">
              <a:defRPr sz="1575" b="1">
                <a:solidFill>
                  <a:srgbClr val="FFFFFF"/>
                </a:solidFill>
                <a:latin typeface="Arial"/>
                <a:ea typeface="Arial"/>
                <a:cs typeface="Arial"/>
              </a:defRPr>
            </a:lvl9pPr>
          </a:lstStyle>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Versioned normalized records</a:t>
            </a:r>
          </a:p>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Source references and hashes</a:t>
            </a:r>
          </a:p>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Pseudonymous learner IDs</a:t>
            </a:r>
          </a:p>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Course resource chunks</a:t>
            </a:r>
          </a:p>
        </p:txBody>
      </p:sp>
      <p:sp>
        <p:nvSpPr>
          <p:cNvPr id="12" name="">
            <a:extLst xmlns:a="http://schemas.openxmlformats.org/drawingml/2006/main">
              <a:ext uri="{FF2B5EF4-FFF2-40B4-BE49-F238E27FC236}">
                <a16:creationId xmlns:a16="http://schemas.microsoft.com/office/drawing/2014/main" id="{5081C5BB-41E7-4967-84BC-24FC8776B662}"/>
              </a:ext>
            </a:extLst>
          </p:cNvPr>
          <p:cNvSpPr>
            <a:spLocks xmlns:a="http://schemas.openxmlformats.org/drawingml/2006/main" noGrp="1"/>
          </p:cNvSpPr>
          <p:nvPr/>
        </p:nvSpPr>
        <p:spPr>
          <a:xfrm xmlns:a="http://schemas.openxmlformats.org/drawingml/2006/main">
            <a:off x="8229600" y="2200275"/>
            <a:ext cx="3352800" cy="2524125"/>
          </a:xfrm>
          <a:prstGeom xmlns:a="http://schemas.openxmlformats.org/drawingml/2006/main" prst="roundRect">
            <a:avLst>
              <a:gd name="adj" fmla="val 6792"/>
            </a:avLst>
          </a:prstGeom>
          <a:solidFill xmlns:a="http://schemas.openxmlformats.org/drawingml/2006/main">
            <a:srgbClr val="F4F7F9"/>
          </a:solidFill>
          <a:ln xmlns:a="http://schemas.openxmlformats.org/drawingml/2006/main" w="9525">
            <a:solidFill>
              <a:srgbClr val="D7E0E6"/>
            </a:solidFill>
            <a:prstDash val="solid"/>
          </a:ln>
        </p:spPr>
      </p:sp>
      <p:sp>
        <p:nvSpPr>
          <p:cNvPr id="13" name="">
            <a:extLst xmlns:a="http://schemas.openxmlformats.org/drawingml/2006/main">
              <a:ext uri="{FF2B5EF4-FFF2-40B4-BE49-F238E27FC236}">
                <a16:creationId xmlns:a16="http://schemas.microsoft.com/office/drawing/2014/main" id="{9747BB45-D275-4B4C-B353-E1362902D573}"/>
              </a:ext>
            </a:extLst>
          </p:cNvPr>
          <p:cNvSpPr>
            <a:spLocks xmlns:a="http://schemas.openxmlformats.org/drawingml/2006/main" noGrp="1"/>
          </p:cNvSpPr>
          <p:nvPr/>
        </p:nvSpPr>
        <p:spPr>
          <a:xfrm xmlns:a="http://schemas.openxmlformats.org/drawingml/2006/main">
            <a:off x="8477250" y="2486025"/>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1">
                <a:solidFill>
                  <a:srgbClr val="11834A"/>
                </a:solidFill>
                <a:latin typeface="Arial"/>
                <a:ea typeface="Arial"/>
                <a:cs typeface="Arial"/>
              </a:defRPr>
            </a:defPPr>
            <a:lvl1pPr algn="l">
              <a:defRPr sz="1050" b="1">
                <a:solidFill>
                  <a:srgbClr val="11834A"/>
                </a:solidFill>
                <a:latin typeface="Arial"/>
                <a:ea typeface="Arial"/>
                <a:cs typeface="Arial"/>
              </a:defRPr>
            </a:lvl1pPr>
            <a:lvl2pPr algn="l">
              <a:defRPr sz="1050" b="1">
                <a:solidFill>
                  <a:srgbClr val="11834A"/>
                </a:solidFill>
                <a:latin typeface="Arial"/>
                <a:ea typeface="Arial"/>
                <a:cs typeface="Arial"/>
              </a:defRPr>
            </a:lvl2pPr>
            <a:lvl3pPr algn="l">
              <a:defRPr sz="1050" b="1">
                <a:solidFill>
                  <a:srgbClr val="11834A"/>
                </a:solidFill>
                <a:latin typeface="Arial"/>
                <a:ea typeface="Arial"/>
                <a:cs typeface="Arial"/>
              </a:defRPr>
            </a:lvl3pPr>
            <a:lvl4pPr algn="l">
              <a:defRPr sz="1050" b="1">
                <a:solidFill>
                  <a:srgbClr val="11834A"/>
                </a:solidFill>
                <a:latin typeface="Arial"/>
                <a:ea typeface="Arial"/>
                <a:cs typeface="Arial"/>
              </a:defRPr>
            </a:lvl4pPr>
            <a:lvl5pPr algn="l">
              <a:defRPr sz="1050" b="1">
                <a:solidFill>
                  <a:srgbClr val="11834A"/>
                </a:solidFill>
                <a:latin typeface="Arial"/>
                <a:ea typeface="Arial"/>
                <a:cs typeface="Arial"/>
              </a:defRPr>
            </a:lvl5pPr>
            <a:lvl6pPr algn="l">
              <a:defRPr sz="1050" b="1">
                <a:solidFill>
                  <a:srgbClr val="11834A"/>
                </a:solidFill>
                <a:latin typeface="Arial"/>
                <a:ea typeface="Arial"/>
                <a:cs typeface="Arial"/>
              </a:defRPr>
            </a:lvl6pPr>
            <a:lvl7pPr algn="l">
              <a:defRPr sz="1050" b="1">
                <a:solidFill>
                  <a:srgbClr val="11834A"/>
                </a:solidFill>
                <a:latin typeface="Arial"/>
                <a:ea typeface="Arial"/>
                <a:cs typeface="Arial"/>
              </a:defRPr>
            </a:lvl7pPr>
            <a:lvl8pPr algn="l">
              <a:defRPr sz="1050" b="1">
                <a:solidFill>
                  <a:srgbClr val="11834A"/>
                </a:solidFill>
                <a:latin typeface="Arial"/>
                <a:ea typeface="Arial"/>
                <a:cs typeface="Arial"/>
              </a:defRPr>
            </a:lvl8pPr>
            <a:lvl9pPr algn="l">
              <a:defRPr sz="1050" b="1">
                <a:solidFill>
                  <a:srgbClr val="11834A"/>
                </a:solidFill>
                <a:latin typeface="Arial"/>
                <a:ea typeface="Arial"/>
                <a:cs typeface="Arial"/>
              </a:defRPr>
            </a:lvl9pPr>
          </a:lstStyle>
          <a:p xmlns:a="http://schemas.openxmlformats.org/drawingml/2006/main">
            <a:pPr algn="l">
              <a:defRPr sz="1050" b="1">
                <a:solidFill>
                  <a:srgbClr val="11834A"/>
                </a:solidFill>
                <a:latin typeface="Arial"/>
                <a:ea typeface="Arial"/>
                <a:cs typeface="Arial"/>
              </a:defRPr>
            </a:pPr>
            <a:r>
              <a:rPr sz="1050" b="1">
                <a:solidFill>
                  <a:srgbClr val="11834A"/>
                </a:solidFill>
                <a:latin typeface="Arial"/>
                <a:ea typeface="Arial"/>
                <a:cs typeface="Arial"/>
              </a:rPr>
              <a:t>LEARNING SUPPORT</a:t>
            </a:r>
          </a:p>
        </p:txBody>
      </p:sp>
      <p:sp>
        <p:nvSpPr>
          <p:cNvPr id="14" name="">
            <a:extLst xmlns:a="http://schemas.openxmlformats.org/drawingml/2006/main">
              <a:ext uri="{FF2B5EF4-FFF2-40B4-BE49-F238E27FC236}">
                <a16:creationId xmlns:a16="http://schemas.microsoft.com/office/drawing/2014/main" id="{227987CC-AB58-444E-BB6A-68B90493D90D}"/>
              </a:ext>
            </a:extLst>
          </p:cNvPr>
          <p:cNvSpPr>
            <a:spLocks xmlns:a="http://schemas.openxmlformats.org/drawingml/2006/main" noGrp="1"/>
          </p:cNvSpPr>
          <p:nvPr/>
        </p:nvSpPr>
        <p:spPr>
          <a:xfrm xmlns:a="http://schemas.openxmlformats.org/drawingml/2006/main">
            <a:off x="8477250" y="2952750"/>
            <a:ext cx="287655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0">
                <a:solidFill>
                  <a:srgbClr val="203040"/>
                </a:solidFill>
                <a:latin typeface="Arial"/>
                <a:ea typeface="Arial"/>
                <a:cs typeface="Arial"/>
              </a:defRPr>
            </a:defPPr>
            <a:lvl1pPr algn="l">
              <a:defRPr sz="1575" b="0">
                <a:solidFill>
                  <a:srgbClr val="203040"/>
                </a:solidFill>
                <a:latin typeface="Arial"/>
                <a:ea typeface="Arial"/>
                <a:cs typeface="Arial"/>
              </a:defRPr>
            </a:lvl1pPr>
            <a:lvl2pPr algn="l">
              <a:defRPr sz="1575" b="0">
                <a:solidFill>
                  <a:srgbClr val="203040"/>
                </a:solidFill>
                <a:latin typeface="Arial"/>
                <a:ea typeface="Arial"/>
                <a:cs typeface="Arial"/>
              </a:defRPr>
            </a:lvl2pPr>
            <a:lvl3pPr algn="l">
              <a:defRPr sz="1575" b="0">
                <a:solidFill>
                  <a:srgbClr val="203040"/>
                </a:solidFill>
                <a:latin typeface="Arial"/>
                <a:ea typeface="Arial"/>
                <a:cs typeface="Arial"/>
              </a:defRPr>
            </a:lvl3pPr>
            <a:lvl4pPr algn="l">
              <a:defRPr sz="1575" b="0">
                <a:solidFill>
                  <a:srgbClr val="203040"/>
                </a:solidFill>
                <a:latin typeface="Arial"/>
                <a:ea typeface="Arial"/>
                <a:cs typeface="Arial"/>
              </a:defRPr>
            </a:lvl4pPr>
            <a:lvl5pPr algn="l">
              <a:defRPr sz="1575" b="0">
                <a:solidFill>
                  <a:srgbClr val="203040"/>
                </a:solidFill>
                <a:latin typeface="Arial"/>
                <a:ea typeface="Arial"/>
                <a:cs typeface="Arial"/>
              </a:defRPr>
            </a:lvl5pPr>
            <a:lvl6pPr algn="l">
              <a:defRPr sz="1575" b="0">
                <a:solidFill>
                  <a:srgbClr val="203040"/>
                </a:solidFill>
                <a:latin typeface="Arial"/>
                <a:ea typeface="Arial"/>
                <a:cs typeface="Arial"/>
              </a:defRPr>
            </a:lvl6pPr>
            <a:lvl7pPr algn="l">
              <a:defRPr sz="1575" b="0">
                <a:solidFill>
                  <a:srgbClr val="203040"/>
                </a:solidFill>
                <a:latin typeface="Arial"/>
                <a:ea typeface="Arial"/>
                <a:cs typeface="Arial"/>
              </a:defRPr>
            </a:lvl7pPr>
            <a:lvl8pPr algn="l">
              <a:defRPr sz="1575" b="0">
                <a:solidFill>
                  <a:srgbClr val="203040"/>
                </a:solidFill>
                <a:latin typeface="Arial"/>
                <a:ea typeface="Arial"/>
                <a:cs typeface="Arial"/>
              </a:defRPr>
            </a:lvl8pPr>
            <a:lvl9pPr algn="l">
              <a:defRPr sz="1575" b="0">
                <a:solidFill>
                  <a:srgbClr val="203040"/>
                </a:solidFill>
                <a:latin typeface="Arial"/>
                <a:ea typeface="Arial"/>
                <a:cs typeface="Arial"/>
              </a:defRPr>
            </a:lvl9pPr>
          </a:lstStyle>
          <a:p xmlns:a="http://schemas.openxmlformats.org/drawingml/2006/main">
            <a:pPr algn="l">
              <a:defRPr sz="1575" b="0">
                <a:solidFill>
                  <a:srgbClr val="203040"/>
                </a:solidFill>
                <a:latin typeface="Arial"/>
                <a:ea typeface="Arial"/>
                <a:cs typeface="Arial"/>
              </a:defRPr>
            </a:pPr>
            <a:r>
              <a:rPr sz="1575" b="0">
                <a:solidFill>
                  <a:srgbClr val="203040"/>
                </a:solidFill>
                <a:latin typeface="Arial"/>
                <a:ea typeface="Arial"/>
                <a:cs typeface="Arial"/>
              </a:rPr>
              <a:t>Student-level feedback</a:t>
            </a:r>
          </a:p>
          <a:p xmlns:a="http://schemas.openxmlformats.org/drawingml/2006/main">
            <a:pPr algn="l">
              <a:defRPr sz="1575" b="0">
                <a:solidFill>
                  <a:srgbClr val="203040"/>
                </a:solidFill>
                <a:latin typeface="Arial"/>
                <a:ea typeface="Arial"/>
                <a:cs typeface="Arial"/>
              </a:defRPr>
            </a:pPr>
            <a:r>
              <a:rPr sz="1575" b="0">
                <a:solidFill>
                  <a:srgbClr val="203040"/>
                </a:solidFill>
                <a:latin typeface="Arial"/>
                <a:ea typeface="Arial"/>
                <a:cs typeface="Arial"/>
              </a:rPr>
              <a:t>Instructor progress views</a:t>
            </a:r>
          </a:p>
          <a:p xmlns:a="http://schemas.openxmlformats.org/drawingml/2006/main">
            <a:pPr algn="l">
              <a:defRPr sz="1575" b="0">
                <a:solidFill>
                  <a:srgbClr val="203040"/>
                </a:solidFill>
                <a:latin typeface="Arial"/>
                <a:ea typeface="Arial"/>
                <a:cs typeface="Arial"/>
              </a:defRPr>
            </a:pPr>
            <a:r>
              <a:rPr sz="1575" b="0">
                <a:solidFill>
                  <a:srgbClr val="203040"/>
                </a:solidFill>
                <a:latin typeface="Arial"/>
                <a:ea typeface="Arial"/>
                <a:cs typeface="Arial"/>
              </a:rPr>
              <a:t>Course-grounded tutor</a:t>
            </a:r>
          </a:p>
          <a:p xmlns:a="http://schemas.openxmlformats.org/drawingml/2006/main">
            <a:pPr algn="l">
              <a:defRPr sz="1575" b="0">
                <a:solidFill>
                  <a:srgbClr val="203040"/>
                </a:solidFill>
                <a:latin typeface="Arial"/>
                <a:ea typeface="Arial"/>
                <a:cs typeface="Arial"/>
              </a:defRPr>
            </a:pPr>
            <a:r>
              <a:rPr sz="1575" b="0">
                <a:solidFill>
                  <a:srgbClr val="203040"/>
                </a:solidFill>
                <a:latin typeface="Arial"/>
                <a:ea typeface="Arial"/>
                <a:cs typeface="Arial"/>
              </a:rPr>
              <a:t>Analytics-ready exports</a:t>
            </a:r>
          </a:p>
        </p:txBody>
      </p:sp>
      <p:sp>
        <p:nvSpPr>
          <p:cNvPr id="15" name="">
            <a:extLst xmlns:a="http://schemas.openxmlformats.org/drawingml/2006/main">
              <a:ext uri="{FF2B5EF4-FFF2-40B4-BE49-F238E27FC236}">
                <a16:creationId xmlns:a16="http://schemas.microsoft.com/office/drawing/2014/main" id="{AA3A2A34-EB7F-4635-8C49-8A088CDDD412}"/>
              </a:ext>
            </a:extLst>
          </p:cNvPr>
          <p:cNvSpPr>
            <a:spLocks xmlns:a="http://schemas.openxmlformats.org/drawingml/2006/main" noGrp="1"/>
          </p:cNvSpPr>
          <p:nvPr/>
        </p:nvSpPr>
        <p:spPr>
          <a:xfrm xmlns:a="http://schemas.openxmlformats.org/drawingml/2006/main">
            <a:off x="3962400" y="3419475"/>
            <a:ext cx="400050" cy="28575"/>
          </a:xfrm>
          <a:prstGeom xmlns:a="http://schemas.openxmlformats.org/drawingml/2006/main" prst="rect">
            <a:avLst/>
          </a:prstGeom>
          <a:solidFill xmlns:a="http://schemas.openxmlformats.org/drawingml/2006/main">
            <a:srgbClr val="0877B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C587682-1841-4626-8500-3B831AB6BC0A}"/>
              </a:ext>
            </a:extLst>
          </p:cNvPr>
          <p:cNvSpPr>
            <a:spLocks xmlns:a="http://schemas.openxmlformats.org/drawingml/2006/main" noGrp="1"/>
          </p:cNvSpPr>
          <p:nvPr/>
        </p:nvSpPr>
        <p:spPr>
          <a:xfrm xmlns:a="http://schemas.openxmlformats.org/drawingml/2006/main">
            <a:off x="7772400" y="3419475"/>
            <a:ext cx="400050" cy="28575"/>
          </a:xfrm>
          <a:prstGeom xmlns:a="http://schemas.openxmlformats.org/drawingml/2006/main" prst="rect">
            <a:avLst/>
          </a:prstGeom>
          <a:solidFill xmlns:a="http://schemas.openxmlformats.org/drawingml/2006/main">
            <a:srgbClr val="0877B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0E1104D-13F7-452E-991C-6A74756C7D26}"/>
              </a:ext>
            </a:extLst>
          </p:cNvPr>
          <p:cNvSpPr>
            <a:spLocks xmlns:a="http://schemas.openxmlformats.org/drawingml/2006/main" noGrp="1"/>
          </p:cNvSpPr>
          <p:nvPr/>
        </p:nvSpPr>
        <p:spPr>
          <a:xfrm xmlns:a="http://schemas.openxmlformats.org/drawingml/2006/main">
            <a:off x="609600" y="5114925"/>
            <a:ext cx="10972800" cy="723900"/>
          </a:xfrm>
          <a:prstGeom xmlns:a="http://schemas.openxmlformats.org/drawingml/2006/main" prst="roundRect">
            <a:avLst>
              <a:gd name="adj" fmla="val 18421"/>
            </a:avLst>
          </a:prstGeom>
          <a:solidFill xmlns:a="http://schemas.openxmlformats.org/drawingml/2006/main">
            <a:srgbClr val="EAF4F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1154AEC-F12A-47CA-9982-5314F102F27D}"/>
              </a:ext>
            </a:extLst>
          </p:cNvPr>
          <p:cNvSpPr>
            <a:spLocks xmlns:a="http://schemas.openxmlformats.org/drawingml/2006/main" noGrp="1"/>
          </p:cNvSpPr>
          <p:nvPr/>
        </p:nvSpPr>
        <p:spPr>
          <a:xfrm xmlns:a="http://schemas.openxmlformats.org/drawingml/2006/main">
            <a:off x="876300" y="5305425"/>
            <a:ext cx="104203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203040"/>
                </a:solidFill>
                <a:latin typeface="Arial"/>
                <a:ea typeface="Arial"/>
                <a:cs typeface="Arial"/>
              </a:defRPr>
            </a:defPPr>
            <a:lvl1pPr algn="l">
              <a:defRPr sz="1425" b="1">
                <a:solidFill>
                  <a:srgbClr val="203040"/>
                </a:solidFill>
                <a:latin typeface="Arial"/>
                <a:ea typeface="Arial"/>
                <a:cs typeface="Arial"/>
              </a:defRPr>
            </a:lvl1pPr>
            <a:lvl2pPr algn="l">
              <a:defRPr sz="1425" b="1">
                <a:solidFill>
                  <a:srgbClr val="203040"/>
                </a:solidFill>
                <a:latin typeface="Arial"/>
                <a:ea typeface="Arial"/>
                <a:cs typeface="Arial"/>
              </a:defRPr>
            </a:lvl2pPr>
            <a:lvl3pPr algn="l">
              <a:defRPr sz="1425" b="1">
                <a:solidFill>
                  <a:srgbClr val="203040"/>
                </a:solidFill>
                <a:latin typeface="Arial"/>
                <a:ea typeface="Arial"/>
                <a:cs typeface="Arial"/>
              </a:defRPr>
            </a:lvl3pPr>
            <a:lvl4pPr algn="l">
              <a:defRPr sz="1425" b="1">
                <a:solidFill>
                  <a:srgbClr val="203040"/>
                </a:solidFill>
                <a:latin typeface="Arial"/>
                <a:ea typeface="Arial"/>
                <a:cs typeface="Arial"/>
              </a:defRPr>
            </a:lvl4pPr>
            <a:lvl5pPr algn="l">
              <a:defRPr sz="1425" b="1">
                <a:solidFill>
                  <a:srgbClr val="203040"/>
                </a:solidFill>
                <a:latin typeface="Arial"/>
                <a:ea typeface="Arial"/>
                <a:cs typeface="Arial"/>
              </a:defRPr>
            </a:lvl5pPr>
            <a:lvl6pPr algn="l">
              <a:defRPr sz="1425" b="1">
                <a:solidFill>
                  <a:srgbClr val="203040"/>
                </a:solidFill>
                <a:latin typeface="Arial"/>
                <a:ea typeface="Arial"/>
                <a:cs typeface="Arial"/>
              </a:defRPr>
            </a:lvl6pPr>
            <a:lvl7pPr algn="l">
              <a:defRPr sz="1425" b="1">
                <a:solidFill>
                  <a:srgbClr val="203040"/>
                </a:solidFill>
                <a:latin typeface="Arial"/>
                <a:ea typeface="Arial"/>
                <a:cs typeface="Arial"/>
              </a:defRPr>
            </a:lvl7pPr>
            <a:lvl8pPr algn="l">
              <a:defRPr sz="1425" b="1">
                <a:solidFill>
                  <a:srgbClr val="203040"/>
                </a:solidFill>
                <a:latin typeface="Arial"/>
                <a:ea typeface="Arial"/>
                <a:cs typeface="Arial"/>
              </a:defRPr>
            </a:lvl8pPr>
            <a:lvl9pPr algn="l">
              <a:defRPr sz="1425" b="1">
                <a:solidFill>
                  <a:srgbClr val="203040"/>
                </a:solidFill>
                <a:latin typeface="Arial"/>
                <a:ea typeface="Arial"/>
                <a:cs typeface="Arial"/>
              </a:defRPr>
            </a:lvl9pPr>
          </a:lstStyle>
          <a:p xmlns:a="http://schemas.openxmlformats.org/drawingml/2006/main">
            <a:pPr algn="l">
              <a:defRPr sz="1425" b="1">
                <a:solidFill>
                  <a:srgbClr val="203040"/>
                </a:solidFill>
                <a:latin typeface="Arial"/>
                <a:ea typeface="Arial"/>
                <a:cs typeface="Arial"/>
              </a:defRPr>
            </a:pPr>
            <a:r>
              <a:rPr sz="1425" b="1">
                <a:solidFill>
                  <a:srgbClr val="203040"/>
                </a:solidFill>
                <a:latin typeface="Arial"/>
                <a:ea typeface="Arial"/>
                <a:cs typeface="Arial"/>
              </a:rPr>
              <a:t>The data layer preserves source links and missing values; it does not infer mastery from incomplete evidence.</a:t>
            </a:r>
          </a:p>
        </p:txBody>
      </p:sp>
    </p:spTree>
    <p:extLst>
      <p:ext uri="{BB962C8B-B14F-4D97-AF65-F5344CB8AC3E}">
        <p14:creationId xmlns:p14="http://schemas.microsoft.com/office/powerpoint/2010/main" val="1200069024"/>
      </p:ext>
    </p:extLst>
  </p:cSld>
</p:sld>
</file>

<file path=ppt/slides/slide3.xml><?xml version="1.0" encoding="utf-8"?>
<p:sld xmlns:p="http://schemas.openxmlformats.org/presentationml/2006/main">
  <p:cSld>
    <p:bg>
      <p:bgPr>
        <a:solidFill xmlns:a="http://schemas.openxmlformats.org/drawingml/2006/main">
          <a:srgbClr val="183044"/>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E95FE21-8C2F-4816-859F-B651040B8D6E}"/>
              </a:ext>
            </a:extLst>
          </p:cNvPr>
          <p:cNvSpPr>
            <a:spLocks xmlns:a="http://schemas.openxmlformats.org/drawingml/2006/main" noGrp="1"/>
          </p:cNvSpPr>
          <p:nvPr/>
        </p:nvSpPr>
        <p:spPr>
          <a:xfrm xmlns:a="http://schemas.openxmlformats.org/drawingml/2006/main">
            <a:off x="609600" y="314325"/>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1">
                <a:solidFill>
                  <a:srgbClr val="BBD0DD"/>
                </a:solidFill>
                <a:latin typeface="Arial"/>
                <a:ea typeface="Arial"/>
                <a:cs typeface="Arial"/>
              </a:defRPr>
            </a:defPPr>
            <a:lvl1pPr algn="l">
              <a:defRPr sz="1050" b="1">
                <a:solidFill>
                  <a:srgbClr val="BBD0DD"/>
                </a:solidFill>
                <a:latin typeface="Arial"/>
                <a:ea typeface="Arial"/>
                <a:cs typeface="Arial"/>
              </a:defRPr>
            </a:lvl1pPr>
            <a:lvl2pPr algn="l">
              <a:defRPr sz="1050" b="1">
                <a:solidFill>
                  <a:srgbClr val="BBD0DD"/>
                </a:solidFill>
                <a:latin typeface="Arial"/>
                <a:ea typeface="Arial"/>
                <a:cs typeface="Arial"/>
              </a:defRPr>
            </a:lvl2pPr>
            <a:lvl3pPr algn="l">
              <a:defRPr sz="1050" b="1">
                <a:solidFill>
                  <a:srgbClr val="BBD0DD"/>
                </a:solidFill>
                <a:latin typeface="Arial"/>
                <a:ea typeface="Arial"/>
                <a:cs typeface="Arial"/>
              </a:defRPr>
            </a:lvl3pPr>
            <a:lvl4pPr algn="l">
              <a:defRPr sz="1050" b="1">
                <a:solidFill>
                  <a:srgbClr val="BBD0DD"/>
                </a:solidFill>
                <a:latin typeface="Arial"/>
                <a:ea typeface="Arial"/>
                <a:cs typeface="Arial"/>
              </a:defRPr>
            </a:lvl4pPr>
            <a:lvl5pPr algn="l">
              <a:defRPr sz="1050" b="1">
                <a:solidFill>
                  <a:srgbClr val="BBD0DD"/>
                </a:solidFill>
                <a:latin typeface="Arial"/>
                <a:ea typeface="Arial"/>
                <a:cs typeface="Arial"/>
              </a:defRPr>
            </a:lvl5pPr>
            <a:lvl6pPr algn="l">
              <a:defRPr sz="1050" b="1">
                <a:solidFill>
                  <a:srgbClr val="BBD0DD"/>
                </a:solidFill>
                <a:latin typeface="Arial"/>
                <a:ea typeface="Arial"/>
                <a:cs typeface="Arial"/>
              </a:defRPr>
            </a:lvl6pPr>
            <a:lvl7pPr algn="l">
              <a:defRPr sz="1050" b="1">
                <a:solidFill>
                  <a:srgbClr val="BBD0DD"/>
                </a:solidFill>
                <a:latin typeface="Arial"/>
                <a:ea typeface="Arial"/>
                <a:cs typeface="Arial"/>
              </a:defRPr>
            </a:lvl7pPr>
            <a:lvl8pPr algn="l">
              <a:defRPr sz="1050" b="1">
                <a:solidFill>
                  <a:srgbClr val="BBD0DD"/>
                </a:solidFill>
                <a:latin typeface="Arial"/>
                <a:ea typeface="Arial"/>
                <a:cs typeface="Arial"/>
              </a:defRPr>
            </a:lvl8pPr>
            <a:lvl9pPr algn="l">
              <a:defRPr sz="1050" b="1">
                <a:solidFill>
                  <a:srgbClr val="BBD0DD"/>
                </a:solidFill>
                <a:latin typeface="Arial"/>
                <a:ea typeface="Arial"/>
                <a:cs typeface="Arial"/>
              </a:defRPr>
            </a:lvl9pPr>
          </a:lstStyle>
          <a:p xmlns:a="http://schemas.openxmlformats.org/drawingml/2006/main">
            <a:pPr algn="l">
              <a:defRPr sz="1050" b="1">
                <a:solidFill>
                  <a:srgbClr val="BBD0DD"/>
                </a:solidFill>
                <a:latin typeface="Arial"/>
                <a:ea typeface="Arial"/>
                <a:cs typeface="Arial"/>
              </a:defRPr>
            </a:pPr>
            <a:r>
              <a:rPr sz="1050" b="1">
                <a:solidFill>
                  <a:srgbClr val="BBD0DD"/>
                </a:solidFill>
                <a:latin typeface="Arial"/>
                <a:ea typeface="Arial"/>
                <a:cs typeface="Arial"/>
              </a:rPr>
              <a:t>PRODUCT EXPERIENCE</a:t>
            </a:r>
          </a:p>
        </p:txBody>
      </p:sp>
      <p:sp>
        <p:nvSpPr>
          <p:cNvPr id="2" name="">
            <a:extLst xmlns:a="http://schemas.openxmlformats.org/drawingml/2006/main">
              <a:ext uri="{FF2B5EF4-FFF2-40B4-BE49-F238E27FC236}">
                <a16:creationId xmlns:a16="http://schemas.microsoft.com/office/drawing/2014/main" id="{CD5AEF12-1C35-4FEC-BC75-03A5D36722C1}"/>
              </a:ext>
            </a:extLst>
          </p:cNvPr>
          <p:cNvSpPr>
            <a:spLocks xmlns:a="http://schemas.openxmlformats.org/drawingml/2006/main" noGrp="1"/>
          </p:cNvSpPr>
          <p:nvPr/>
        </p:nvSpPr>
        <p:spPr>
          <a:xfrm xmlns:a="http://schemas.openxmlformats.org/drawingml/2006/main">
            <a:off x="609600" y="647700"/>
            <a:ext cx="10953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850" b="1">
                <a:solidFill>
                  <a:srgbClr val="FFFFFF"/>
                </a:solidFill>
                <a:latin typeface="Arial"/>
                <a:ea typeface="Arial"/>
                <a:cs typeface="Arial"/>
              </a:defRPr>
            </a:defPPr>
            <a:lvl1pPr algn="l">
              <a:defRPr sz="2850" b="1">
                <a:solidFill>
                  <a:srgbClr val="FFFFFF"/>
                </a:solidFill>
                <a:latin typeface="Arial"/>
                <a:ea typeface="Arial"/>
                <a:cs typeface="Arial"/>
              </a:defRPr>
            </a:lvl1pPr>
            <a:lvl2pPr algn="l">
              <a:defRPr sz="2850" b="1">
                <a:solidFill>
                  <a:srgbClr val="FFFFFF"/>
                </a:solidFill>
                <a:latin typeface="Arial"/>
                <a:ea typeface="Arial"/>
                <a:cs typeface="Arial"/>
              </a:defRPr>
            </a:lvl2pPr>
            <a:lvl3pPr algn="l">
              <a:defRPr sz="2850" b="1">
                <a:solidFill>
                  <a:srgbClr val="FFFFFF"/>
                </a:solidFill>
                <a:latin typeface="Arial"/>
                <a:ea typeface="Arial"/>
                <a:cs typeface="Arial"/>
              </a:defRPr>
            </a:lvl3pPr>
            <a:lvl4pPr algn="l">
              <a:defRPr sz="2850" b="1">
                <a:solidFill>
                  <a:srgbClr val="FFFFFF"/>
                </a:solidFill>
                <a:latin typeface="Arial"/>
                <a:ea typeface="Arial"/>
                <a:cs typeface="Arial"/>
              </a:defRPr>
            </a:lvl4pPr>
            <a:lvl5pPr algn="l">
              <a:defRPr sz="2850" b="1">
                <a:solidFill>
                  <a:srgbClr val="FFFFFF"/>
                </a:solidFill>
                <a:latin typeface="Arial"/>
                <a:ea typeface="Arial"/>
                <a:cs typeface="Arial"/>
              </a:defRPr>
            </a:lvl5pPr>
            <a:lvl6pPr algn="l">
              <a:defRPr sz="2850" b="1">
                <a:solidFill>
                  <a:srgbClr val="FFFFFF"/>
                </a:solidFill>
                <a:latin typeface="Arial"/>
                <a:ea typeface="Arial"/>
                <a:cs typeface="Arial"/>
              </a:defRPr>
            </a:lvl6pPr>
            <a:lvl7pPr algn="l">
              <a:defRPr sz="2850" b="1">
                <a:solidFill>
                  <a:srgbClr val="FFFFFF"/>
                </a:solidFill>
                <a:latin typeface="Arial"/>
                <a:ea typeface="Arial"/>
                <a:cs typeface="Arial"/>
              </a:defRPr>
            </a:lvl7pPr>
            <a:lvl8pPr algn="l">
              <a:defRPr sz="2850" b="1">
                <a:solidFill>
                  <a:srgbClr val="FFFFFF"/>
                </a:solidFill>
                <a:latin typeface="Arial"/>
                <a:ea typeface="Arial"/>
                <a:cs typeface="Arial"/>
              </a:defRPr>
            </a:lvl8pPr>
            <a:lvl9pPr algn="l">
              <a:defRPr sz="2850" b="1">
                <a:solidFill>
                  <a:srgbClr val="FFFFFF"/>
                </a:solidFill>
                <a:latin typeface="Arial"/>
                <a:ea typeface="Arial"/>
                <a:cs typeface="Arial"/>
              </a:defRPr>
            </a:lvl9pPr>
          </a:lstStyle>
          <a:p xmlns:a="http://schemas.openxmlformats.org/drawingml/2006/main">
            <a:pPr algn="l">
              <a:defRPr sz="2850" b="1">
                <a:solidFill>
                  <a:srgbClr val="FFFFFF"/>
                </a:solidFill>
                <a:latin typeface="Arial"/>
                <a:ea typeface="Arial"/>
                <a:cs typeface="Arial"/>
              </a:defRPr>
            </a:pPr>
            <a:r>
              <a:rPr sz="2850" b="1">
                <a:solidFill>
                  <a:srgbClr val="FFFFFF"/>
                </a:solidFill>
                <a:latin typeface="Arial"/>
                <a:ea typeface="Arial"/>
                <a:cs typeface="Arial"/>
              </a:rPr>
              <a:t>Learners and instructors get different useful views</a:t>
            </a:r>
          </a:p>
        </p:txBody>
      </p:sp>
      <p:sp>
        <p:nvSpPr>
          <p:cNvPr id="3" name="">
            <a:extLst xmlns:a="http://schemas.openxmlformats.org/drawingml/2006/main">
              <a:ext uri="{FF2B5EF4-FFF2-40B4-BE49-F238E27FC236}">
                <a16:creationId xmlns:a16="http://schemas.microsoft.com/office/drawing/2014/main" id="{CF4B7BF9-E948-4884-9A0F-073E7826955E}"/>
              </a:ext>
            </a:extLst>
          </p:cNvPr>
          <p:cNvSpPr>
            <a:spLocks xmlns:a="http://schemas.openxmlformats.org/drawingml/2006/main" noGrp="1"/>
          </p:cNvSpPr>
          <p:nvPr/>
        </p:nvSpPr>
        <p:spPr>
          <a:xfrm xmlns:a="http://schemas.openxmlformats.org/drawingml/2006/main">
            <a:off x="609600" y="1438275"/>
            <a:ext cx="10972800" cy="19050"/>
          </a:xfrm>
          <a:prstGeom xmlns:a="http://schemas.openxmlformats.org/drawingml/2006/main" prst="rect">
            <a:avLst/>
          </a:prstGeom>
          <a:solidFill xmlns:a="http://schemas.openxmlformats.org/drawingml/2006/main">
            <a:srgbClr val="42607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8F63371-A45F-491D-BF80-B692F037785E}"/>
              </a:ext>
            </a:extLst>
          </p:cNvPr>
          <p:cNvSpPr>
            <a:spLocks xmlns:a="http://schemas.openxmlformats.org/drawingml/2006/main" noGrp="1"/>
          </p:cNvSpPr>
          <p:nvPr/>
        </p:nvSpPr>
        <p:spPr>
          <a:xfrm xmlns:a="http://schemas.openxmlformats.org/drawingml/2006/main">
            <a:off x="609600" y="6477000"/>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1">
                <a:solidFill>
                  <a:srgbClr val="AFC7D7"/>
                </a:solidFill>
                <a:latin typeface="Arial"/>
                <a:ea typeface="Arial"/>
                <a:cs typeface="Arial"/>
              </a:defRPr>
            </a:defPPr>
            <a:lvl1pPr algn="l">
              <a:defRPr sz="900" b="1">
                <a:solidFill>
                  <a:srgbClr val="AFC7D7"/>
                </a:solidFill>
                <a:latin typeface="Arial"/>
                <a:ea typeface="Arial"/>
                <a:cs typeface="Arial"/>
              </a:defRPr>
            </a:lvl1pPr>
            <a:lvl2pPr algn="l">
              <a:defRPr sz="900" b="1">
                <a:solidFill>
                  <a:srgbClr val="AFC7D7"/>
                </a:solidFill>
                <a:latin typeface="Arial"/>
                <a:ea typeface="Arial"/>
                <a:cs typeface="Arial"/>
              </a:defRPr>
            </a:lvl2pPr>
            <a:lvl3pPr algn="l">
              <a:defRPr sz="900" b="1">
                <a:solidFill>
                  <a:srgbClr val="AFC7D7"/>
                </a:solidFill>
                <a:latin typeface="Arial"/>
                <a:ea typeface="Arial"/>
                <a:cs typeface="Arial"/>
              </a:defRPr>
            </a:lvl3pPr>
            <a:lvl4pPr algn="l">
              <a:defRPr sz="900" b="1">
                <a:solidFill>
                  <a:srgbClr val="AFC7D7"/>
                </a:solidFill>
                <a:latin typeface="Arial"/>
                <a:ea typeface="Arial"/>
                <a:cs typeface="Arial"/>
              </a:defRPr>
            </a:lvl4pPr>
            <a:lvl5pPr algn="l">
              <a:defRPr sz="900" b="1">
                <a:solidFill>
                  <a:srgbClr val="AFC7D7"/>
                </a:solidFill>
                <a:latin typeface="Arial"/>
                <a:ea typeface="Arial"/>
                <a:cs typeface="Arial"/>
              </a:defRPr>
            </a:lvl5pPr>
            <a:lvl6pPr algn="l">
              <a:defRPr sz="900" b="1">
                <a:solidFill>
                  <a:srgbClr val="AFC7D7"/>
                </a:solidFill>
                <a:latin typeface="Arial"/>
                <a:ea typeface="Arial"/>
                <a:cs typeface="Arial"/>
              </a:defRPr>
            </a:lvl6pPr>
            <a:lvl7pPr algn="l">
              <a:defRPr sz="900" b="1">
                <a:solidFill>
                  <a:srgbClr val="AFC7D7"/>
                </a:solidFill>
                <a:latin typeface="Arial"/>
                <a:ea typeface="Arial"/>
                <a:cs typeface="Arial"/>
              </a:defRPr>
            </a:lvl7pPr>
            <a:lvl8pPr algn="l">
              <a:defRPr sz="900" b="1">
                <a:solidFill>
                  <a:srgbClr val="AFC7D7"/>
                </a:solidFill>
                <a:latin typeface="Arial"/>
                <a:ea typeface="Arial"/>
                <a:cs typeface="Arial"/>
              </a:defRPr>
            </a:lvl8pPr>
            <a:lvl9pPr algn="l">
              <a:defRPr sz="900" b="1">
                <a:solidFill>
                  <a:srgbClr val="AFC7D7"/>
                </a:solidFill>
                <a:latin typeface="Arial"/>
                <a:ea typeface="Arial"/>
                <a:cs typeface="Arial"/>
              </a:defRPr>
            </a:lvl9pPr>
          </a:lstStyle>
          <a:p xmlns:a="http://schemas.openxmlformats.org/drawingml/2006/main">
            <a:pPr algn="l">
              <a:defRPr sz="900" b="1">
                <a:solidFill>
                  <a:srgbClr val="AFC7D7"/>
                </a:solidFill>
                <a:latin typeface="Arial"/>
                <a:ea typeface="Arial"/>
                <a:cs typeface="Arial"/>
              </a:defRPr>
            </a:pPr>
            <a:r>
              <a:rPr sz="900" b="1">
                <a:solidFill>
                  <a:srgbClr val="AFC7D7"/>
                </a:solidFill>
                <a:latin typeface="Arial"/>
                <a:ea typeface="Arial"/>
                <a:cs typeface="Arial"/>
              </a:rPr>
              <a:t>CARMEN STUDY GUIDE</a:t>
            </a:r>
          </a:p>
        </p:txBody>
      </p:sp>
      <p:sp>
        <p:nvSpPr>
          <p:cNvPr id="5" name="">
            <a:extLst xmlns:a="http://schemas.openxmlformats.org/drawingml/2006/main">
              <a:ext uri="{FF2B5EF4-FFF2-40B4-BE49-F238E27FC236}">
                <a16:creationId xmlns:a16="http://schemas.microsoft.com/office/drawing/2014/main" id="{1F097902-7ABE-4582-85EE-3B60E0A71284}"/>
              </a:ext>
            </a:extLst>
          </p:cNvPr>
          <p:cNvSpPr>
            <a:spLocks xmlns:a="http://schemas.openxmlformats.org/drawingml/2006/main" noGrp="1"/>
          </p:cNvSpPr>
          <p:nvPr/>
        </p:nvSpPr>
        <p:spPr>
          <a:xfrm xmlns:a="http://schemas.openxmlformats.org/drawingml/2006/main">
            <a:off x="11239500" y="64579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AFC7D7"/>
                </a:solidFill>
                <a:latin typeface="Arial"/>
                <a:ea typeface="Arial"/>
                <a:cs typeface="Arial"/>
              </a:defRPr>
            </a:defPPr>
            <a:lvl1pPr algn="r">
              <a:defRPr sz="900" b="0">
                <a:solidFill>
                  <a:srgbClr val="AFC7D7"/>
                </a:solidFill>
                <a:latin typeface="Arial"/>
                <a:ea typeface="Arial"/>
                <a:cs typeface="Arial"/>
              </a:defRPr>
            </a:lvl1pPr>
            <a:lvl2pPr algn="r">
              <a:defRPr sz="900" b="0">
                <a:solidFill>
                  <a:srgbClr val="AFC7D7"/>
                </a:solidFill>
                <a:latin typeface="Arial"/>
                <a:ea typeface="Arial"/>
                <a:cs typeface="Arial"/>
              </a:defRPr>
            </a:lvl2pPr>
            <a:lvl3pPr algn="r">
              <a:defRPr sz="900" b="0">
                <a:solidFill>
                  <a:srgbClr val="AFC7D7"/>
                </a:solidFill>
                <a:latin typeface="Arial"/>
                <a:ea typeface="Arial"/>
                <a:cs typeface="Arial"/>
              </a:defRPr>
            </a:lvl3pPr>
            <a:lvl4pPr algn="r">
              <a:defRPr sz="900" b="0">
                <a:solidFill>
                  <a:srgbClr val="AFC7D7"/>
                </a:solidFill>
                <a:latin typeface="Arial"/>
                <a:ea typeface="Arial"/>
                <a:cs typeface="Arial"/>
              </a:defRPr>
            </a:lvl4pPr>
            <a:lvl5pPr algn="r">
              <a:defRPr sz="900" b="0">
                <a:solidFill>
                  <a:srgbClr val="AFC7D7"/>
                </a:solidFill>
                <a:latin typeface="Arial"/>
                <a:ea typeface="Arial"/>
                <a:cs typeface="Arial"/>
              </a:defRPr>
            </a:lvl5pPr>
            <a:lvl6pPr algn="r">
              <a:defRPr sz="900" b="0">
                <a:solidFill>
                  <a:srgbClr val="AFC7D7"/>
                </a:solidFill>
                <a:latin typeface="Arial"/>
                <a:ea typeface="Arial"/>
                <a:cs typeface="Arial"/>
              </a:defRPr>
            </a:lvl6pPr>
            <a:lvl7pPr algn="r">
              <a:defRPr sz="900" b="0">
                <a:solidFill>
                  <a:srgbClr val="AFC7D7"/>
                </a:solidFill>
                <a:latin typeface="Arial"/>
                <a:ea typeface="Arial"/>
                <a:cs typeface="Arial"/>
              </a:defRPr>
            </a:lvl7pPr>
            <a:lvl8pPr algn="r">
              <a:defRPr sz="900" b="0">
                <a:solidFill>
                  <a:srgbClr val="AFC7D7"/>
                </a:solidFill>
                <a:latin typeface="Arial"/>
                <a:ea typeface="Arial"/>
                <a:cs typeface="Arial"/>
              </a:defRPr>
            </a:lvl8pPr>
            <a:lvl9pPr algn="r">
              <a:defRPr sz="900" b="0">
                <a:solidFill>
                  <a:srgbClr val="AFC7D7"/>
                </a:solidFill>
                <a:latin typeface="Arial"/>
                <a:ea typeface="Arial"/>
                <a:cs typeface="Arial"/>
              </a:defRPr>
            </a:lvl9pPr>
          </a:lstStyle>
          <a:p xmlns:a="http://schemas.openxmlformats.org/drawingml/2006/main">
            <a:pPr algn="r">
              <a:defRPr sz="900" b="0">
                <a:solidFill>
                  <a:srgbClr val="AFC7D7"/>
                </a:solidFill>
                <a:latin typeface="Arial"/>
                <a:ea typeface="Arial"/>
                <a:cs typeface="Arial"/>
              </a:defRPr>
            </a:pPr>
            <a:r>
              <a:rPr sz="900" b="0">
                <a:solidFill>
                  <a:srgbClr val="AFC7D7"/>
                </a:solidFill>
                <a:latin typeface="Arial"/>
                <a:ea typeface="Arial"/>
                <a:cs typeface="Arial"/>
              </a:rPr>
              <a:t>03</a:t>
            </a:r>
          </a:p>
        </p:txBody>
      </p:sp>
      <p:sp>
        <p:nvSpPr>
          <p:cNvPr id="6" name="">
            <a:extLst xmlns:a="http://schemas.openxmlformats.org/drawingml/2006/main">
              <a:ext uri="{FF2B5EF4-FFF2-40B4-BE49-F238E27FC236}">
                <a16:creationId xmlns:a16="http://schemas.microsoft.com/office/drawing/2014/main" id="{4DE46849-CD77-425E-9E58-B1F0924C192D}"/>
              </a:ext>
            </a:extLst>
          </p:cNvPr>
          <p:cNvSpPr>
            <a:spLocks xmlns:a="http://schemas.openxmlformats.org/drawingml/2006/main" noGrp="1"/>
          </p:cNvSpPr>
          <p:nvPr/>
        </p:nvSpPr>
        <p:spPr>
          <a:xfrm xmlns:a="http://schemas.openxmlformats.org/drawingml/2006/main">
            <a:off x="609600" y="1943100"/>
            <a:ext cx="5314950" cy="3219450"/>
          </a:xfrm>
          <a:prstGeom xmlns:a="http://schemas.openxmlformats.org/drawingml/2006/main" prst="roundRect">
            <a:avLst>
              <a:gd name="adj" fmla="val 5325"/>
            </a:avLst>
          </a:prstGeom>
          <a:solidFill xmlns:a="http://schemas.openxmlformats.org/drawingml/2006/main">
            <a:srgbClr val="25435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C06D2D6-E4C1-4CE6-9BE3-E9B27E18D58C}"/>
              </a:ext>
            </a:extLst>
          </p:cNvPr>
          <p:cNvSpPr>
            <a:spLocks xmlns:a="http://schemas.openxmlformats.org/drawingml/2006/main" noGrp="1"/>
          </p:cNvSpPr>
          <p:nvPr/>
        </p:nvSpPr>
        <p:spPr>
          <a:xfrm xmlns:a="http://schemas.openxmlformats.org/drawingml/2006/main">
            <a:off x="895350" y="219075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1">
                <a:solidFill>
                  <a:srgbClr val="BBD0DD"/>
                </a:solidFill>
                <a:latin typeface="Arial"/>
                <a:ea typeface="Arial"/>
                <a:cs typeface="Arial"/>
              </a:defRPr>
            </a:defPPr>
            <a:lvl1pPr algn="l">
              <a:defRPr sz="1050" b="1">
                <a:solidFill>
                  <a:srgbClr val="BBD0DD"/>
                </a:solidFill>
                <a:latin typeface="Arial"/>
                <a:ea typeface="Arial"/>
                <a:cs typeface="Arial"/>
              </a:defRPr>
            </a:lvl1pPr>
            <a:lvl2pPr algn="l">
              <a:defRPr sz="1050" b="1">
                <a:solidFill>
                  <a:srgbClr val="BBD0DD"/>
                </a:solidFill>
                <a:latin typeface="Arial"/>
                <a:ea typeface="Arial"/>
                <a:cs typeface="Arial"/>
              </a:defRPr>
            </a:lvl2pPr>
            <a:lvl3pPr algn="l">
              <a:defRPr sz="1050" b="1">
                <a:solidFill>
                  <a:srgbClr val="BBD0DD"/>
                </a:solidFill>
                <a:latin typeface="Arial"/>
                <a:ea typeface="Arial"/>
                <a:cs typeface="Arial"/>
              </a:defRPr>
            </a:lvl3pPr>
            <a:lvl4pPr algn="l">
              <a:defRPr sz="1050" b="1">
                <a:solidFill>
                  <a:srgbClr val="BBD0DD"/>
                </a:solidFill>
                <a:latin typeface="Arial"/>
                <a:ea typeface="Arial"/>
                <a:cs typeface="Arial"/>
              </a:defRPr>
            </a:lvl4pPr>
            <a:lvl5pPr algn="l">
              <a:defRPr sz="1050" b="1">
                <a:solidFill>
                  <a:srgbClr val="BBD0DD"/>
                </a:solidFill>
                <a:latin typeface="Arial"/>
                <a:ea typeface="Arial"/>
                <a:cs typeface="Arial"/>
              </a:defRPr>
            </a:lvl5pPr>
            <a:lvl6pPr algn="l">
              <a:defRPr sz="1050" b="1">
                <a:solidFill>
                  <a:srgbClr val="BBD0DD"/>
                </a:solidFill>
                <a:latin typeface="Arial"/>
                <a:ea typeface="Arial"/>
                <a:cs typeface="Arial"/>
              </a:defRPr>
            </a:lvl6pPr>
            <a:lvl7pPr algn="l">
              <a:defRPr sz="1050" b="1">
                <a:solidFill>
                  <a:srgbClr val="BBD0DD"/>
                </a:solidFill>
                <a:latin typeface="Arial"/>
                <a:ea typeface="Arial"/>
                <a:cs typeface="Arial"/>
              </a:defRPr>
            </a:lvl7pPr>
            <a:lvl8pPr algn="l">
              <a:defRPr sz="1050" b="1">
                <a:solidFill>
                  <a:srgbClr val="BBD0DD"/>
                </a:solidFill>
                <a:latin typeface="Arial"/>
                <a:ea typeface="Arial"/>
                <a:cs typeface="Arial"/>
              </a:defRPr>
            </a:lvl8pPr>
            <a:lvl9pPr algn="l">
              <a:defRPr sz="1050" b="1">
                <a:solidFill>
                  <a:srgbClr val="BBD0DD"/>
                </a:solidFill>
                <a:latin typeface="Arial"/>
                <a:ea typeface="Arial"/>
                <a:cs typeface="Arial"/>
              </a:defRPr>
            </a:lvl9pPr>
          </a:lstStyle>
          <a:p xmlns:a="http://schemas.openxmlformats.org/drawingml/2006/main">
            <a:pPr algn="l">
              <a:defRPr sz="1050" b="1">
                <a:solidFill>
                  <a:srgbClr val="BBD0DD"/>
                </a:solidFill>
                <a:latin typeface="Arial"/>
                <a:ea typeface="Arial"/>
                <a:cs typeface="Arial"/>
              </a:defRPr>
            </a:pPr>
            <a:r>
              <a:rPr sz="1050" b="1">
                <a:solidFill>
                  <a:srgbClr val="BBD0DD"/>
                </a:solidFill>
                <a:latin typeface="Arial"/>
                <a:ea typeface="Arial"/>
                <a:cs typeface="Arial"/>
              </a:rPr>
              <a:t>LEARNER</a:t>
            </a:r>
          </a:p>
        </p:txBody>
      </p:sp>
      <p:sp>
        <p:nvSpPr>
          <p:cNvPr id="8" name="">
            <a:extLst xmlns:a="http://schemas.openxmlformats.org/drawingml/2006/main">
              <a:ext uri="{FF2B5EF4-FFF2-40B4-BE49-F238E27FC236}">
                <a16:creationId xmlns:a16="http://schemas.microsoft.com/office/drawing/2014/main" id="{A658B4D5-7FE5-4C3E-8468-EAFC2A23999B}"/>
              </a:ext>
            </a:extLst>
          </p:cNvPr>
          <p:cNvSpPr>
            <a:spLocks xmlns:a="http://schemas.openxmlformats.org/drawingml/2006/main" noGrp="1"/>
          </p:cNvSpPr>
          <p:nvPr/>
        </p:nvSpPr>
        <p:spPr>
          <a:xfrm xmlns:a="http://schemas.openxmlformats.org/drawingml/2006/main">
            <a:off x="895350" y="25527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1">
                <a:solidFill>
                  <a:srgbClr val="FFFFFF"/>
                </a:solidFill>
                <a:latin typeface="Arial"/>
                <a:ea typeface="Arial"/>
                <a:cs typeface="Arial"/>
              </a:defRPr>
            </a:defPPr>
            <a:lvl1pPr algn="l">
              <a:defRPr sz="1875" b="1">
                <a:solidFill>
                  <a:srgbClr val="FFFFFF"/>
                </a:solidFill>
                <a:latin typeface="Arial"/>
                <a:ea typeface="Arial"/>
                <a:cs typeface="Arial"/>
              </a:defRPr>
            </a:lvl1pPr>
            <a:lvl2pPr algn="l">
              <a:defRPr sz="1875" b="1">
                <a:solidFill>
                  <a:srgbClr val="FFFFFF"/>
                </a:solidFill>
                <a:latin typeface="Arial"/>
                <a:ea typeface="Arial"/>
                <a:cs typeface="Arial"/>
              </a:defRPr>
            </a:lvl2pPr>
            <a:lvl3pPr algn="l">
              <a:defRPr sz="1875" b="1">
                <a:solidFill>
                  <a:srgbClr val="FFFFFF"/>
                </a:solidFill>
                <a:latin typeface="Arial"/>
                <a:ea typeface="Arial"/>
                <a:cs typeface="Arial"/>
              </a:defRPr>
            </a:lvl3pPr>
            <a:lvl4pPr algn="l">
              <a:defRPr sz="1875" b="1">
                <a:solidFill>
                  <a:srgbClr val="FFFFFF"/>
                </a:solidFill>
                <a:latin typeface="Arial"/>
                <a:ea typeface="Arial"/>
                <a:cs typeface="Arial"/>
              </a:defRPr>
            </a:lvl4pPr>
            <a:lvl5pPr algn="l">
              <a:defRPr sz="1875" b="1">
                <a:solidFill>
                  <a:srgbClr val="FFFFFF"/>
                </a:solidFill>
                <a:latin typeface="Arial"/>
                <a:ea typeface="Arial"/>
                <a:cs typeface="Arial"/>
              </a:defRPr>
            </a:lvl5pPr>
            <a:lvl6pPr algn="l">
              <a:defRPr sz="1875" b="1">
                <a:solidFill>
                  <a:srgbClr val="FFFFFF"/>
                </a:solidFill>
                <a:latin typeface="Arial"/>
                <a:ea typeface="Arial"/>
                <a:cs typeface="Arial"/>
              </a:defRPr>
            </a:lvl6pPr>
            <a:lvl7pPr algn="l">
              <a:defRPr sz="1875" b="1">
                <a:solidFill>
                  <a:srgbClr val="FFFFFF"/>
                </a:solidFill>
                <a:latin typeface="Arial"/>
                <a:ea typeface="Arial"/>
                <a:cs typeface="Arial"/>
              </a:defRPr>
            </a:lvl7pPr>
            <a:lvl8pPr algn="l">
              <a:defRPr sz="1875" b="1">
                <a:solidFill>
                  <a:srgbClr val="FFFFFF"/>
                </a:solidFill>
                <a:latin typeface="Arial"/>
                <a:ea typeface="Arial"/>
                <a:cs typeface="Arial"/>
              </a:defRPr>
            </a:lvl8pPr>
            <a:lvl9pPr algn="l">
              <a:defRPr sz="1875" b="1">
                <a:solidFill>
                  <a:srgbClr val="FFFFFF"/>
                </a:solidFill>
                <a:latin typeface="Arial"/>
                <a:ea typeface="Arial"/>
                <a:cs typeface="Arial"/>
              </a:defRPr>
            </a:lvl9pPr>
          </a:lstStyle>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See what to do next</a:t>
            </a:r>
          </a:p>
        </p:txBody>
      </p:sp>
      <p:sp>
        <p:nvSpPr>
          <p:cNvPr id="9" name="">
            <a:extLst xmlns:a="http://schemas.openxmlformats.org/drawingml/2006/main">
              <a:ext uri="{FF2B5EF4-FFF2-40B4-BE49-F238E27FC236}">
                <a16:creationId xmlns:a16="http://schemas.microsoft.com/office/drawing/2014/main" id="{FAAC3683-2CE5-4E7A-B88C-763F7981E76D}"/>
              </a:ext>
            </a:extLst>
          </p:cNvPr>
          <p:cNvSpPr>
            <a:spLocks xmlns:a="http://schemas.openxmlformats.org/drawingml/2006/main" noGrp="1"/>
          </p:cNvSpPr>
          <p:nvPr/>
        </p:nvSpPr>
        <p:spPr>
          <a:xfrm xmlns:a="http://schemas.openxmlformats.org/drawingml/2006/main">
            <a:off x="895350" y="3219450"/>
            <a:ext cx="76200" cy="76200"/>
          </a:xfrm>
          <a:prstGeom xmlns:a="http://schemas.openxmlformats.org/drawingml/2006/main" prst="roundRect">
            <a:avLst>
              <a:gd name="adj" fmla="val 50000"/>
            </a:avLst>
          </a:prstGeom>
          <a:solidFill xmlns:a="http://schemas.openxmlformats.org/drawingml/2006/main">
            <a:srgbClr val="0877B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D2C8CDC-84F7-4C59-A695-87CA88D641D6}"/>
              </a:ext>
            </a:extLst>
          </p:cNvPr>
          <p:cNvSpPr>
            <a:spLocks xmlns:a="http://schemas.openxmlformats.org/drawingml/2006/main" noGrp="1"/>
          </p:cNvSpPr>
          <p:nvPr/>
        </p:nvSpPr>
        <p:spPr>
          <a:xfrm xmlns:a="http://schemas.openxmlformats.org/drawingml/2006/main">
            <a:off x="1104900" y="3124200"/>
            <a:ext cx="4419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0">
                <a:solidFill>
                  <a:srgbClr val="E3EDF2"/>
                </a:solidFill>
                <a:latin typeface="Arial"/>
                <a:ea typeface="Arial"/>
                <a:cs typeface="Arial"/>
              </a:defRPr>
            </a:defPPr>
            <a:lvl1pPr algn="l">
              <a:defRPr sz="1350" b="0">
                <a:solidFill>
                  <a:srgbClr val="E3EDF2"/>
                </a:solidFill>
                <a:latin typeface="Arial"/>
                <a:ea typeface="Arial"/>
                <a:cs typeface="Arial"/>
              </a:defRPr>
            </a:lvl1pPr>
            <a:lvl2pPr algn="l">
              <a:defRPr sz="1350" b="0">
                <a:solidFill>
                  <a:srgbClr val="E3EDF2"/>
                </a:solidFill>
                <a:latin typeface="Arial"/>
                <a:ea typeface="Arial"/>
                <a:cs typeface="Arial"/>
              </a:defRPr>
            </a:lvl2pPr>
            <a:lvl3pPr algn="l">
              <a:defRPr sz="1350" b="0">
                <a:solidFill>
                  <a:srgbClr val="E3EDF2"/>
                </a:solidFill>
                <a:latin typeface="Arial"/>
                <a:ea typeface="Arial"/>
                <a:cs typeface="Arial"/>
              </a:defRPr>
            </a:lvl3pPr>
            <a:lvl4pPr algn="l">
              <a:defRPr sz="1350" b="0">
                <a:solidFill>
                  <a:srgbClr val="E3EDF2"/>
                </a:solidFill>
                <a:latin typeface="Arial"/>
                <a:ea typeface="Arial"/>
                <a:cs typeface="Arial"/>
              </a:defRPr>
            </a:lvl4pPr>
            <a:lvl5pPr algn="l">
              <a:defRPr sz="1350" b="0">
                <a:solidFill>
                  <a:srgbClr val="E3EDF2"/>
                </a:solidFill>
                <a:latin typeface="Arial"/>
                <a:ea typeface="Arial"/>
                <a:cs typeface="Arial"/>
              </a:defRPr>
            </a:lvl5pPr>
            <a:lvl6pPr algn="l">
              <a:defRPr sz="1350" b="0">
                <a:solidFill>
                  <a:srgbClr val="E3EDF2"/>
                </a:solidFill>
                <a:latin typeface="Arial"/>
                <a:ea typeface="Arial"/>
                <a:cs typeface="Arial"/>
              </a:defRPr>
            </a:lvl6pPr>
            <a:lvl7pPr algn="l">
              <a:defRPr sz="1350" b="0">
                <a:solidFill>
                  <a:srgbClr val="E3EDF2"/>
                </a:solidFill>
                <a:latin typeface="Arial"/>
                <a:ea typeface="Arial"/>
                <a:cs typeface="Arial"/>
              </a:defRPr>
            </a:lvl7pPr>
            <a:lvl8pPr algn="l">
              <a:defRPr sz="1350" b="0">
                <a:solidFill>
                  <a:srgbClr val="E3EDF2"/>
                </a:solidFill>
                <a:latin typeface="Arial"/>
                <a:ea typeface="Arial"/>
                <a:cs typeface="Arial"/>
              </a:defRPr>
            </a:lvl8pPr>
            <a:lvl9pPr algn="l">
              <a:defRPr sz="1350" b="0">
                <a:solidFill>
                  <a:srgbClr val="E3EDF2"/>
                </a:solidFill>
                <a:latin typeface="Arial"/>
                <a:ea typeface="Arial"/>
                <a:cs typeface="Arial"/>
              </a:defRPr>
            </a:lvl9pPr>
          </a:lstStyle>
          <a:p xmlns:a="http://schemas.openxmlformats.org/drawingml/2006/main">
            <a:pPr algn="l">
              <a:defRPr sz="1350" b="0">
                <a:solidFill>
                  <a:srgbClr val="E3EDF2"/>
                </a:solidFill>
                <a:latin typeface="Arial"/>
                <a:ea typeface="Arial"/>
                <a:cs typeface="Arial"/>
              </a:defRPr>
            </a:pPr>
            <a:r>
              <a:rPr sz="1350" b="0">
                <a:solidFill>
                  <a:srgbClr val="E3EDF2"/>
                </a:solidFill>
                <a:latin typeface="Arial"/>
                <a:ea typeface="Arial"/>
                <a:cs typeface="Arial"/>
              </a:rPr>
              <a:t>Review completed work item by item</a:t>
            </a:r>
          </a:p>
        </p:txBody>
      </p:sp>
      <p:sp>
        <p:nvSpPr>
          <p:cNvPr id="11" name="">
            <a:extLst xmlns:a="http://schemas.openxmlformats.org/drawingml/2006/main">
              <a:ext uri="{FF2B5EF4-FFF2-40B4-BE49-F238E27FC236}">
                <a16:creationId xmlns:a16="http://schemas.microsoft.com/office/drawing/2014/main" id="{2DBD91D6-3D92-4326-91DA-BEE77BD51589}"/>
              </a:ext>
            </a:extLst>
          </p:cNvPr>
          <p:cNvSpPr>
            <a:spLocks xmlns:a="http://schemas.openxmlformats.org/drawingml/2006/main" noGrp="1"/>
          </p:cNvSpPr>
          <p:nvPr/>
        </p:nvSpPr>
        <p:spPr>
          <a:xfrm xmlns:a="http://schemas.openxmlformats.org/drawingml/2006/main">
            <a:off x="895350" y="3733800"/>
            <a:ext cx="76200" cy="76200"/>
          </a:xfrm>
          <a:prstGeom xmlns:a="http://schemas.openxmlformats.org/drawingml/2006/main" prst="roundRect">
            <a:avLst>
              <a:gd name="adj" fmla="val 50000"/>
            </a:avLst>
          </a:prstGeom>
          <a:solidFill xmlns:a="http://schemas.openxmlformats.org/drawingml/2006/main">
            <a:srgbClr val="0877B9"/>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DBC99DE-7790-4AEC-8B6D-DDBA97B45777}"/>
              </a:ext>
            </a:extLst>
          </p:cNvPr>
          <p:cNvSpPr>
            <a:spLocks xmlns:a="http://schemas.openxmlformats.org/drawingml/2006/main" noGrp="1"/>
          </p:cNvSpPr>
          <p:nvPr/>
        </p:nvSpPr>
        <p:spPr>
          <a:xfrm xmlns:a="http://schemas.openxmlformats.org/drawingml/2006/main">
            <a:off x="1104900" y="3638550"/>
            <a:ext cx="4419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0">
                <a:solidFill>
                  <a:srgbClr val="E3EDF2"/>
                </a:solidFill>
                <a:latin typeface="Arial"/>
                <a:ea typeface="Arial"/>
                <a:cs typeface="Arial"/>
              </a:defRPr>
            </a:defPPr>
            <a:lvl1pPr algn="l">
              <a:defRPr sz="1350" b="0">
                <a:solidFill>
                  <a:srgbClr val="E3EDF2"/>
                </a:solidFill>
                <a:latin typeface="Arial"/>
                <a:ea typeface="Arial"/>
                <a:cs typeface="Arial"/>
              </a:defRPr>
            </a:lvl1pPr>
            <a:lvl2pPr algn="l">
              <a:defRPr sz="1350" b="0">
                <a:solidFill>
                  <a:srgbClr val="E3EDF2"/>
                </a:solidFill>
                <a:latin typeface="Arial"/>
                <a:ea typeface="Arial"/>
                <a:cs typeface="Arial"/>
              </a:defRPr>
            </a:lvl2pPr>
            <a:lvl3pPr algn="l">
              <a:defRPr sz="1350" b="0">
                <a:solidFill>
                  <a:srgbClr val="E3EDF2"/>
                </a:solidFill>
                <a:latin typeface="Arial"/>
                <a:ea typeface="Arial"/>
                <a:cs typeface="Arial"/>
              </a:defRPr>
            </a:lvl3pPr>
            <a:lvl4pPr algn="l">
              <a:defRPr sz="1350" b="0">
                <a:solidFill>
                  <a:srgbClr val="E3EDF2"/>
                </a:solidFill>
                <a:latin typeface="Arial"/>
                <a:ea typeface="Arial"/>
                <a:cs typeface="Arial"/>
              </a:defRPr>
            </a:lvl4pPr>
            <a:lvl5pPr algn="l">
              <a:defRPr sz="1350" b="0">
                <a:solidFill>
                  <a:srgbClr val="E3EDF2"/>
                </a:solidFill>
                <a:latin typeface="Arial"/>
                <a:ea typeface="Arial"/>
                <a:cs typeface="Arial"/>
              </a:defRPr>
            </a:lvl5pPr>
            <a:lvl6pPr algn="l">
              <a:defRPr sz="1350" b="0">
                <a:solidFill>
                  <a:srgbClr val="E3EDF2"/>
                </a:solidFill>
                <a:latin typeface="Arial"/>
                <a:ea typeface="Arial"/>
                <a:cs typeface="Arial"/>
              </a:defRPr>
            </a:lvl6pPr>
            <a:lvl7pPr algn="l">
              <a:defRPr sz="1350" b="0">
                <a:solidFill>
                  <a:srgbClr val="E3EDF2"/>
                </a:solidFill>
                <a:latin typeface="Arial"/>
                <a:ea typeface="Arial"/>
                <a:cs typeface="Arial"/>
              </a:defRPr>
            </a:lvl7pPr>
            <a:lvl8pPr algn="l">
              <a:defRPr sz="1350" b="0">
                <a:solidFill>
                  <a:srgbClr val="E3EDF2"/>
                </a:solidFill>
                <a:latin typeface="Arial"/>
                <a:ea typeface="Arial"/>
                <a:cs typeface="Arial"/>
              </a:defRPr>
            </a:lvl8pPr>
            <a:lvl9pPr algn="l">
              <a:defRPr sz="1350" b="0">
                <a:solidFill>
                  <a:srgbClr val="E3EDF2"/>
                </a:solidFill>
                <a:latin typeface="Arial"/>
                <a:ea typeface="Arial"/>
                <a:cs typeface="Arial"/>
              </a:defRPr>
            </a:lvl9pPr>
          </a:lstStyle>
          <a:p xmlns:a="http://schemas.openxmlformats.org/drawingml/2006/main">
            <a:pPr algn="l">
              <a:defRPr sz="1350" b="0">
                <a:solidFill>
                  <a:srgbClr val="E3EDF2"/>
                </a:solidFill>
                <a:latin typeface="Arial"/>
                <a:ea typeface="Arial"/>
                <a:cs typeface="Arial"/>
              </a:defRPr>
            </a:pPr>
            <a:r>
              <a:rPr sz="1350" b="0">
                <a:solidFill>
                  <a:srgbClr val="E3EDF2"/>
                </a:solidFill>
                <a:latin typeface="Arial"/>
                <a:ea typeface="Arial"/>
                <a:cs typeface="Arial"/>
              </a:rPr>
              <a:t>See which answer was selected and which was correct</a:t>
            </a:r>
          </a:p>
        </p:txBody>
      </p:sp>
      <p:sp>
        <p:nvSpPr>
          <p:cNvPr id="13" name="">
            <a:extLst xmlns:a="http://schemas.openxmlformats.org/drawingml/2006/main">
              <a:ext uri="{FF2B5EF4-FFF2-40B4-BE49-F238E27FC236}">
                <a16:creationId xmlns:a16="http://schemas.microsoft.com/office/drawing/2014/main" id="{21992655-69E0-4BFF-8A66-BB183A125FE3}"/>
              </a:ext>
            </a:extLst>
          </p:cNvPr>
          <p:cNvSpPr>
            <a:spLocks xmlns:a="http://schemas.openxmlformats.org/drawingml/2006/main" noGrp="1"/>
          </p:cNvSpPr>
          <p:nvPr/>
        </p:nvSpPr>
        <p:spPr>
          <a:xfrm xmlns:a="http://schemas.openxmlformats.org/drawingml/2006/main">
            <a:off x="895350" y="4248150"/>
            <a:ext cx="76200" cy="76200"/>
          </a:xfrm>
          <a:prstGeom xmlns:a="http://schemas.openxmlformats.org/drawingml/2006/main" prst="roundRect">
            <a:avLst>
              <a:gd name="adj" fmla="val 50000"/>
            </a:avLst>
          </a:prstGeom>
          <a:solidFill xmlns:a="http://schemas.openxmlformats.org/drawingml/2006/main">
            <a:srgbClr val="0877B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53A0A6E-5FBC-4A96-AFB9-DB7A112C5DEB}"/>
              </a:ext>
            </a:extLst>
          </p:cNvPr>
          <p:cNvSpPr>
            <a:spLocks xmlns:a="http://schemas.openxmlformats.org/drawingml/2006/main" noGrp="1"/>
          </p:cNvSpPr>
          <p:nvPr/>
        </p:nvSpPr>
        <p:spPr>
          <a:xfrm xmlns:a="http://schemas.openxmlformats.org/drawingml/2006/main">
            <a:off x="1104900" y="4152900"/>
            <a:ext cx="4419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0">
                <a:solidFill>
                  <a:srgbClr val="E3EDF2"/>
                </a:solidFill>
                <a:latin typeface="Arial"/>
                <a:ea typeface="Arial"/>
                <a:cs typeface="Arial"/>
              </a:defRPr>
            </a:defPPr>
            <a:lvl1pPr algn="l">
              <a:defRPr sz="1350" b="0">
                <a:solidFill>
                  <a:srgbClr val="E3EDF2"/>
                </a:solidFill>
                <a:latin typeface="Arial"/>
                <a:ea typeface="Arial"/>
                <a:cs typeface="Arial"/>
              </a:defRPr>
            </a:lvl1pPr>
            <a:lvl2pPr algn="l">
              <a:defRPr sz="1350" b="0">
                <a:solidFill>
                  <a:srgbClr val="E3EDF2"/>
                </a:solidFill>
                <a:latin typeface="Arial"/>
                <a:ea typeface="Arial"/>
                <a:cs typeface="Arial"/>
              </a:defRPr>
            </a:lvl2pPr>
            <a:lvl3pPr algn="l">
              <a:defRPr sz="1350" b="0">
                <a:solidFill>
                  <a:srgbClr val="E3EDF2"/>
                </a:solidFill>
                <a:latin typeface="Arial"/>
                <a:ea typeface="Arial"/>
                <a:cs typeface="Arial"/>
              </a:defRPr>
            </a:lvl3pPr>
            <a:lvl4pPr algn="l">
              <a:defRPr sz="1350" b="0">
                <a:solidFill>
                  <a:srgbClr val="E3EDF2"/>
                </a:solidFill>
                <a:latin typeface="Arial"/>
                <a:ea typeface="Arial"/>
                <a:cs typeface="Arial"/>
              </a:defRPr>
            </a:lvl4pPr>
            <a:lvl5pPr algn="l">
              <a:defRPr sz="1350" b="0">
                <a:solidFill>
                  <a:srgbClr val="E3EDF2"/>
                </a:solidFill>
                <a:latin typeface="Arial"/>
                <a:ea typeface="Arial"/>
                <a:cs typeface="Arial"/>
              </a:defRPr>
            </a:lvl5pPr>
            <a:lvl6pPr algn="l">
              <a:defRPr sz="1350" b="0">
                <a:solidFill>
                  <a:srgbClr val="E3EDF2"/>
                </a:solidFill>
                <a:latin typeface="Arial"/>
                <a:ea typeface="Arial"/>
                <a:cs typeface="Arial"/>
              </a:defRPr>
            </a:lvl6pPr>
            <a:lvl7pPr algn="l">
              <a:defRPr sz="1350" b="0">
                <a:solidFill>
                  <a:srgbClr val="E3EDF2"/>
                </a:solidFill>
                <a:latin typeface="Arial"/>
                <a:ea typeface="Arial"/>
                <a:cs typeface="Arial"/>
              </a:defRPr>
            </a:lvl7pPr>
            <a:lvl8pPr algn="l">
              <a:defRPr sz="1350" b="0">
                <a:solidFill>
                  <a:srgbClr val="E3EDF2"/>
                </a:solidFill>
                <a:latin typeface="Arial"/>
                <a:ea typeface="Arial"/>
                <a:cs typeface="Arial"/>
              </a:defRPr>
            </a:lvl8pPr>
            <a:lvl9pPr algn="l">
              <a:defRPr sz="1350" b="0">
                <a:solidFill>
                  <a:srgbClr val="E3EDF2"/>
                </a:solidFill>
                <a:latin typeface="Arial"/>
                <a:ea typeface="Arial"/>
                <a:cs typeface="Arial"/>
              </a:defRPr>
            </a:lvl9pPr>
          </a:lstStyle>
          <a:p xmlns:a="http://schemas.openxmlformats.org/drawingml/2006/main">
            <a:pPr algn="l">
              <a:defRPr sz="1350" b="0">
                <a:solidFill>
                  <a:srgbClr val="E3EDF2"/>
                </a:solidFill>
                <a:latin typeface="Arial"/>
                <a:ea typeface="Arial"/>
                <a:cs typeface="Arial"/>
              </a:defRPr>
            </a:pPr>
            <a:r>
              <a:rPr sz="1350" b="0">
                <a:solidFill>
                  <a:srgbClr val="E3EDF2"/>
                </a:solidFill>
                <a:latin typeface="Arial"/>
                <a:ea typeface="Arial"/>
                <a:cs typeface="Arial"/>
              </a:rPr>
              <a:t>Ask for hints grounded in course material</a:t>
            </a:r>
          </a:p>
        </p:txBody>
      </p:sp>
      <p:sp>
        <p:nvSpPr>
          <p:cNvPr id="15" name="">
            <a:extLst xmlns:a="http://schemas.openxmlformats.org/drawingml/2006/main">
              <a:ext uri="{FF2B5EF4-FFF2-40B4-BE49-F238E27FC236}">
                <a16:creationId xmlns:a16="http://schemas.microsoft.com/office/drawing/2014/main" id="{E520C127-9B84-4331-B317-468BC4760F4D}"/>
              </a:ext>
            </a:extLst>
          </p:cNvPr>
          <p:cNvSpPr>
            <a:spLocks xmlns:a="http://schemas.openxmlformats.org/drawingml/2006/main" noGrp="1"/>
          </p:cNvSpPr>
          <p:nvPr/>
        </p:nvSpPr>
        <p:spPr>
          <a:xfrm xmlns:a="http://schemas.openxmlformats.org/drawingml/2006/main">
            <a:off x="6267450" y="1943100"/>
            <a:ext cx="5314950" cy="3219450"/>
          </a:xfrm>
          <a:prstGeom xmlns:a="http://schemas.openxmlformats.org/drawingml/2006/main" prst="roundRect">
            <a:avLst>
              <a:gd name="adj" fmla="val 5325"/>
            </a:avLst>
          </a:prstGeom>
          <a:solidFill xmlns:a="http://schemas.openxmlformats.org/drawingml/2006/main">
            <a:srgbClr val="25435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930C158-D266-45DF-81A1-889116065157}"/>
              </a:ext>
            </a:extLst>
          </p:cNvPr>
          <p:cNvSpPr>
            <a:spLocks xmlns:a="http://schemas.openxmlformats.org/drawingml/2006/main" noGrp="1"/>
          </p:cNvSpPr>
          <p:nvPr/>
        </p:nvSpPr>
        <p:spPr>
          <a:xfrm xmlns:a="http://schemas.openxmlformats.org/drawingml/2006/main">
            <a:off x="6553200" y="219075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1">
                <a:solidFill>
                  <a:srgbClr val="BBD0DD"/>
                </a:solidFill>
                <a:latin typeface="Arial"/>
                <a:ea typeface="Arial"/>
                <a:cs typeface="Arial"/>
              </a:defRPr>
            </a:defPPr>
            <a:lvl1pPr algn="l">
              <a:defRPr sz="1050" b="1">
                <a:solidFill>
                  <a:srgbClr val="BBD0DD"/>
                </a:solidFill>
                <a:latin typeface="Arial"/>
                <a:ea typeface="Arial"/>
                <a:cs typeface="Arial"/>
              </a:defRPr>
            </a:lvl1pPr>
            <a:lvl2pPr algn="l">
              <a:defRPr sz="1050" b="1">
                <a:solidFill>
                  <a:srgbClr val="BBD0DD"/>
                </a:solidFill>
                <a:latin typeface="Arial"/>
                <a:ea typeface="Arial"/>
                <a:cs typeface="Arial"/>
              </a:defRPr>
            </a:lvl2pPr>
            <a:lvl3pPr algn="l">
              <a:defRPr sz="1050" b="1">
                <a:solidFill>
                  <a:srgbClr val="BBD0DD"/>
                </a:solidFill>
                <a:latin typeface="Arial"/>
                <a:ea typeface="Arial"/>
                <a:cs typeface="Arial"/>
              </a:defRPr>
            </a:lvl3pPr>
            <a:lvl4pPr algn="l">
              <a:defRPr sz="1050" b="1">
                <a:solidFill>
                  <a:srgbClr val="BBD0DD"/>
                </a:solidFill>
                <a:latin typeface="Arial"/>
                <a:ea typeface="Arial"/>
                <a:cs typeface="Arial"/>
              </a:defRPr>
            </a:lvl4pPr>
            <a:lvl5pPr algn="l">
              <a:defRPr sz="1050" b="1">
                <a:solidFill>
                  <a:srgbClr val="BBD0DD"/>
                </a:solidFill>
                <a:latin typeface="Arial"/>
                <a:ea typeface="Arial"/>
                <a:cs typeface="Arial"/>
              </a:defRPr>
            </a:lvl5pPr>
            <a:lvl6pPr algn="l">
              <a:defRPr sz="1050" b="1">
                <a:solidFill>
                  <a:srgbClr val="BBD0DD"/>
                </a:solidFill>
                <a:latin typeface="Arial"/>
                <a:ea typeface="Arial"/>
                <a:cs typeface="Arial"/>
              </a:defRPr>
            </a:lvl6pPr>
            <a:lvl7pPr algn="l">
              <a:defRPr sz="1050" b="1">
                <a:solidFill>
                  <a:srgbClr val="BBD0DD"/>
                </a:solidFill>
                <a:latin typeface="Arial"/>
                <a:ea typeface="Arial"/>
                <a:cs typeface="Arial"/>
              </a:defRPr>
            </a:lvl7pPr>
            <a:lvl8pPr algn="l">
              <a:defRPr sz="1050" b="1">
                <a:solidFill>
                  <a:srgbClr val="BBD0DD"/>
                </a:solidFill>
                <a:latin typeface="Arial"/>
                <a:ea typeface="Arial"/>
                <a:cs typeface="Arial"/>
              </a:defRPr>
            </a:lvl8pPr>
            <a:lvl9pPr algn="l">
              <a:defRPr sz="1050" b="1">
                <a:solidFill>
                  <a:srgbClr val="BBD0DD"/>
                </a:solidFill>
                <a:latin typeface="Arial"/>
                <a:ea typeface="Arial"/>
                <a:cs typeface="Arial"/>
              </a:defRPr>
            </a:lvl9pPr>
          </a:lstStyle>
          <a:p xmlns:a="http://schemas.openxmlformats.org/drawingml/2006/main">
            <a:pPr algn="l">
              <a:defRPr sz="1050" b="1">
                <a:solidFill>
                  <a:srgbClr val="BBD0DD"/>
                </a:solidFill>
                <a:latin typeface="Arial"/>
                <a:ea typeface="Arial"/>
                <a:cs typeface="Arial"/>
              </a:defRPr>
            </a:pPr>
            <a:r>
              <a:rPr sz="1050" b="1">
                <a:solidFill>
                  <a:srgbClr val="BBD0DD"/>
                </a:solidFill>
                <a:latin typeface="Arial"/>
                <a:ea typeface="Arial"/>
                <a:cs typeface="Arial"/>
              </a:rPr>
              <a:t>INSTRUCTOR</a:t>
            </a:r>
          </a:p>
        </p:txBody>
      </p:sp>
      <p:sp>
        <p:nvSpPr>
          <p:cNvPr id="17" name="">
            <a:extLst xmlns:a="http://schemas.openxmlformats.org/drawingml/2006/main">
              <a:ext uri="{FF2B5EF4-FFF2-40B4-BE49-F238E27FC236}">
                <a16:creationId xmlns:a16="http://schemas.microsoft.com/office/drawing/2014/main" id="{DD49C66C-9D8A-4EFA-AB4B-0A574A4D123D}"/>
              </a:ext>
            </a:extLst>
          </p:cNvPr>
          <p:cNvSpPr>
            <a:spLocks xmlns:a="http://schemas.openxmlformats.org/drawingml/2006/main" noGrp="1"/>
          </p:cNvSpPr>
          <p:nvPr/>
        </p:nvSpPr>
        <p:spPr>
          <a:xfrm xmlns:a="http://schemas.openxmlformats.org/drawingml/2006/main">
            <a:off x="6553200" y="25527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1">
                <a:solidFill>
                  <a:srgbClr val="FFFFFF"/>
                </a:solidFill>
                <a:latin typeface="Arial"/>
                <a:ea typeface="Arial"/>
                <a:cs typeface="Arial"/>
              </a:defRPr>
            </a:defPPr>
            <a:lvl1pPr algn="l">
              <a:defRPr sz="1875" b="1">
                <a:solidFill>
                  <a:srgbClr val="FFFFFF"/>
                </a:solidFill>
                <a:latin typeface="Arial"/>
                <a:ea typeface="Arial"/>
                <a:cs typeface="Arial"/>
              </a:defRPr>
            </a:lvl1pPr>
            <a:lvl2pPr algn="l">
              <a:defRPr sz="1875" b="1">
                <a:solidFill>
                  <a:srgbClr val="FFFFFF"/>
                </a:solidFill>
                <a:latin typeface="Arial"/>
                <a:ea typeface="Arial"/>
                <a:cs typeface="Arial"/>
              </a:defRPr>
            </a:lvl2pPr>
            <a:lvl3pPr algn="l">
              <a:defRPr sz="1875" b="1">
                <a:solidFill>
                  <a:srgbClr val="FFFFFF"/>
                </a:solidFill>
                <a:latin typeface="Arial"/>
                <a:ea typeface="Arial"/>
                <a:cs typeface="Arial"/>
              </a:defRPr>
            </a:lvl3pPr>
            <a:lvl4pPr algn="l">
              <a:defRPr sz="1875" b="1">
                <a:solidFill>
                  <a:srgbClr val="FFFFFF"/>
                </a:solidFill>
                <a:latin typeface="Arial"/>
                <a:ea typeface="Arial"/>
                <a:cs typeface="Arial"/>
              </a:defRPr>
            </a:lvl4pPr>
            <a:lvl5pPr algn="l">
              <a:defRPr sz="1875" b="1">
                <a:solidFill>
                  <a:srgbClr val="FFFFFF"/>
                </a:solidFill>
                <a:latin typeface="Arial"/>
                <a:ea typeface="Arial"/>
                <a:cs typeface="Arial"/>
              </a:defRPr>
            </a:lvl5pPr>
            <a:lvl6pPr algn="l">
              <a:defRPr sz="1875" b="1">
                <a:solidFill>
                  <a:srgbClr val="FFFFFF"/>
                </a:solidFill>
                <a:latin typeface="Arial"/>
                <a:ea typeface="Arial"/>
                <a:cs typeface="Arial"/>
              </a:defRPr>
            </a:lvl6pPr>
            <a:lvl7pPr algn="l">
              <a:defRPr sz="1875" b="1">
                <a:solidFill>
                  <a:srgbClr val="FFFFFF"/>
                </a:solidFill>
                <a:latin typeface="Arial"/>
                <a:ea typeface="Arial"/>
                <a:cs typeface="Arial"/>
              </a:defRPr>
            </a:lvl7pPr>
            <a:lvl8pPr algn="l">
              <a:defRPr sz="1875" b="1">
                <a:solidFill>
                  <a:srgbClr val="FFFFFF"/>
                </a:solidFill>
                <a:latin typeface="Arial"/>
                <a:ea typeface="Arial"/>
                <a:cs typeface="Arial"/>
              </a:defRPr>
            </a:lvl8pPr>
            <a:lvl9pPr algn="l">
              <a:defRPr sz="1875" b="1">
                <a:solidFill>
                  <a:srgbClr val="FFFFFF"/>
                </a:solidFill>
                <a:latin typeface="Arial"/>
                <a:ea typeface="Arial"/>
                <a:cs typeface="Arial"/>
              </a:defRPr>
            </a:lvl9pPr>
          </a:lstStyle>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See the evidence behind progress</a:t>
            </a:r>
          </a:p>
        </p:txBody>
      </p:sp>
      <p:sp>
        <p:nvSpPr>
          <p:cNvPr id="18" name="">
            <a:extLst xmlns:a="http://schemas.openxmlformats.org/drawingml/2006/main">
              <a:ext uri="{FF2B5EF4-FFF2-40B4-BE49-F238E27FC236}">
                <a16:creationId xmlns:a16="http://schemas.microsoft.com/office/drawing/2014/main" id="{8CEE0B25-2B7A-496B-9300-983BFAD6B0D2}"/>
              </a:ext>
            </a:extLst>
          </p:cNvPr>
          <p:cNvSpPr>
            <a:spLocks xmlns:a="http://schemas.openxmlformats.org/drawingml/2006/main" noGrp="1"/>
          </p:cNvSpPr>
          <p:nvPr/>
        </p:nvSpPr>
        <p:spPr>
          <a:xfrm xmlns:a="http://schemas.openxmlformats.org/drawingml/2006/main">
            <a:off x="6553200" y="3219450"/>
            <a:ext cx="76200" cy="76200"/>
          </a:xfrm>
          <a:prstGeom xmlns:a="http://schemas.openxmlformats.org/drawingml/2006/main" prst="roundRect">
            <a:avLst>
              <a:gd name="adj" fmla="val 50000"/>
            </a:avLst>
          </a:prstGeom>
          <a:solidFill xmlns:a="http://schemas.openxmlformats.org/drawingml/2006/main">
            <a:srgbClr val="C8102E"/>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83BD911-689C-4F60-9C49-90C1C19EDF3C}"/>
              </a:ext>
            </a:extLst>
          </p:cNvPr>
          <p:cNvSpPr>
            <a:spLocks xmlns:a="http://schemas.openxmlformats.org/drawingml/2006/main" noGrp="1"/>
          </p:cNvSpPr>
          <p:nvPr/>
        </p:nvSpPr>
        <p:spPr>
          <a:xfrm xmlns:a="http://schemas.openxmlformats.org/drawingml/2006/main">
            <a:off x="6762750" y="3124200"/>
            <a:ext cx="4419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0">
                <a:solidFill>
                  <a:srgbClr val="E3EDF2"/>
                </a:solidFill>
                <a:latin typeface="Arial"/>
                <a:ea typeface="Arial"/>
                <a:cs typeface="Arial"/>
              </a:defRPr>
            </a:defPPr>
            <a:lvl1pPr algn="l">
              <a:defRPr sz="1350" b="0">
                <a:solidFill>
                  <a:srgbClr val="E3EDF2"/>
                </a:solidFill>
                <a:latin typeface="Arial"/>
                <a:ea typeface="Arial"/>
                <a:cs typeface="Arial"/>
              </a:defRPr>
            </a:lvl1pPr>
            <a:lvl2pPr algn="l">
              <a:defRPr sz="1350" b="0">
                <a:solidFill>
                  <a:srgbClr val="E3EDF2"/>
                </a:solidFill>
                <a:latin typeface="Arial"/>
                <a:ea typeface="Arial"/>
                <a:cs typeface="Arial"/>
              </a:defRPr>
            </a:lvl2pPr>
            <a:lvl3pPr algn="l">
              <a:defRPr sz="1350" b="0">
                <a:solidFill>
                  <a:srgbClr val="E3EDF2"/>
                </a:solidFill>
                <a:latin typeface="Arial"/>
                <a:ea typeface="Arial"/>
                <a:cs typeface="Arial"/>
              </a:defRPr>
            </a:lvl3pPr>
            <a:lvl4pPr algn="l">
              <a:defRPr sz="1350" b="0">
                <a:solidFill>
                  <a:srgbClr val="E3EDF2"/>
                </a:solidFill>
                <a:latin typeface="Arial"/>
                <a:ea typeface="Arial"/>
                <a:cs typeface="Arial"/>
              </a:defRPr>
            </a:lvl4pPr>
            <a:lvl5pPr algn="l">
              <a:defRPr sz="1350" b="0">
                <a:solidFill>
                  <a:srgbClr val="E3EDF2"/>
                </a:solidFill>
                <a:latin typeface="Arial"/>
                <a:ea typeface="Arial"/>
                <a:cs typeface="Arial"/>
              </a:defRPr>
            </a:lvl5pPr>
            <a:lvl6pPr algn="l">
              <a:defRPr sz="1350" b="0">
                <a:solidFill>
                  <a:srgbClr val="E3EDF2"/>
                </a:solidFill>
                <a:latin typeface="Arial"/>
                <a:ea typeface="Arial"/>
                <a:cs typeface="Arial"/>
              </a:defRPr>
            </a:lvl6pPr>
            <a:lvl7pPr algn="l">
              <a:defRPr sz="1350" b="0">
                <a:solidFill>
                  <a:srgbClr val="E3EDF2"/>
                </a:solidFill>
                <a:latin typeface="Arial"/>
                <a:ea typeface="Arial"/>
                <a:cs typeface="Arial"/>
              </a:defRPr>
            </a:lvl7pPr>
            <a:lvl8pPr algn="l">
              <a:defRPr sz="1350" b="0">
                <a:solidFill>
                  <a:srgbClr val="E3EDF2"/>
                </a:solidFill>
                <a:latin typeface="Arial"/>
                <a:ea typeface="Arial"/>
                <a:cs typeface="Arial"/>
              </a:defRPr>
            </a:lvl8pPr>
            <a:lvl9pPr algn="l">
              <a:defRPr sz="1350" b="0">
                <a:solidFill>
                  <a:srgbClr val="E3EDF2"/>
                </a:solidFill>
                <a:latin typeface="Arial"/>
                <a:ea typeface="Arial"/>
                <a:cs typeface="Arial"/>
              </a:defRPr>
            </a:lvl9pPr>
          </a:lstStyle>
          <a:p xmlns:a="http://schemas.openxmlformats.org/drawingml/2006/main">
            <a:pPr algn="l">
              <a:defRPr sz="1350" b="0">
                <a:solidFill>
                  <a:srgbClr val="E3EDF2"/>
                </a:solidFill>
                <a:latin typeface="Arial"/>
                <a:ea typeface="Arial"/>
                <a:cs typeface="Arial"/>
              </a:defRPr>
            </a:pPr>
            <a:r>
              <a:rPr sz="1350" b="0">
                <a:solidFill>
                  <a:srgbClr val="E3EDF2"/>
                </a:solidFill>
                <a:latin typeface="Arial"/>
                <a:ea typeface="Arial"/>
                <a:cs typeface="Arial"/>
              </a:rPr>
              <a:t>Review class roster and grade summaries</a:t>
            </a:r>
          </a:p>
        </p:txBody>
      </p:sp>
      <p:sp>
        <p:nvSpPr>
          <p:cNvPr id="20" name="">
            <a:extLst xmlns:a="http://schemas.openxmlformats.org/drawingml/2006/main">
              <a:ext uri="{FF2B5EF4-FFF2-40B4-BE49-F238E27FC236}">
                <a16:creationId xmlns:a16="http://schemas.microsoft.com/office/drawing/2014/main" id="{68D5DF4D-85A1-4442-B9AB-4010584AFE2D}"/>
              </a:ext>
            </a:extLst>
          </p:cNvPr>
          <p:cNvSpPr>
            <a:spLocks xmlns:a="http://schemas.openxmlformats.org/drawingml/2006/main" noGrp="1"/>
          </p:cNvSpPr>
          <p:nvPr/>
        </p:nvSpPr>
        <p:spPr>
          <a:xfrm xmlns:a="http://schemas.openxmlformats.org/drawingml/2006/main">
            <a:off x="6553200" y="3733800"/>
            <a:ext cx="76200" cy="76200"/>
          </a:xfrm>
          <a:prstGeom xmlns:a="http://schemas.openxmlformats.org/drawingml/2006/main" prst="roundRect">
            <a:avLst>
              <a:gd name="adj" fmla="val 50000"/>
            </a:avLst>
          </a:prstGeom>
          <a:solidFill xmlns:a="http://schemas.openxmlformats.org/drawingml/2006/main">
            <a:srgbClr val="C8102E"/>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82291FE-3A07-4E4C-9176-8D9A28D5B9BF}"/>
              </a:ext>
            </a:extLst>
          </p:cNvPr>
          <p:cNvSpPr>
            <a:spLocks xmlns:a="http://schemas.openxmlformats.org/drawingml/2006/main" noGrp="1"/>
          </p:cNvSpPr>
          <p:nvPr/>
        </p:nvSpPr>
        <p:spPr>
          <a:xfrm xmlns:a="http://schemas.openxmlformats.org/drawingml/2006/main">
            <a:off x="6762750" y="3638550"/>
            <a:ext cx="4419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0">
                <a:solidFill>
                  <a:srgbClr val="E3EDF2"/>
                </a:solidFill>
                <a:latin typeface="Arial"/>
                <a:ea typeface="Arial"/>
                <a:cs typeface="Arial"/>
              </a:defRPr>
            </a:defPPr>
            <a:lvl1pPr algn="l">
              <a:defRPr sz="1350" b="0">
                <a:solidFill>
                  <a:srgbClr val="E3EDF2"/>
                </a:solidFill>
                <a:latin typeface="Arial"/>
                <a:ea typeface="Arial"/>
                <a:cs typeface="Arial"/>
              </a:defRPr>
            </a:lvl1pPr>
            <a:lvl2pPr algn="l">
              <a:defRPr sz="1350" b="0">
                <a:solidFill>
                  <a:srgbClr val="E3EDF2"/>
                </a:solidFill>
                <a:latin typeface="Arial"/>
                <a:ea typeface="Arial"/>
                <a:cs typeface="Arial"/>
              </a:defRPr>
            </a:lvl2pPr>
            <a:lvl3pPr algn="l">
              <a:defRPr sz="1350" b="0">
                <a:solidFill>
                  <a:srgbClr val="E3EDF2"/>
                </a:solidFill>
                <a:latin typeface="Arial"/>
                <a:ea typeface="Arial"/>
                <a:cs typeface="Arial"/>
              </a:defRPr>
            </a:lvl3pPr>
            <a:lvl4pPr algn="l">
              <a:defRPr sz="1350" b="0">
                <a:solidFill>
                  <a:srgbClr val="E3EDF2"/>
                </a:solidFill>
                <a:latin typeface="Arial"/>
                <a:ea typeface="Arial"/>
                <a:cs typeface="Arial"/>
              </a:defRPr>
            </a:lvl4pPr>
            <a:lvl5pPr algn="l">
              <a:defRPr sz="1350" b="0">
                <a:solidFill>
                  <a:srgbClr val="E3EDF2"/>
                </a:solidFill>
                <a:latin typeface="Arial"/>
                <a:ea typeface="Arial"/>
                <a:cs typeface="Arial"/>
              </a:defRPr>
            </a:lvl5pPr>
            <a:lvl6pPr algn="l">
              <a:defRPr sz="1350" b="0">
                <a:solidFill>
                  <a:srgbClr val="E3EDF2"/>
                </a:solidFill>
                <a:latin typeface="Arial"/>
                <a:ea typeface="Arial"/>
                <a:cs typeface="Arial"/>
              </a:defRPr>
            </a:lvl6pPr>
            <a:lvl7pPr algn="l">
              <a:defRPr sz="1350" b="0">
                <a:solidFill>
                  <a:srgbClr val="E3EDF2"/>
                </a:solidFill>
                <a:latin typeface="Arial"/>
                <a:ea typeface="Arial"/>
                <a:cs typeface="Arial"/>
              </a:defRPr>
            </a:lvl7pPr>
            <a:lvl8pPr algn="l">
              <a:defRPr sz="1350" b="0">
                <a:solidFill>
                  <a:srgbClr val="E3EDF2"/>
                </a:solidFill>
                <a:latin typeface="Arial"/>
                <a:ea typeface="Arial"/>
                <a:cs typeface="Arial"/>
              </a:defRPr>
            </a:lvl8pPr>
            <a:lvl9pPr algn="l">
              <a:defRPr sz="1350" b="0">
                <a:solidFill>
                  <a:srgbClr val="E3EDF2"/>
                </a:solidFill>
                <a:latin typeface="Arial"/>
                <a:ea typeface="Arial"/>
                <a:cs typeface="Arial"/>
              </a:defRPr>
            </a:lvl9pPr>
          </a:lstStyle>
          <a:p xmlns:a="http://schemas.openxmlformats.org/drawingml/2006/main">
            <a:pPr algn="l">
              <a:defRPr sz="1350" b="0">
                <a:solidFill>
                  <a:srgbClr val="E3EDF2"/>
                </a:solidFill>
                <a:latin typeface="Arial"/>
                <a:ea typeface="Arial"/>
                <a:cs typeface="Arial"/>
              </a:defRPr>
            </a:pPr>
            <a:r>
              <a:rPr sz="1350" b="0">
                <a:solidFill>
                  <a:srgbClr val="E3EDF2"/>
                </a:solidFill>
                <a:latin typeface="Arial"/>
                <a:ea typeface="Arial"/>
                <a:cs typeface="Arial"/>
              </a:rPr>
              <a:t>Trace quiz, rubric, and feedback records to sources</a:t>
            </a:r>
          </a:p>
        </p:txBody>
      </p:sp>
      <p:sp>
        <p:nvSpPr>
          <p:cNvPr id="22" name="">
            <a:extLst xmlns:a="http://schemas.openxmlformats.org/drawingml/2006/main">
              <a:ext uri="{FF2B5EF4-FFF2-40B4-BE49-F238E27FC236}">
                <a16:creationId xmlns:a16="http://schemas.microsoft.com/office/drawing/2014/main" id="{043F2F30-B8E6-4A68-ADE8-DAEC87AF7118}"/>
              </a:ext>
            </a:extLst>
          </p:cNvPr>
          <p:cNvSpPr>
            <a:spLocks xmlns:a="http://schemas.openxmlformats.org/drawingml/2006/main" noGrp="1"/>
          </p:cNvSpPr>
          <p:nvPr/>
        </p:nvSpPr>
        <p:spPr>
          <a:xfrm xmlns:a="http://schemas.openxmlformats.org/drawingml/2006/main">
            <a:off x="6553200" y="4248150"/>
            <a:ext cx="76200" cy="76200"/>
          </a:xfrm>
          <a:prstGeom xmlns:a="http://schemas.openxmlformats.org/drawingml/2006/main" prst="roundRect">
            <a:avLst>
              <a:gd name="adj" fmla="val 50000"/>
            </a:avLst>
          </a:prstGeom>
          <a:solidFill xmlns:a="http://schemas.openxmlformats.org/drawingml/2006/main">
            <a:srgbClr val="C8102E"/>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865E62D-D596-4075-99B1-7A8AA6F34ED2}"/>
              </a:ext>
            </a:extLst>
          </p:cNvPr>
          <p:cNvSpPr>
            <a:spLocks xmlns:a="http://schemas.openxmlformats.org/drawingml/2006/main" noGrp="1"/>
          </p:cNvSpPr>
          <p:nvPr/>
        </p:nvSpPr>
        <p:spPr>
          <a:xfrm xmlns:a="http://schemas.openxmlformats.org/drawingml/2006/main">
            <a:off x="6762750" y="4152900"/>
            <a:ext cx="4419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0">
                <a:solidFill>
                  <a:srgbClr val="E3EDF2"/>
                </a:solidFill>
                <a:latin typeface="Arial"/>
                <a:ea typeface="Arial"/>
                <a:cs typeface="Arial"/>
              </a:defRPr>
            </a:defPPr>
            <a:lvl1pPr algn="l">
              <a:defRPr sz="1350" b="0">
                <a:solidFill>
                  <a:srgbClr val="E3EDF2"/>
                </a:solidFill>
                <a:latin typeface="Arial"/>
                <a:ea typeface="Arial"/>
                <a:cs typeface="Arial"/>
              </a:defRPr>
            </a:lvl1pPr>
            <a:lvl2pPr algn="l">
              <a:defRPr sz="1350" b="0">
                <a:solidFill>
                  <a:srgbClr val="E3EDF2"/>
                </a:solidFill>
                <a:latin typeface="Arial"/>
                <a:ea typeface="Arial"/>
                <a:cs typeface="Arial"/>
              </a:defRPr>
            </a:lvl2pPr>
            <a:lvl3pPr algn="l">
              <a:defRPr sz="1350" b="0">
                <a:solidFill>
                  <a:srgbClr val="E3EDF2"/>
                </a:solidFill>
                <a:latin typeface="Arial"/>
                <a:ea typeface="Arial"/>
                <a:cs typeface="Arial"/>
              </a:defRPr>
            </a:lvl3pPr>
            <a:lvl4pPr algn="l">
              <a:defRPr sz="1350" b="0">
                <a:solidFill>
                  <a:srgbClr val="E3EDF2"/>
                </a:solidFill>
                <a:latin typeface="Arial"/>
                <a:ea typeface="Arial"/>
                <a:cs typeface="Arial"/>
              </a:defRPr>
            </a:lvl4pPr>
            <a:lvl5pPr algn="l">
              <a:defRPr sz="1350" b="0">
                <a:solidFill>
                  <a:srgbClr val="E3EDF2"/>
                </a:solidFill>
                <a:latin typeface="Arial"/>
                <a:ea typeface="Arial"/>
                <a:cs typeface="Arial"/>
              </a:defRPr>
            </a:lvl5pPr>
            <a:lvl6pPr algn="l">
              <a:defRPr sz="1350" b="0">
                <a:solidFill>
                  <a:srgbClr val="E3EDF2"/>
                </a:solidFill>
                <a:latin typeface="Arial"/>
                <a:ea typeface="Arial"/>
                <a:cs typeface="Arial"/>
              </a:defRPr>
            </a:lvl6pPr>
            <a:lvl7pPr algn="l">
              <a:defRPr sz="1350" b="0">
                <a:solidFill>
                  <a:srgbClr val="E3EDF2"/>
                </a:solidFill>
                <a:latin typeface="Arial"/>
                <a:ea typeface="Arial"/>
                <a:cs typeface="Arial"/>
              </a:defRPr>
            </a:lvl7pPr>
            <a:lvl8pPr algn="l">
              <a:defRPr sz="1350" b="0">
                <a:solidFill>
                  <a:srgbClr val="E3EDF2"/>
                </a:solidFill>
                <a:latin typeface="Arial"/>
                <a:ea typeface="Arial"/>
                <a:cs typeface="Arial"/>
              </a:defRPr>
            </a:lvl8pPr>
            <a:lvl9pPr algn="l">
              <a:defRPr sz="1350" b="0">
                <a:solidFill>
                  <a:srgbClr val="E3EDF2"/>
                </a:solidFill>
                <a:latin typeface="Arial"/>
                <a:ea typeface="Arial"/>
                <a:cs typeface="Arial"/>
              </a:defRPr>
            </a:lvl9pPr>
          </a:lstStyle>
          <a:p xmlns:a="http://schemas.openxmlformats.org/drawingml/2006/main">
            <a:pPr algn="l">
              <a:defRPr sz="1350" b="0">
                <a:solidFill>
                  <a:srgbClr val="E3EDF2"/>
                </a:solidFill>
                <a:latin typeface="Arial"/>
                <a:ea typeface="Arial"/>
                <a:cs typeface="Arial"/>
              </a:defRPr>
            </a:pPr>
            <a:r>
              <a:rPr sz="1350" b="0">
                <a:solidFill>
                  <a:srgbClr val="E3EDF2"/>
                </a:solidFill>
                <a:latin typeface="Arial"/>
                <a:ea typeface="Arial"/>
                <a:cs typeface="Arial"/>
              </a:rPr>
              <a:t>Export normalized evidence for downstream analysis</a:t>
            </a:r>
          </a:p>
        </p:txBody>
      </p:sp>
      <p:sp>
        <p:nvSpPr>
          <p:cNvPr id="24" name="">
            <a:extLst xmlns:a="http://schemas.openxmlformats.org/drawingml/2006/main">
              <a:ext uri="{FF2B5EF4-FFF2-40B4-BE49-F238E27FC236}">
                <a16:creationId xmlns:a16="http://schemas.microsoft.com/office/drawing/2014/main" id="{DB80FE57-B875-4EB0-B1BF-6449988ABB2E}"/>
              </a:ext>
            </a:extLst>
          </p:cNvPr>
          <p:cNvSpPr>
            <a:spLocks xmlns:a="http://schemas.openxmlformats.org/drawingml/2006/main" noGrp="1"/>
          </p:cNvSpPr>
          <p:nvPr/>
        </p:nvSpPr>
        <p:spPr>
          <a:xfrm xmlns:a="http://schemas.openxmlformats.org/drawingml/2006/main">
            <a:off x="895350" y="5514975"/>
            <a:ext cx="10401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350" b="0">
                <a:solidFill>
                  <a:srgbClr val="DCE8EE"/>
                </a:solidFill>
                <a:latin typeface="Arial"/>
                <a:ea typeface="Arial"/>
                <a:cs typeface="Arial"/>
              </a:defRPr>
            </a:defPPr>
            <a:lvl1pPr algn="ctr">
              <a:defRPr sz="1350" b="0">
                <a:solidFill>
                  <a:srgbClr val="DCE8EE"/>
                </a:solidFill>
                <a:latin typeface="Arial"/>
                <a:ea typeface="Arial"/>
                <a:cs typeface="Arial"/>
              </a:defRPr>
            </a:lvl1pPr>
            <a:lvl2pPr algn="ctr">
              <a:defRPr sz="1350" b="0">
                <a:solidFill>
                  <a:srgbClr val="DCE8EE"/>
                </a:solidFill>
                <a:latin typeface="Arial"/>
                <a:ea typeface="Arial"/>
                <a:cs typeface="Arial"/>
              </a:defRPr>
            </a:lvl2pPr>
            <a:lvl3pPr algn="ctr">
              <a:defRPr sz="1350" b="0">
                <a:solidFill>
                  <a:srgbClr val="DCE8EE"/>
                </a:solidFill>
                <a:latin typeface="Arial"/>
                <a:ea typeface="Arial"/>
                <a:cs typeface="Arial"/>
              </a:defRPr>
            </a:lvl3pPr>
            <a:lvl4pPr algn="ctr">
              <a:defRPr sz="1350" b="0">
                <a:solidFill>
                  <a:srgbClr val="DCE8EE"/>
                </a:solidFill>
                <a:latin typeface="Arial"/>
                <a:ea typeface="Arial"/>
                <a:cs typeface="Arial"/>
              </a:defRPr>
            </a:lvl4pPr>
            <a:lvl5pPr algn="ctr">
              <a:defRPr sz="1350" b="0">
                <a:solidFill>
                  <a:srgbClr val="DCE8EE"/>
                </a:solidFill>
                <a:latin typeface="Arial"/>
                <a:ea typeface="Arial"/>
                <a:cs typeface="Arial"/>
              </a:defRPr>
            </a:lvl5pPr>
            <a:lvl6pPr algn="ctr">
              <a:defRPr sz="1350" b="0">
                <a:solidFill>
                  <a:srgbClr val="DCE8EE"/>
                </a:solidFill>
                <a:latin typeface="Arial"/>
                <a:ea typeface="Arial"/>
                <a:cs typeface="Arial"/>
              </a:defRPr>
            </a:lvl6pPr>
            <a:lvl7pPr algn="ctr">
              <a:defRPr sz="1350" b="0">
                <a:solidFill>
                  <a:srgbClr val="DCE8EE"/>
                </a:solidFill>
                <a:latin typeface="Arial"/>
                <a:ea typeface="Arial"/>
                <a:cs typeface="Arial"/>
              </a:defRPr>
            </a:lvl7pPr>
            <a:lvl8pPr algn="ctr">
              <a:defRPr sz="1350" b="0">
                <a:solidFill>
                  <a:srgbClr val="DCE8EE"/>
                </a:solidFill>
                <a:latin typeface="Arial"/>
                <a:ea typeface="Arial"/>
                <a:cs typeface="Arial"/>
              </a:defRPr>
            </a:lvl8pPr>
            <a:lvl9pPr algn="ctr">
              <a:defRPr sz="1350" b="0">
                <a:solidFill>
                  <a:srgbClr val="DCE8EE"/>
                </a:solidFill>
                <a:latin typeface="Arial"/>
                <a:ea typeface="Arial"/>
                <a:cs typeface="Arial"/>
              </a:defRPr>
            </a:lvl9pPr>
          </a:lstStyle>
          <a:p xmlns:a="http://schemas.openxmlformats.org/drawingml/2006/main">
            <a:pPr algn="ctr">
              <a:defRPr sz="1350" b="0">
                <a:solidFill>
                  <a:srgbClr val="DCE8EE"/>
                </a:solidFill>
                <a:latin typeface="Arial"/>
                <a:ea typeface="Arial"/>
                <a:cs typeface="Arial"/>
              </a:defRPr>
            </a:pPr>
            <a:r>
              <a:rPr sz="1350" b="0">
                <a:solidFill>
                  <a:srgbClr val="DCE8EE"/>
                </a:solidFill>
                <a:latin typeface="Arial"/>
                <a:ea typeface="Arial"/>
                <a:cs typeface="Arial"/>
              </a:rPr>
              <a:t>The tutor uses a student session, retrieved course sources, assessment modes, and output checks before showing a reply.</a:t>
            </a:r>
          </a:p>
        </p:txBody>
      </p:sp>
    </p:spTree>
    <p:extLst>
      <p:ext uri="{BB962C8B-B14F-4D97-AF65-F5344CB8AC3E}">
        <p14:creationId xmlns:p14="http://schemas.microsoft.com/office/powerpoint/2010/main" val="4211796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159DB387-0716-4267-A35B-9F2C996D1541}"/>
              </a:ext>
            </a:extLst>
          </p:cNvPr>
          <p:cNvSpPr>
            <a:spLocks xmlns:a="http://schemas.openxmlformats.org/drawingml/2006/main" noGrp="1"/>
          </p:cNvSpPr>
          <p:nvPr/>
        </p:nvSpPr>
        <p:spPr>
          <a:xfrm xmlns:a="http://schemas.openxmlformats.org/drawingml/2006/main">
            <a:off x="609600" y="314325"/>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1">
                <a:solidFill>
                  <a:srgbClr val="0877B9"/>
                </a:solidFill>
                <a:latin typeface="Arial"/>
                <a:ea typeface="Arial"/>
                <a:cs typeface="Arial"/>
              </a:defRPr>
            </a:defPPr>
            <a:lvl1pPr algn="l">
              <a:defRPr sz="1050" b="1">
                <a:solidFill>
                  <a:srgbClr val="0877B9"/>
                </a:solidFill>
                <a:latin typeface="Arial"/>
                <a:ea typeface="Arial"/>
                <a:cs typeface="Arial"/>
              </a:defRPr>
            </a:lvl1pPr>
            <a:lvl2pPr algn="l">
              <a:defRPr sz="1050" b="1">
                <a:solidFill>
                  <a:srgbClr val="0877B9"/>
                </a:solidFill>
                <a:latin typeface="Arial"/>
                <a:ea typeface="Arial"/>
                <a:cs typeface="Arial"/>
              </a:defRPr>
            </a:lvl2pPr>
            <a:lvl3pPr algn="l">
              <a:defRPr sz="1050" b="1">
                <a:solidFill>
                  <a:srgbClr val="0877B9"/>
                </a:solidFill>
                <a:latin typeface="Arial"/>
                <a:ea typeface="Arial"/>
                <a:cs typeface="Arial"/>
              </a:defRPr>
            </a:lvl3pPr>
            <a:lvl4pPr algn="l">
              <a:defRPr sz="1050" b="1">
                <a:solidFill>
                  <a:srgbClr val="0877B9"/>
                </a:solidFill>
                <a:latin typeface="Arial"/>
                <a:ea typeface="Arial"/>
                <a:cs typeface="Arial"/>
              </a:defRPr>
            </a:lvl4pPr>
            <a:lvl5pPr algn="l">
              <a:defRPr sz="1050" b="1">
                <a:solidFill>
                  <a:srgbClr val="0877B9"/>
                </a:solidFill>
                <a:latin typeface="Arial"/>
                <a:ea typeface="Arial"/>
                <a:cs typeface="Arial"/>
              </a:defRPr>
            </a:lvl5pPr>
            <a:lvl6pPr algn="l">
              <a:defRPr sz="1050" b="1">
                <a:solidFill>
                  <a:srgbClr val="0877B9"/>
                </a:solidFill>
                <a:latin typeface="Arial"/>
                <a:ea typeface="Arial"/>
                <a:cs typeface="Arial"/>
              </a:defRPr>
            </a:lvl6pPr>
            <a:lvl7pPr algn="l">
              <a:defRPr sz="1050" b="1">
                <a:solidFill>
                  <a:srgbClr val="0877B9"/>
                </a:solidFill>
                <a:latin typeface="Arial"/>
                <a:ea typeface="Arial"/>
                <a:cs typeface="Arial"/>
              </a:defRPr>
            </a:lvl7pPr>
            <a:lvl8pPr algn="l">
              <a:defRPr sz="1050" b="1">
                <a:solidFill>
                  <a:srgbClr val="0877B9"/>
                </a:solidFill>
                <a:latin typeface="Arial"/>
                <a:ea typeface="Arial"/>
                <a:cs typeface="Arial"/>
              </a:defRPr>
            </a:lvl8pPr>
            <a:lvl9pPr algn="l">
              <a:defRPr sz="1050" b="1">
                <a:solidFill>
                  <a:srgbClr val="0877B9"/>
                </a:solidFill>
                <a:latin typeface="Arial"/>
                <a:ea typeface="Arial"/>
                <a:cs typeface="Arial"/>
              </a:defRPr>
            </a:lvl9pPr>
          </a:lstStyle>
          <a:p xmlns:a="http://schemas.openxmlformats.org/drawingml/2006/main">
            <a:pPr algn="l">
              <a:defRPr sz="1050" b="1">
                <a:solidFill>
                  <a:srgbClr val="0877B9"/>
                </a:solidFill>
                <a:latin typeface="Arial"/>
                <a:ea typeface="Arial"/>
                <a:cs typeface="Arial"/>
              </a:defRPr>
            </a:pPr>
            <a:r>
              <a:rPr sz="1050" b="1">
                <a:solidFill>
                  <a:srgbClr val="0877B9"/>
                </a:solidFill>
                <a:latin typeface="Arial"/>
                <a:ea typeface="Arial"/>
                <a:cs typeface="Arial"/>
              </a:rPr>
              <a:t>TECHNOLOGY AND TRUST</a:t>
            </a:r>
          </a:p>
        </p:txBody>
      </p:sp>
      <p:sp>
        <p:nvSpPr>
          <p:cNvPr id="2" name="">
            <a:extLst xmlns:a="http://schemas.openxmlformats.org/drawingml/2006/main">
              <a:ext uri="{FF2B5EF4-FFF2-40B4-BE49-F238E27FC236}">
                <a16:creationId xmlns:a16="http://schemas.microsoft.com/office/drawing/2014/main" id="{C283CC4D-9FC9-4F03-BCDA-6E640CFB16FD}"/>
              </a:ext>
            </a:extLst>
          </p:cNvPr>
          <p:cNvSpPr>
            <a:spLocks xmlns:a="http://schemas.openxmlformats.org/drawingml/2006/main" noGrp="1"/>
          </p:cNvSpPr>
          <p:nvPr/>
        </p:nvSpPr>
        <p:spPr>
          <a:xfrm xmlns:a="http://schemas.openxmlformats.org/drawingml/2006/main">
            <a:off x="609600" y="647700"/>
            <a:ext cx="10953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850" b="1">
                <a:solidFill>
                  <a:srgbClr val="183044"/>
                </a:solidFill>
                <a:latin typeface="Arial"/>
                <a:ea typeface="Arial"/>
                <a:cs typeface="Arial"/>
              </a:defRPr>
            </a:defPPr>
            <a:lvl1pPr algn="l">
              <a:defRPr sz="2850" b="1">
                <a:solidFill>
                  <a:srgbClr val="183044"/>
                </a:solidFill>
                <a:latin typeface="Arial"/>
                <a:ea typeface="Arial"/>
                <a:cs typeface="Arial"/>
              </a:defRPr>
            </a:lvl1pPr>
            <a:lvl2pPr algn="l">
              <a:defRPr sz="2850" b="1">
                <a:solidFill>
                  <a:srgbClr val="183044"/>
                </a:solidFill>
                <a:latin typeface="Arial"/>
                <a:ea typeface="Arial"/>
                <a:cs typeface="Arial"/>
              </a:defRPr>
            </a:lvl2pPr>
            <a:lvl3pPr algn="l">
              <a:defRPr sz="2850" b="1">
                <a:solidFill>
                  <a:srgbClr val="183044"/>
                </a:solidFill>
                <a:latin typeface="Arial"/>
                <a:ea typeface="Arial"/>
                <a:cs typeface="Arial"/>
              </a:defRPr>
            </a:lvl3pPr>
            <a:lvl4pPr algn="l">
              <a:defRPr sz="2850" b="1">
                <a:solidFill>
                  <a:srgbClr val="183044"/>
                </a:solidFill>
                <a:latin typeface="Arial"/>
                <a:ea typeface="Arial"/>
                <a:cs typeface="Arial"/>
              </a:defRPr>
            </a:lvl4pPr>
            <a:lvl5pPr algn="l">
              <a:defRPr sz="2850" b="1">
                <a:solidFill>
                  <a:srgbClr val="183044"/>
                </a:solidFill>
                <a:latin typeface="Arial"/>
                <a:ea typeface="Arial"/>
                <a:cs typeface="Arial"/>
              </a:defRPr>
            </a:lvl5pPr>
            <a:lvl6pPr algn="l">
              <a:defRPr sz="2850" b="1">
                <a:solidFill>
                  <a:srgbClr val="183044"/>
                </a:solidFill>
                <a:latin typeface="Arial"/>
                <a:ea typeface="Arial"/>
                <a:cs typeface="Arial"/>
              </a:defRPr>
            </a:lvl6pPr>
            <a:lvl7pPr algn="l">
              <a:defRPr sz="2850" b="1">
                <a:solidFill>
                  <a:srgbClr val="183044"/>
                </a:solidFill>
                <a:latin typeface="Arial"/>
                <a:ea typeface="Arial"/>
                <a:cs typeface="Arial"/>
              </a:defRPr>
            </a:lvl7pPr>
            <a:lvl8pPr algn="l">
              <a:defRPr sz="2850" b="1">
                <a:solidFill>
                  <a:srgbClr val="183044"/>
                </a:solidFill>
                <a:latin typeface="Arial"/>
                <a:ea typeface="Arial"/>
                <a:cs typeface="Arial"/>
              </a:defRPr>
            </a:lvl8pPr>
            <a:lvl9pPr algn="l">
              <a:defRPr sz="2850" b="1">
                <a:solidFill>
                  <a:srgbClr val="183044"/>
                </a:solidFill>
                <a:latin typeface="Arial"/>
                <a:ea typeface="Arial"/>
                <a:cs typeface="Arial"/>
              </a:defRPr>
            </a:lvl9pPr>
          </a:lstStyle>
          <a:p xmlns:a="http://schemas.openxmlformats.org/drawingml/2006/main">
            <a:pPr algn="l">
              <a:defRPr sz="2850" b="1">
                <a:solidFill>
                  <a:srgbClr val="183044"/>
                </a:solidFill>
                <a:latin typeface="Arial"/>
                <a:ea typeface="Arial"/>
                <a:cs typeface="Arial"/>
              </a:defRPr>
            </a:pPr>
            <a:r>
              <a:rPr sz="2850" b="1">
                <a:solidFill>
                  <a:srgbClr val="183044"/>
                </a:solidFill>
                <a:latin typeface="Arial"/>
                <a:ea typeface="Arial"/>
                <a:cs typeface="Arial"/>
              </a:rPr>
              <a:t>The stack separates the demo from shared data services</a:t>
            </a:r>
          </a:p>
        </p:txBody>
      </p:sp>
      <p:sp>
        <p:nvSpPr>
          <p:cNvPr id="3" name="">
            <a:extLst xmlns:a="http://schemas.openxmlformats.org/drawingml/2006/main">
              <a:ext uri="{FF2B5EF4-FFF2-40B4-BE49-F238E27FC236}">
                <a16:creationId xmlns:a16="http://schemas.microsoft.com/office/drawing/2014/main" id="{98F0041B-2462-479A-96C5-09E33246510A}"/>
              </a:ext>
            </a:extLst>
          </p:cNvPr>
          <p:cNvSpPr>
            <a:spLocks xmlns:a="http://schemas.openxmlformats.org/drawingml/2006/main" noGrp="1"/>
          </p:cNvSpPr>
          <p:nvPr/>
        </p:nvSpPr>
        <p:spPr>
          <a:xfrm xmlns:a="http://schemas.openxmlformats.org/drawingml/2006/main">
            <a:off x="609600" y="1438275"/>
            <a:ext cx="10972800" cy="19050"/>
          </a:xfrm>
          <a:prstGeom xmlns:a="http://schemas.openxmlformats.org/drawingml/2006/main" prst="rect">
            <a:avLst/>
          </a:prstGeom>
          <a:solidFill xmlns:a="http://schemas.openxmlformats.org/drawingml/2006/main">
            <a:srgbClr val="D7E0E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2618039-45B4-472A-A260-9F23BD3206FE}"/>
              </a:ext>
            </a:extLst>
          </p:cNvPr>
          <p:cNvSpPr>
            <a:spLocks xmlns:a="http://schemas.openxmlformats.org/drawingml/2006/main" noGrp="1"/>
          </p:cNvSpPr>
          <p:nvPr/>
        </p:nvSpPr>
        <p:spPr>
          <a:xfrm xmlns:a="http://schemas.openxmlformats.org/drawingml/2006/main">
            <a:off x="609600" y="6477000"/>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1">
                <a:solidFill>
                  <a:srgbClr val="5C6F7D"/>
                </a:solidFill>
                <a:latin typeface="Arial"/>
                <a:ea typeface="Arial"/>
                <a:cs typeface="Arial"/>
              </a:defRPr>
            </a:defPPr>
            <a:lvl1pPr algn="l">
              <a:defRPr sz="900" b="1">
                <a:solidFill>
                  <a:srgbClr val="5C6F7D"/>
                </a:solidFill>
                <a:latin typeface="Arial"/>
                <a:ea typeface="Arial"/>
                <a:cs typeface="Arial"/>
              </a:defRPr>
            </a:lvl1pPr>
            <a:lvl2pPr algn="l">
              <a:defRPr sz="900" b="1">
                <a:solidFill>
                  <a:srgbClr val="5C6F7D"/>
                </a:solidFill>
                <a:latin typeface="Arial"/>
                <a:ea typeface="Arial"/>
                <a:cs typeface="Arial"/>
              </a:defRPr>
            </a:lvl2pPr>
            <a:lvl3pPr algn="l">
              <a:defRPr sz="900" b="1">
                <a:solidFill>
                  <a:srgbClr val="5C6F7D"/>
                </a:solidFill>
                <a:latin typeface="Arial"/>
                <a:ea typeface="Arial"/>
                <a:cs typeface="Arial"/>
              </a:defRPr>
            </a:lvl3pPr>
            <a:lvl4pPr algn="l">
              <a:defRPr sz="900" b="1">
                <a:solidFill>
                  <a:srgbClr val="5C6F7D"/>
                </a:solidFill>
                <a:latin typeface="Arial"/>
                <a:ea typeface="Arial"/>
                <a:cs typeface="Arial"/>
              </a:defRPr>
            </a:lvl4pPr>
            <a:lvl5pPr algn="l">
              <a:defRPr sz="900" b="1">
                <a:solidFill>
                  <a:srgbClr val="5C6F7D"/>
                </a:solidFill>
                <a:latin typeface="Arial"/>
                <a:ea typeface="Arial"/>
                <a:cs typeface="Arial"/>
              </a:defRPr>
            </a:lvl5pPr>
            <a:lvl6pPr algn="l">
              <a:defRPr sz="900" b="1">
                <a:solidFill>
                  <a:srgbClr val="5C6F7D"/>
                </a:solidFill>
                <a:latin typeface="Arial"/>
                <a:ea typeface="Arial"/>
                <a:cs typeface="Arial"/>
              </a:defRPr>
            </a:lvl6pPr>
            <a:lvl7pPr algn="l">
              <a:defRPr sz="900" b="1">
                <a:solidFill>
                  <a:srgbClr val="5C6F7D"/>
                </a:solidFill>
                <a:latin typeface="Arial"/>
                <a:ea typeface="Arial"/>
                <a:cs typeface="Arial"/>
              </a:defRPr>
            </a:lvl7pPr>
            <a:lvl8pPr algn="l">
              <a:defRPr sz="900" b="1">
                <a:solidFill>
                  <a:srgbClr val="5C6F7D"/>
                </a:solidFill>
                <a:latin typeface="Arial"/>
                <a:ea typeface="Arial"/>
                <a:cs typeface="Arial"/>
              </a:defRPr>
            </a:lvl8pPr>
            <a:lvl9pPr algn="l">
              <a:defRPr sz="900" b="1">
                <a:solidFill>
                  <a:srgbClr val="5C6F7D"/>
                </a:solidFill>
                <a:latin typeface="Arial"/>
                <a:ea typeface="Arial"/>
                <a:cs typeface="Arial"/>
              </a:defRPr>
            </a:lvl9pPr>
          </a:lstStyle>
          <a:p xmlns:a="http://schemas.openxmlformats.org/drawingml/2006/main">
            <a:pPr algn="l">
              <a:defRPr sz="900" b="1">
                <a:solidFill>
                  <a:srgbClr val="5C6F7D"/>
                </a:solidFill>
                <a:latin typeface="Arial"/>
                <a:ea typeface="Arial"/>
                <a:cs typeface="Arial"/>
              </a:defRPr>
            </a:pPr>
            <a:r>
              <a:rPr sz="900" b="1">
                <a:solidFill>
                  <a:srgbClr val="5C6F7D"/>
                </a:solidFill>
                <a:latin typeface="Arial"/>
                <a:ea typeface="Arial"/>
                <a:cs typeface="Arial"/>
              </a:rPr>
              <a:t>CARMEN STUDY GUIDE</a:t>
            </a:r>
          </a:p>
        </p:txBody>
      </p:sp>
      <p:sp>
        <p:nvSpPr>
          <p:cNvPr id="5" name="">
            <a:extLst xmlns:a="http://schemas.openxmlformats.org/drawingml/2006/main">
              <a:ext uri="{FF2B5EF4-FFF2-40B4-BE49-F238E27FC236}">
                <a16:creationId xmlns:a16="http://schemas.microsoft.com/office/drawing/2014/main" id="{AB5B9A19-660D-4608-9292-5CA4E07F502F}"/>
              </a:ext>
            </a:extLst>
          </p:cNvPr>
          <p:cNvSpPr>
            <a:spLocks xmlns:a="http://schemas.openxmlformats.org/drawingml/2006/main" noGrp="1"/>
          </p:cNvSpPr>
          <p:nvPr/>
        </p:nvSpPr>
        <p:spPr>
          <a:xfrm xmlns:a="http://schemas.openxmlformats.org/drawingml/2006/main">
            <a:off x="11239500" y="64579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C6F7D"/>
                </a:solidFill>
                <a:latin typeface="Arial"/>
                <a:ea typeface="Arial"/>
                <a:cs typeface="Arial"/>
              </a:defRPr>
            </a:defPPr>
            <a:lvl1pPr algn="r">
              <a:defRPr sz="900" b="0">
                <a:solidFill>
                  <a:srgbClr val="5C6F7D"/>
                </a:solidFill>
                <a:latin typeface="Arial"/>
                <a:ea typeface="Arial"/>
                <a:cs typeface="Arial"/>
              </a:defRPr>
            </a:lvl1pPr>
            <a:lvl2pPr algn="r">
              <a:defRPr sz="900" b="0">
                <a:solidFill>
                  <a:srgbClr val="5C6F7D"/>
                </a:solidFill>
                <a:latin typeface="Arial"/>
                <a:ea typeface="Arial"/>
                <a:cs typeface="Arial"/>
              </a:defRPr>
            </a:lvl2pPr>
            <a:lvl3pPr algn="r">
              <a:defRPr sz="900" b="0">
                <a:solidFill>
                  <a:srgbClr val="5C6F7D"/>
                </a:solidFill>
                <a:latin typeface="Arial"/>
                <a:ea typeface="Arial"/>
                <a:cs typeface="Arial"/>
              </a:defRPr>
            </a:lvl3pPr>
            <a:lvl4pPr algn="r">
              <a:defRPr sz="900" b="0">
                <a:solidFill>
                  <a:srgbClr val="5C6F7D"/>
                </a:solidFill>
                <a:latin typeface="Arial"/>
                <a:ea typeface="Arial"/>
                <a:cs typeface="Arial"/>
              </a:defRPr>
            </a:lvl4pPr>
            <a:lvl5pPr algn="r">
              <a:defRPr sz="900" b="0">
                <a:solidFill>
                  <a:srgbClr val="5C6F7D"/>
                </a:solidFill>
                <a:latin typeface="Arial"/>
                <a:ea typeface="Arial"/>
                <a:cs typeface="Arial"/>
              </a:defRPr>
            </a:lvl5pPr>
            <a:lvl6pPr algn="r">
              <a:defRPr sz="900" b="0">
                <a:solidFill>
                  <a:srgbClr val="5C6F7D"/>
                </a:solidFill>
                <a:latin typeface="Arial"/>
                <a:ea typeface="Arial"/>
                <a:cs typeface="Arial"/>
              </a:defRPr>
            </a:lvl6pPr>
            <a:lvl7pPr algn="r">
              <a:defRPr sz="900" b="0">
                <a:solidFill>
                  <a:srgbClr val="5C6F7D"/>
                </a:solidFill>
                <a:latin typeface="Arial"/>
                <a:ea typeface="Arial"/>
                <a:cs typeface="Arial"/>
              </a:defRPr>
            </a:lvl7pPr>
            <a:lvl8pPr algn="r">
              <a:defRPr sz="900" b="0">
                <a:solidFill>
                  <a:srgbClr val="5C6F7D"/>
                </a:solidFill>
                <a:latin typeface="Arial"/>
                <a:ea typeface="Arial"/>
                <a:cs typeface="Arial"/>
              </a:defRPr>
            </a:lvl8pPr>
            <a:lvl9pPr algn="r">
              <a:defRPr sz="900" b="0">
                <a:solidFill>
                  <a:srgbClr val="5C6F7D"/>
                </a:solidFill>
                <a:latin typeface="Arial"/>
                <a:ea typeface="Arial"/>
                <a:cs typeface="Arial"/>
              </a:defRPr>
            </a:lvl9pPr>
          </a:lstStyle>
          <a:p xmlns:a="http://schemas.openxmlformats.org/drawingml/2006/main">
            <a:pPr algn="r">
              <a:defRPr sz="900" b="0">
                <a:solidFill>
                  <a:srgbClr val="5C6F7D"/>
                </a:solidFill>
                <a:latin typeface="Arial"/>
                <a:ea typeface="Arial"/>
                <a:cs typeface="Arial"/>
              </a:defRPr>
            </a:pPr>
            <a:r>
              <a:rPr sz="900" b="0">
                <a:solidFill>
                  <a:srgbClr val="5C6F7D"/>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8984B298-E5E9-4621-94C0-FB0E0BE66EC1}"/>
              </a:ext>
            </a:extLst>
          </p:cNvPr>
          <p:cNvSpPr>
            <a:spLocks xmlns:a="http://schemas.openxmlformats.org/drawingml/2006/main" noGrp="1"/>
          </p:cNvSpPr>
          <p:nvPr/>
        </p:nvSpPr>
        <p:spPr>
          <a:xfrm xmlns:a="http://schemas.openxmlformats.org/drawingml/2006/main">
            <a:off x="685800" y="1981200"/>
            <a:ext cx="3257550" cy="1695450"/>
          </a:xfrm>
          <a:prstGeom xmlns:a="http://schemas.openxmlformats.org/drawingml/2006/main" prst="roundRect">
            <a:avLst>
              <a:gd name="adj" fmla="val 10112"/>
            </a:avLst>
          </a:prstGeom>
          <a:solidFill xmlns:a="http://schemas.openxmlformats.org/drawingml/2006/main">
            <a:srgbClr val="F4F7F9"/>
          </a:solidFill>
          <a:ln xmlns:a="http://schemas.openxmlformats.org/drawingml/2006/main" w="9525">
            <a:solidFill>
              <a:srgbClr val="D7E0E6"/>
            </a:solidFill>
            <a:prstDash val="solid"/>
          </a:ln>
        </p:spPr>
      </p:sp>
      <p:sp>
        <p:nvSpPr>
          <p:cNvPr id="7" name="">
            <a:extLst xmlns:a="http://schemas.openxmlformats.org/drawingml/2006/main">
              <a:ext uri="{FF2B5EF4-FFF2-40B4-BE49-F238E27FC236}">
                <a16:creationId xmlns:a16="http://schemas.microsoft.com/office/drawing/2014/main" id="{14122F11-95CF-462C-838C-73257D3DF62D}"/>
              </a:ext>
            </a:extLst>
          </p:cNvPr>
          <p:cNvSpPr>
            <a:spLocks xmlns:a="http://schemas.openxmlformats.org/drawingml/2006/main" noGrp="1"/>
          </p:cNvSpPr>
          <p:nvPr/>
        </p:nvSpPr>
        <p:spPr>
          <a:xfrm xmlns:a="http://schemas.openxmlformats.org/drawingml/2006/main">
            <a:off x="952500" y="2200275"/>
            <a:ext cx="2705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1">
                <a:solidFill>
                  <a:srgbClr val="0877B9"/>
                </a:solidFill>
                <a:latin typeface="Arial"/>
                <a:ea typeface="Arial"/>
                <a:cs typeface="Arial"/>
              </a:defRPr>
            </a:defPPr>
            <a:lvl1pPr algn="l">
              <a:defRPr sz="1050" b="1">
                <a:solidFill>
                  <a:srgbClr val="0877B9"/>
                </a:solidFill>
                <a:latin typeface="Arial"/>
                <a:ea typeface="Arial"/>
                <a:cs typeface="Arial"/>
              </a:defRPr>
            </a:lvl1pPr>
            <a:lvl2pPr algn="l">
              <a:defRPr sz="1050" b="1">
                <a:solidFill>
                  <a:srgbClr val="0877B9"/>
                </a:solidFill>
                <a:latin typeface="Arial"/>
                <a:ea typeface="Arial"/>
                <a:cs typeface="Arial"/>
              </a:defRPr>
            </a:lvl2pPr>
            <a:lvl3pPr algn="l">
              <a:defRPr sz="1050" b="1">
                <a:solidFill>
                  <a:srgbClr val="0877B9"/>
                </a:solidFill>
                <a:latin typeface="Arial"/>
                <a:ea typeface="Arial"/>
                <a:cs typeface="Arial"/>
              </a:defRPr>
            </a:lvl3pPr>
            <a:lvl4pPr algn="l">
              <a:defRPr sz="1050" b="1">
                <a:solidFill>
                  <a:srgbClr val="0877B9"/>
                </a:solidFill>
                <a:latin typeface="Arial"/>
                <a:ea typeface="Arial"/>
                <a:cs typeface="Arial"/>
              </a:defRPr>
            </a:lvl4pPr>
            <a:lvl5pPr algn="l">
              <a:defRPr sz="1050" b="1">
                <a:solidFill>
                  <a:srgbClr val="0877B9"/>
                </a:solidFill>
                <a:latin typeface="Arial"/>
                <a:ea typeface="Arial"/>
                <a:cs typeface="Arial"/>
              </a:defRPr>
            </a:lvl5pPr>
            <a:lvl6pPr algn="l">
              <a:defRPr sz="1050" b="1">
                <a:solidFill>
                  <a:srgbClr val="0877B9"/>
                </a:solidFill>
                <a:latin typeface="Arial"/>
                <a:ea typeface="Arial"/>
                <a:cs typeface="Arial"/>
              </a:defRPr>
            </a:lvl6pPr>
            <a:lvl7pPr algn="l">
              <a:defRPr sz="1050" b="1">
                <a:solidFill>
                  <a:srgbClr val="0877B9"/>
                </a:solidFill>
                <a:latin typeface="Arial"/>
                <a:ea typeface="Arial"/>
                <a:cs typeface="Arial"/>
              </a:defRPr>
            </a:lvl7pPr>
            <a:lvl8pPr algn="l">
              <a:defRPr sz="1050" b="1">
                <a:solidFill>
                  <a:srgbClr val="0877B9"/>
                </a:solidFill>
                <a:latin typeface="Arial"/>
                <a:ea typeface="Arial"/>
                <a:cs typeface="Arial"/>
              </a:defRPr>
            </a:lvl8pPr>
            <a:lvl9pPr algn="l">
              <a:defRPr sz="1050" b="1">
                <a:solidFill>
                  <a:srgbClr val="0877B9"/>
                </a:solidFill>
                <a:latin typeface="Arial"/>
                <a:ea typeface="Arial"/>
                <a:cs typeface="Arial"/>
              </a:defRPr>
            </a:lvl9pPr>
          </a:lstStyle>
          <a:p xmlns:a="http://schemas.openxmlformats.org/drawingml/2006/main">
            <a:pPr algn="l">
              <a:defRPr sz="1050" b="1">
                <a:solidFill>
                  <a:srgbClr val="0877B9"/>
                </a:solidFill>
                <a:latin typeface="Arial"/>
                <a:ea typeface="Arial"/>
                <a:cs typeface="Arial"/>
              </a:defRPr>
            </a:pPr>
            <a:r>
              <a:rPr sz="1050" b="1">
                <a:solidFill>
                  <a:srgbClr val="0877B9"/>
                </a:solidFill>
                <a:latin typeface="Arial"/>
                <a:ea typeface="Arial"/>
                <a:cs typeface="Arial"/>
              </a:rPr>
              <a:t>BROWSER</a:t>
            </a:r>
          </a:p>
        </p:txBody>
      </p:sp>
      <p:sp>
        <p:nvSpPr>
          <p:cNvPr id="8" name="">
            <a:extLst xmlns:a="http://schemas.openxmlformats.org/drawingml/2006/main">
              <a:ext uri="{FF2B5EF4-FFF2-40B4-BE49-F238E27FC236}">
                <a16:creationId xmlns:a16="http://schemas.microsoft.com/office/drawing/2014/main" id="{84B8F9CD-DE14-4554-8043-9F53A7E356F9}"/>
              </a:ext>
            </a:extLst>
          </p:cNvPr>
          <p:cNvSpPr>
            <a:spLocks xmlns:a="http://schemas.openxmlformats.org/drawingml/2006/main" noGrp="1"/>
          </p:cNvSpPr>
          <p:nvPr/>
        </p:nvSpPr>
        <p:spPr>
          <a:xfrm xmlns:a="http://schemas.openxmlformats.org/drawingml/2006/main">
            <a:off x="952500" y="2581275"/>
            <a:ext cx="2743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1">
                <a:solidFill>
                  <a:srgbClr val="183044"/>
                </a:solidFill>
                <a:latin typeface="Arial"/>
                <a:ea typeface="Arial"/>
                <a:cs typeface="Arial"/>
              </a:defRPr>
            </a:defPPr>
            <a:lvl1pPr algn="l">
              <a:defRPr sz="1875" b="1">
                <a:solidFill>
                  <a:srgbClr val="183044"/>
                </a:solidFill>
                <a:latin typeface="Arial"/>
                <a:ea typeface="Arial"/>
                <a:cs typeface="Arial"/>
              </a:defRPr>
            </a:lvl1pPr>
            <a:lvl2pPr algn="l">
              <a:defRPr sz="1875" b="1">
                <a:solidFill>
                  <a:srgbClr val="183044"/>
                </a:solidFill>
                <a:latin typeface="Arial"/>
                <a:ea typeface="Arial"/>
                <a:cs typeface="Arial"/>
              </a:defRPr>
            </a:lvl2pPr>
            <a:lvl3pPr algn="l">
              <a:defRPr sz="1875" b="1">
                <a:solidFill>
                  <a:srgbClr val="183044"/>
                </a:solidFill>
                <a:latin typeface="Arial"/>
                <a:ea typeface="Arial"/>
                <a:cs typeface="Arial"/>
              </a:defRPr>
            </a:lvl3pPr>
            <a:lvl4pPr algn="l">
              <a:defRPr sz="1875" b="1">
                <a:solidFill>
                  <a:srgbClr val="183044"/>
                </a:solidFill>
                <a:latin typeface="Arial"/>
                <a:ea typeface="Arial"/>
                <a:cs typeface="Arial"/>
              </a:defRPr>
            </a:lvl4pPr>
            <a:lvl5pPr algn="l">
              <a:defRPr sz="1875" b="1">
                <a:solidFill>
                  <a:srgbClr val="183044"/>
                </a:solidFill>
                <a:latin typeface="Arial"/>
                <a:ea typeface="Arial"/>
                <a:cs typeface="Arial"/>
              </a:defRPr>
            </a:lvl5pPr>
            <a:lvl6pPr algn="l">
              <a:defRPr sz="1875" b="1">
                <a:solidFill>
                  <a:srgbClr val="183044"/>
                </a:solidFill>
                <a:latin typeface="Arial"/>
                <a:ea typeface="Arial"/>
                <a:cs typeface="Arial"/>
              </a:defRPr>
            </a:lvl6pPr>
            <a:lvl7pPr algn="l">
              <a:defRPr sz="1875" b="1">
                <a:solidFill>
                  <a:srgbClr val="183044"/>
                </a:solidFill>
                <a:latin typeface="Arial"/>
                <a:ea typeface="Arial"/>
                <a:cs typeface="Arial"/>
              </a:defRPr>
            </a:lvl7pPr>
            <a:lvl8pPr algn="l">
              <a:defRPr sz="1875" b="1">
                <a:solidFill>
                  <a:srgbClr val="183044"/>
                </a:solidFill>
                <a:latin typeface="Arial"/>
                <a:ea typeface="Arial"/>
                <a:cs typeface="Arial"/>
              </a:defRPr>
            </a:lvl8pPr>
            <a:lvl9pPr algn="l">
              <a:defRPr sz="1875" b="1">
                <a:solidFill>
                  <a:srgbClr val="183044"/>
                </a:solidFill>
                <a:latin typeface="Arial"/>
                <a:ea typeface="Arial"/>
                <a:cs typeface="Arial"/>
              </a:defRPr>
            </a:lvl9pPr>
          </a:lstStyle>
          <a:p xmlns:a="http://schemas.openxmlformats.org/drawingml/2006/main">
            <a:pPr algn="l">
              <a:defRPr sz="1875" b="1">
                <a:solidFill>
                  <a:srgbClr val="183044"/>
                </a:solidFill>
                <a:latin typeface="Arial"/>
                <a:ea typeface="Arial"/>
                <a:cs typeface="Arial"/>
              </a:defRPr>
            </a:pPr>
            <a:r>
              <a:rPr sz="1875" b="1">
                <a:solidFill>
                  <a:srgbClr val="183044"/>
                </a:solidFill>
                <a:latin typeface="Arial"/>
                <a:ea typeface="Arial"/>
                <a:cs typeface="Arial"/>
              </a:rPr>
              <a:t>HTML / CSS / JS</a:t>
            </a:r>
          </a:p>
        </p:txBody>
      </p:sp>
      <p:sp>
        <p:nvSpPr>
          <p:cNvPr id="9" name="">
            <a:extLst xmlns:a="http://schemas.openxmlformats.org/drawingml/2006/main">
              <a:ext uri="{FF2B5EF4-FFF2-40B4-BE49-F238E27FC236}">
                <a16:creationId xmlns:a16="http://schemas.microsoft.com/office/drawing/2014/main" id="{A0A5858C-0B14-4B0A-B211-23DD5BD64CC0}"/>
              </a:ext>
            </a:extLst>
          </p:cNvPr>
          <p:cNvSpPr>
            <a:spLocks xmlns:a="http://schemas.openxmlformats.org/drawingml/2006/main" noGrp="1"/>
          </p:cNvSpPr>
          <p:nvPr/>
        </p:nvSpPr>
        <p:spPr>
          <a:xfrm xmlns:a="http://schemas.openxmlformats.org/drawingml/2006/main">
            <a:off x="952500" y="3095625"/>
            <a:ext cx="2686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5C6F7D"/>
                </a:solidFill>
                <a:latin typeface="Arial"/>
                <a:ea typeface="Arial"/>
                <a:cs typeface="Arial"/>
              </a:defRPr>
            </a:defPPr>
            <a:lvl1pPr algn="l">
              <a:defRPr sz="1275" b="0">
                <a:solidFill>
                  <a:srgbClr val="5C6F7D"/>
                </a:solidFill>
                <a:latin typeface="Arial"/>
                <a:ea typeface="Arial"/>
                <a:cs typeface="Arial"/>
              </a:defRPr>
            </a:lvl1pPr>
            <a:lvl2pPr algn="l">
              <a:defRPr sz="1275" b="0">
                <a:solidFill>
                  <a:srgbClr val="5C6F7D"/>
                </a:solidFill>
                <a:latin typeface="Arial"/>
                <a:ea typeface="Arial"/>
                <a:cs typeface="Arial"/>
              </a:defRPr>
            </a:lvl2pPr>
            <a:lvl3pPr algn="l">
              <a:defRPr sz="1275" b="0">
                <a:solidFill>
                  <a:srgbClr val="5C6F7D"/>
                </a:solidFill>
                <a:latin typeface="Arial"/>
                <a:ea typeface="Arial"/>
                <a:cs typeface="Arial"/>
              </a:defRPr>
            </a:lvl3pPr>
            <a:lvl4pPr algn="l">
              <a:defRPr sz="1275" b="0">
                <a:solidFill>
                  <a:srgbClr val="5C6F7D"/>
                </a:solidFill>
                <a:latin typeface="Arial"/>
                <a:ea typeface="Arial"/>
                <a:cs typeface="Arial"/>
              </a:defRPr>
            </a:lvl4pPr>
            <a:lvl5pPr algn="l">
              <a:defRPr sz="1275" b="0">
                <a:solidFill>
                  <a:srgbClr val="5C6F7D"/>
                </a:solidFill>
                <a:latin typeface="Arial"/>
                <a:ea typeface="Arial"/>
                <a:cs typeface="Arial"/>
              </a:defRPr>
            </a:lvl5pPr>
            <a:lvl6pPr algn="l">
              <a:defRPr sz="1275" b="0">
                <a:solidFill>
                  <a:srgbClr val="5C6F7D"/>
                </a:solidFill>
                <a:latin typeface="Arial"/>
                <a:ea typeface="Arial"/>
                <a:cs typeface="Arial"/>
              </a:defRPr>
            </a:lvl6pPr>
            <a:lvl7pPr algn="l">
              <a:defRPr sz="1275" b="0">
                <a:solidFill>
                  <a:srgbClr val="5C6F7D"/>
                </a:solidFill>
                <a:latin typeface="Arial"/>
                <a:ea typeface="Arial"/>
                <a:cs typeface="Arial"/>
              </a:defRPr>
            </a:lvl7pPr>
            <a:lvl8pPr algn="l">
              <a:defRPr sz="1275" b="0">
                <a:solidFill>
                  <a:srgbClr val="5C6F7D"/>
                </a:solidFill>
                <a:latin typeface="Arial"/>
                <a:ea typeface="Arial"/>
                <a:cs typeface="Arial"/>
              </a:defRPr>
            </a:lvl8pPr>
            <a:lvl9pPr algn="l">
              <a:defRPr sz="1275" b="0">
                <a:solidFill>
                  <a:srgbClr val="5C6F7D"/>
                </a:solidFill>
                <a:latin typeface="Arial"/>
                <a:ea typeface="Arial"/>
                <a:cs typeface="Arial"/>
              </a:defRPr>
            </a:lvl9pPr>
          </a:lstStyle>
          <a:p xmlns:a="http://schemas.openxmlformats.org/drawingml/2006/main">
            <a:pPr algn="l">
              <a:defRPr sz="1275" b="0">
                <a:solidFill>
                  <a:srgbClr val="5C6F7D"/>
                </a:solidFill>
                <a:latin typeface="Arial"/>
                <a:ea typeface="Arial"/>
                <a:cs typeface="Arial"/>
              </a:defRPr>
            </a:pPr>
            <a:r>
              <a:rPr sz="1275" b="0">
                <a:solidFill>
                  <a:srgbClr val="5C6F7D"/>
                </a:solidFill>
                <a:latin typeface="Arial"/>
                <a:ea typeface="Arial"/>
                <a:cs typeface="Arial"/>
              </a:rPr>
              <a:t>Canvas-style pages</a:t>
            </a:r>
          </a:p>
          <a:p xmlns:a="http://schemas.openxmlformats.org/drawingml/2006/main">
            <a:pPr algn="l">
              <a:defRPr sz="1275" b="0">
                <a:solidFill>
                  <a:srgbClr val="5C6F7D"/>
                </a:solidFill>
                <a:latin typeface="Arial"/>
                <a:ea typeface="Arial"/>
                <a:cs typeface="Arial"/>
              </a:defRPr>
            </a:pPr>
            <a:r>
              <a:rPr sz="1275" b="0">
                <a:solidFill>
                  <a:srgbClr val="5C6F7D"/>
                </a:solidFill>
                <a:latin typeface="Arial"/>
                <a:ea typeface="Arial"/>
                <a:cs typeface="Arial"/>
              </a:rPr>
              <a:t>Student and instructor UI</a:t>
            </a:r>
          </a:p>
        </p:txBody>
      </p:sp>
      <p:sp>
        <p:nvSpPr>
          <p:cNvPr id="10" name="">
            <a:extLst xmlns:a="http://schemas.openxmlformats.org/drawingml/2006/main">
              <a:ext uri="{FF2B5EF4-FFF2-40B4-BE49-F238E27FC236}">
                <a16:creationId xmlns:a16="http://schemas.microsoft.com/office/drawing/2014/main" id="{894AC471-C2BD-40CE-9058-D35DC33D19DF}"/>
              </a:ext>
            </a:extLst>
          </p:cNvPr>
          <p:cNvSpPr>
            <a:spLocks xmlns:a="http://schemas.openxmlformats.org/drawingml/2006/main" noGrp="1"/>
          </p:cNvSpPr>
          <p:nvPr/>
        </p:nvSpPr>
        <p:spPr>
          <a:xfrm xmlns:a="http://schemas.openxmlformats.org/drawingml/2006/main">
            <a:off x="4438650" y="1981200"/>
            <a:ext cx="3257550" cy="1695450"/>
          </a:xfrm>
          <a:prstGeom xmlns:a="http://schemas.openxmlformats.org/drawingml/2006/main" prst="roundRect">
            <a:avLst>
              <a:gd name="adj" fmla="val 10112"/>
            </a:avLst>
          </a:prstGeom>
          <a:solidFill xmlns:a="http://schemas.openxmlformats.org/drawingml/2006/main">
            <a:srgbClr val="183044"/>
          </a:solidFill>
          <a:ln xmlns:a="http://schemas.openxmlformats.org/drawingml/2006/main" w="9525">
            <a:solidFill>
              <a:srgbClr val="183044"/>
            </a:solidFill>
            <a:prstDash val="solid"/>
          </a:ln>
        </p:spPr>
      </p:sp>
      <p:sp>
        <p:nvSpPr>
          <p:cNvPr id="11" name="">
            <a:extLst xmlns:a="http://schemas.openxmlformats.org/drawingml/2006/main">
              <a:ext uri="{FF2B5EF4-FFF2-40B4-BE49-F238E27FC236}">
                <a16:creationId xmlns:a16="http://schemas.microsoft.com/office/drawing/2014/main" id="{8028D212-598A-40BC-9E52-507D6544914D}"/>
              </a:ext>
            </a:extLst>
          </p:cNvPr>
          <p:cNvSpPr>
            <a:spLocks xmlns:a="http://schemas.openxmlformats.org/drawingml/2006/main" noGrp="1"/>
          </p:cNvSpPr>
          <p:nvPr/>
        </p:nvSpPr>
        <p:spPr>
          <a:xfrm xmlns:a="http://schemas.openxmlformats.org/drawingml/2006/main">
            <a:off x="4705350" y="2200275"/>
            <a:ext cx="2705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1">
                <a:solidFill>
                  <a:srgbClr val="BBD0DD"/>
                </a:solidFill>
                <a:latin typeface="Arial"/>
                <a:ea typeface="Arial"/>
                <a:cs typeface="Arial"/>
              </a:defRPr>
            </a:defPPr>
            <a:lvl1pPr algn="l">
              <a:defRPr sz="1050" b="1">
                <a:solidFill>
                  <a:srgbClr val="BBD0DD"/>
                </a:solidFill>
                <a:latin typeface="Arial"/>
                <a:ea typeface="Arial"/>
                <a:cs typeface="Arial"/>
              </a:defRPr>
            </a:lvl1pPr>
            <a:lvl2pPr algn="l">
              <a:defRPr sz="1050" b="1">
                <a:solidFill>
                  <a:srgbClr val="BBD0DD"/>
                </a:solidFill>
                <a:latin typeface="Arial"/>
                <a:ea typeface="Arial"/>
                <a:cs typeface="Arial"/>
              </a:defRPr>
            </a:lvl2pPr>
            <a:lvl3pPr algn="l">
              <a:defRPr sz="1050" b="1">
                <a:solidFill>
                  <a:srgbClr val="BBD0DD"/>
                </a:solidFill>
                <a:latin typeface="Arial"/>
                <a:ea typeface="Arial"/>
                <a:cs typeface="Arial"/>
              </a:defRPr>
            </a:lvl3pPr>
            <a:lvl4pPr algn="l">
              <a:defRPr sz="1050" b="1">
                <a:solidFill>
                  <a:srgbClr val="BBD0DD"/>
                </a:solidFill>
                <a:latin typeface="Arial"/>
                <a:ea typeface="Arial"/>
                <a:cs typeface="Arial"/>
              </a:defRPr>
            </a:lvl4pPr>
            <a:lvl5pPr algn="l">
              <a:defRPr sz="1050" b="1">
                <a:solidFill>
                  <a:srgbClr val="BBD0DD"/>
                </a:solidFill>
                <a:latin typeface="Arial"/>
                <a:ea typeface="Arial"/>
                <a:cs typeface="Arial"/>
              </a:defRPr>
            </a:lvl5pPr>
            <a:lvl6pPr algn="l">
              <a:defRPr sz="1050" b="1">
                <a:solidFill>
                  <a:srgbClr val="BBD0DD"/>
                </a:solidFill>
                <a:latin typeface="Arial"/>
                <a:ea typeface="Arial"/>
                <a:cs typeface="Arial"/>
              </a:defRPr>
            </a:lvl6pPr>
            <a:lvl7pPr algn="l">
              <a:defRPr sz="1050" b="1">
                <a:solidFill>
                  <a:srgbClr val="BBD0DD"/>
                </a:solidFill>
                <a:latin typeface="Arial"/>
                <a:ea typeface="Arial"/>
                <a:cs typeface="Arial"/>
              </a:defRPr>
            </a:lvl7pPr>
            <a:lvl8pPr algn="l">
              <a:defRPr sz="1050" b="1">
                <a:solidFill>
                  <a:srgbClr val="BBD0DD"/>
                </a:solidFill>
                <a:latin typeface="Arial"/>
                <a:ea typeface="Arial"/>
                <a:cs typeface="Arial"/>
              </a:defRPr>
            </a:lvl8pPr>
            <a:lvl9pPr algn="l">
              <a:defRPr sz="1050" b="1">
                <a:solidFill>
                  <a:srgbClr val="BBD0DD"/>
                </a:solidFill>
                <a:latin typeface="Arial"/>
                <a:ea typeface="Arial"/>
                <a:cs typeface="Arial"/>
              </a:defRPr>
            </a:lvl9pPr>
          </a:lstStyle>
          <a:p xmlns:a="http://schemas.openxmlformats.org/drawingml/2006/main">
            <a:pPr algn="l">
              <a:defRPr sz="1050" b="1">
                <a:solidFill>
                  <a:srgbClr val="BBD0DD"/>
                </a:solidFill>
                <a:latin typeface="Arial"/>
                <a:ea typeface="Arial"/>
                <a:cs typeface="Arial"/>
              </a:defRPr>
            </a:pPr>
            <a:r>
              <a:rPr sz="1050" b="1">
                <a:solidFill>
                  <a:srgbClr val="BBD0DD"/>
                </a:solidFill>
                <a:latin typeface="Arial"/>
                <a:ea typeface="Arial"/>
                <a:cs typeface="Arial"/>
              </a:rPr>
              <a:t>APP SERVICES</a:t>
            </a:r>
          </a:p>
        </p:txBody>
      </p:sp>
      <p:sp>
        <p:nvSpPr>
          <p:cNvPr id="12" name="">
            <a:extLst xmlns:a="http://schemas.openxmlformats.org/drawingml/2006/main">
              <a:ext uri="{FF2B5EF4-FFF2-40B4-BE49-F238E27FC236}">
                <a16:creationId xmlns:a16="http://schemas.microsoft.com/office/drawing/2014/main" id="{3CD24453-7D32-4692-9174-55E631F1B955}"/>
              </a:ext>
            </a:extLst>
          </p:cNvPr>
          <p:cNvSpPr>
            <a:spLocks xmlns:a="http://schemas.openxmlformats.org/drawingml/2006/main" noGrp="1"/>
          </p:cNvSpPr>
          <p:nvPr/>
        </p:nvSpPr>
        <p:spPr>
          <a:xfrm xmlns:a="http://schemas.openxmlformats.org/drawingml/2006/main">
            <a:off x="4705350" y="2581275"/>
            <a:ext cx="2743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1">
                <a:solidFill>
                  <a:srgbClr val="FFFFFF"/>
                </a:solidFill>
                <a:latin typeface="Arial"/>
                <a:ea typeface="Arial"/>
                <a:cs typeface="Arial"/>
              </a:defRPr>
            </a:defPPr>
            <a:lvl1pPr algn="l">
              <a:defRPr sz="1875" b="1">
                <a:solidFill>
                  <a:srgbClr val="FFFFFF"/>
                </a:solidFill>
                <a:latin typeface="Arial"/>
                <a:ea typeface="Arial"/>
                <a:cs typeface="Arial"/>
              </a:defRPr>
            </a:lvl1pPr>
            <a:lvl2pPr algn="l">
              <a:defRPr sz="1875" b="1">
                <a:solidFill>
                  <a:srgbClr val="FFFFFF"/>
                </a:solidFill>
                <a:latin typeface="Arial"/>
                <a:ea typeface="Arial"/>
                <a:cs typeface="Arial"/>
              </a:defRPr>
            </a:lvl2pPr>
            <a:lvl3pPr algn="l">
              <a:defRPr sz="1875" b="1">
                <a:solidFill>
                  <a:srgbClr val="FFFFFF"/>
                </a:solidFill>
                <a:latin typeface="Arial"/>
                <a:ea typeface="Arial"/>
                <a:cs typeface="Arial"/>
              </a:defRPr>
            </a:lvl3pPr>
            <a:lvl4pPr algn="l">
              <a:defRPr sz="1875" b="1">
                <a:solidFill>
                  <a:srgbClr val="FFFFFF"/>
                </a:solidFill>
                <a:latin typeface="Arial"/>
                <a:ea typeface="Arial"/>
                <a:cs typeface="Arial"/>
              </a:defRPr>
            </a:lvl4pPr>
            <a:lvl5pPr algn="l">
              <a:defRPr sz="1875" b="1">
                <a:solidFill>
                  <a:srgbClr val="FFFFFF"/>
                </a:solidFill>
                <a:latin typeface="Arial"/>
                <a:ea typeface="Arial"/>
                <a:cs typeface="Arial"/>
              </a:defRPr>
            </a:lvl5pPr>
            <a:lvl6pPr algn="l">
              <a:defRPr sz="1875" b="1">
                <a:solidFill>
                  <a:srgbClr val="FFFFFF"/>
                </a:solidFill>
                <a:latin typeface="Arial"/>
                <a:ea typeface="Arial"/>
                <a:cs typeface="Arial"/>
              </a:defRPr>
            </a:lvl6pPr>
            <a:lvl7pPr algn="l">
              <a:defRPr sz="1875" b="1">
                <a:solidFill>
                  <a:srgbClr val="FFFFFF"/>
                </a:solidFill>
                <a:latin typeface="Arial"/>
                <a:ea typeface="Arial"/>
                <a:cs typeface="Arial"/>
              </a:defRPr>
            </a:lvl7pPr>
            <a:lvl8pPr algn="l">
              <a:defRPr sz="1875" b="1">
                <a:solidFill>
                  <a:srgbClr val="FFFFFF"/>
                </a:solidFill>
                <a:latin typeface="Arial"/>
                <a:ea typeface="Arial"/>
                <a:cs typeface="Arial"/>
              </a:defRPr>
            </a:lvl8pPr>
            <a:lvl9pPr algn="l">
              <a:defRPr sz="1875" b="1">
                <a:solidFill>
                  <a:srgbClr val="FFFFFF"/>
                </a:solidFill>
                <a:latin typeface="Arial"/>
                <a:ea typeface="Arial"/>
                <a:cs typeface="Arial"/>
              </a:defRPr>
            </a:lvl9pPr>
          </a:lstStyle>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Python + FastAPI</a:t>
            </a:r>
          </a:p>
        </p:txBody>
      </p:sp>
      <p:sp>
        <p:nvSpPr>
          <p:cNvPr id="13" name="">
            <a:extLst xmlns:a="http://schemas.openxmlformats.org/drawingml/2006/main">
              <a:ext uri="{FF2B5EF4-FFF2-40B4-BE49-F238E27FC236}">
                <a16:creationId xmlns:a16="http://schemas.microsoft.com/office/drawing/2014/main" id="{EF1DA2AA-2946-4A07-91EA-D0CCABEBF4FF}"/>
              </a:ext>
            </a:extLst>
          </p:cNvPr>
          <p:cNvSpPr>
            <a:spLocks xmlns:a="http://schemas.openxmlformats.org/drawingml/2006/main" noGrp="1"/>
          </p:cNvSpPr>
          <p:nvPr/>
        </p:nvSpPr>
        <p:spPr>
          <a:xfrm xmlns:a="http://schemas.openxmlformats.org/drawingml/2006/main">
            <a:off x="4705350" y="3095625"/>
            <a:ext cx="2686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DCE8EE"/>
                </a:solidFill>
                <a:latin typeface="Arial"/>
                <a:ea typeface="Arial"/>
                <a:cs typeface="Arial"/>
              </a:defRPr>
            </a:defPPr>
            <a:lvl1pPr algn="l">
              <a:defRPr sz="1275" b="0">
                <a:solidFill>
                  <a:srgbClr val="DCE8EE"/>
                </a:solidFill>
                <a:latin typeface="Arial"/>
                <a:ea typeface="Arial"/>
                <a:cs typeface="Arial"/>
              </a:defRPr>
            </a:lvl1pPr>
            <a:lvl2pPr algn="l">
              <a:defRPr sz="1275" b="0">
                <a:solidFill>
                  <a:srgbClr val="DCE8EE"/>
                </a:solidFill>
                <a:latin typeface="Arial"/>
                <a:ea typeface="Arial"/>
                <a:cs typeface="Arial"/>
              </a:defRPr>
            </a:lvl2pPr>
            <a:lvl3pPr algn="l">
              <a:defRPr sz="1275" b="0">
                <a:solidFill>
                  <a:srgbClr val="DCE8EE"/>
                </a:solidFill>
                <a:latin typeface="Arial"/>
                <a:ea typeface="Arial"/>
                <a:cs typeface="Arial"/>
              </a:defRPr>
            </a:lvl3pPr>
            <a:lvl4pPr algn="l">
              <a:defRPr sz="1275" b="0">
                <a:solidFill>
                  <a:srgbClr val="DCE8EE"/>
                </a:solidFill>
                <a:latin typeface="Arial"/>
                <a:ea typeface="Arial"/>
                <a:cs typeface="Arial"/>
              </a:defRPr>
            </a:lvl4pPr>
            <a:lvl5pPr algn="l">
              <a:defRPr sz="1275" b="0">
                <a:solidFill>
                  <a:srgbClr val="DCE8EE"/>
                </a:solidFill>
                <a:latin typeface="Arial"/>
                <a:ea typeface="Arial"/>
                <a:cs typeface="Arial"/>
              </a:defRPr>
            </a:lvl5pPr>
            <a:lvl6pPr algn="l">
              <a:defRPr sz="1275" b="0">
                <a:solidFill>
                  <a:srgbClr val="DCE8EE"/>
                </a:solidFill>
                <a:latin typeface="Arial"/>
                <a:ea typeface="Arial"/>
                <a:cs typeface="Arial"/>
              </a:defRPr>
            </a:lvl6pPr>
            <a:lvl7pPr algn="l">
              <a:defRPr sz="1275" b="0">
                <a:solidFill>
                  <a:srgbClr val="DCE8EE"/>
                </a:solidFill>
                <a:latin typeface="Arial"/>
                <a:ea typeface="Arial"/>
                <a:cs typeface="Arial"/>
              </a:defRPr>
            </a:lvl7pPr>
            <a:lvl8pPr algn="l">
              <a:defRPr sz="1275" b="0">
                <a:solidFill>
                  <a:srgbClr val="DCE8EE"/>
                </a:solidFill>
                <a:latin typeface="Arial"/>
                <a:ea typeface="Arial"/>
                <a:cs typeface="Arial"/>
              </a:defRPr>
            </a:lvl8pPr>
            <a:lvl9pPr algn="l">
              <a:defRPr sz="1275" b="0">
                <a:solidFill>
                  <a:srgbClr val="DCE8EE"/>
                </a:solidFill>
                <a:latin typeface="Arial"/>
                <a:ea typeface="Arial"/>
                <a:cs typeface="Arial"/>
              </a:defRPr>
            </a:lvl9pPr>
          </a:lstStyle>
          <a:p xmlns:a="http://schemas.openxmlformats.org/drawingml/2006/main">
            <a:pPr algn="l">
              <a:defRPr sz="1275" b="0">
                <a:solidFill>
                  <a:srgbClr val="DCE8EE"/>
                </a:solidFill>
                <a:latin typeface="Arial"/>
                <a:ea typeface="Arial"/>
                <a:cs typeface="Arial"/>
              </a:defRPr>
            </a:pPr>
            <a:r>
              <a:rPr sz="1275" b="0">
                <a:solidFill>
                  <a:srgbClr val="DCE8EE"/>
                </a:solidFill>
                <a:latin typeface="Arial"/>
                <a:ea typeface="Arial"/>
                <a:cs typeface="Arial"/>
              </a:rPr>
              <a:t>Mock Canvas API</a:t>
            </a:r>
          </a:p>
          <a:p xmlns:a="http://schemas.openxmlformats.org/drawingml/2006/main">
            <a:pPr algn="l">
              <a:defRPr sz="1275" b="0">
                <a:solidFill>
                  <a:srgbClr val="DCE8EE"/>
                </a:solidFill>
                <a:latin typeface="Arial"/>
                <a:ea typeface="Arial"/>
                <a:cs typeface="Arial"/>
              </a:defRPr>
            </a:pPr>
            <a:r>
              <a:rPr sz="1275" b="0">
                <a:solidFill>
                  <a:srgbClr val="DCE8EE"/>
                </a:solidFill>
                <a:latin typeface="Arial"/>
                <a:ea typeface="Arial"/>
                <a:cs typeface="Arial"/>
              </a:rPr>
              <a:t>Ingestion and tutor routes</a:t>
            </a:r>
          </a:p>
        </p:txBody>
      </p:sp>
      <p:sp>
        <p:nvSpPr>
          <p:cNvPr id="14" name="">
            <a:extLst xmlns:a="http://schemas.openxmlformats.org/drawingml/2006/main">
              <a:ext uri="{FF2B5EF4-FFF2-40B4-BE49-F238E27FC236}">
                <a16:creationId xmlns:a16="http://schemas.microsoft.com/office/drawing/2014/main" id="{6AEC8BF8-8970-4132-A5E6-9C6E392C1683}"/>
              </a:ext>
            </a:extLst>
          </p:cNvPr>
          <p:cNvSpPr>
            <a:spLocks xmlns:a="http://schemas.openxmlformats.org/drawingml/2006/main" noGrp="1"/>
          </p:cNvSpPr>
          <p:nvPr/>
        </p:nvSpPr>
        <p:spPr>
          <a:xfrm xmlns:a="http://schemas.openxmlformats.org/drawingml/2006/main">
            <a:off x="8191500" y="1981200"/>
            <a:ext cx="3257550" cy="1695450"/>
          </a:xfrm>
          <a:prstGeom xmlns:a="http://schemas.openxmlformats.org/drawingml/2006/main" prst="roundRect">
            <a:avLst>
              <a:gd name="adj" fmla="val 10112"/>
            </a:avLst>
          </a:prstGeom>
          <a:solidFill xmlns:a="http://schemas.openxmlformats.org/drawingml/2006/main">
            <a:srgbClr val="F4F7F9"/>
          </a:solidFill>
          <a:ln xmlns:a="http://schemas.openxmlformats.org/drawingml/2006/main" w="9525">
            <a:solidFill>
              <a:srgbClr val="D7E0E6"/>
            </a:solidFill>
            <a:prstDash val="solid"/>
          </a:ln>
        </p:spPr>
      </p:sp>
      <p:sp>
        <p:nvSpPr>
          <p:cNvPr id="15" name="">
            <a:extLst xmlns:a="http://schemas.openxmlformats.org/drawingml/2006/main">
              <a:ext uri="{FF2B5EF4-FFF2-40B4-BE49-F238E27FC236}">
                <a16:creationId xmlns:a16="http://schemas.microsoft.com/office/drawing/2014/main" id="{1E68BAC1-5A92-40B9-B952-B972CDF84B40}"/>
              </a:ext>
            </a:extLst>
          </p:cNvPr>
          <p:cNvSpPr>
            <a:spLocks xmlns:a="http://schemas.openxmlformats.org/drawingml/2006/main" noGrp="1"/>
          </p:cNvSpPr>
          <p:nvPr/>
        </p:nvSpPr>
        <p:spPr>
          <a:xfrm xmlns:a="http://schemas.openxmlformats.org/drawingml/2006/main">
            <a:off x="8458200" y="2200275"/>
            <a:ext cx="2705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1">
                <a:solidFill>
                  <a:srgbClr val="0877B9"/>
                </a:solidFill>
                <a:latin typeface="Arial"/>
                <a:ea typeface="Arial"/>
                <a:cs typeface="Arial"/>
              </a:defRPr>
            </a:defPPr>
            <a:lvl1pPr algn="l">
              <a:defRPr sz="1050" b="1">
                <a:solidFill>
                  <a:srgbClr val="0877B9"/>
                </a:solidFill>
                <a:latin typeface="Arial"/>
                <a:ea typeface="Arial"/>
                <a:cs typeface="Arial"/>
              </a:defRPr>
            </a:lvl1pPr>
            <a:lvl2pPr algn="l">
              <a:defRPr sz="1050" b="1">
                <a:solidFill>
                  <a:srgbClr val="0877B9"/>
                </a:solidFill>
                <a:latin typeface="Arial"/>
                <a:ea typeface="Arial"/>
                <a:cs typeface="Arial"/>
              </a:defRPr>
            </a:lvl2pPr>
            <a:lvl3pPr algn="l">
              <a:defRPr sz="1050" b="1">
                <a:solidFill>
                  <a:srgbClr val="0877B9"/>
                </a:solidFill>
                <a:latin typeface="Arial"/>
                <a:ea typeface="Arial"/>
                <a:cs typeface="Arial"/>
              </a:defRPr>
            </a:lvl3pPr>
            <a:lvl4pPr algn="l">
              <a:defRPr sz="1050" b="1">
                <a:solidFill>
                  <a:srgbClr val="0877B9"/>
                </a:solidFill>
                <a:latin typeface="Arial"/>
                <a:ea typeface="Arial"/>
                <a:cs typeface="Arial"/>
              </a:defRPr>
            </a:lvl4pPr>
            <a:lvl5pPr algn="l">
              <a:defRPr sz="1050" b="1">
                <a:solidFill>
                  <a:srgbClr val="0877B9"/>
                </a:solidFill>
                <a:latin typeface="Arial"/>
                <a:ea typeface="Arial"/>
                <a:cs typeface="Arial"/>
              </a:defRPr>
            </a:lvl5pPr>
            <a:lvl6pPr algn="l">
              <a:defRPr sz="1050" b="1">
                <a:solidFill>
                  <a:srgbClr val="0877B9"/>
                </a:solidFill>
                <a:latin typeface="Arial"/>
                <a:ea typeface="Arial"/>
                <a:cs typeface="Arial"/>
              </a:defRPr>
            </a:lvl6pPr>
            <a:lvl7pPr algn="l">
              <a:defRPr sz="1050" b="1">
                <a:solidFill>
                  <a:srgbClr val="0877B9"/>
                </a:solidFill>
                <a:latin typeface="Arial"/>
                <a:ea typeface="Arial"/>
                <a:cs typeface="Arial"/>
              </a:defRPr>
            </a:lvl7pPr>
            <a:lvl8pPr algn="l">
              <a:defRPr sz="1050" b="1">
                <a:solidFill>
                  <a:srgbClr val="0877B9"/>
                </a:solidFill>
                <a:latin typeface="Arial"/>
                <a:ea typeface="Arial"/>
                <a:cs typeface="Arial"/>
              </a:defRPr>
            </a:lvl8pPr>
            <a:lvl9pPr algn="l">
              <a:defRPr sz="1050" b="1">
                <a:solidFill>
                  <a:srgbClr val="0877B9"/>
                </a:solidFill>
                <a:latin typeface="Arial"/>
                <a:ea typeface="Arial"/>
                <a:cs typeface="Arial"/>
              </a:defRPr>
            </a:lvl9pPr>
          </a:lstStyle>
          <a:p xmlns:a="http://schemas.openxmlformats.org/drawingml/2006/main">
            <a:pPr algn="l">
              <a:defRPr sz="1050" b="1">
                <a:solidFill>
                  <a:srgbClr val="0877B9"/>
                </a:solidFill>
                <a:latin typeface="Arial"/>
                <a:ea typeface="Arial"/>
                <a:cs typeface="Arial"/>
              </a:defRPr>
            </a:pPr>
            <a:r>
              <a:rPr sz="1050" b="1">
                <a:solidFill>
                  <a:srgbClr val="0877B9"/>
                </a:solidFill>
                <a:latin typeface="Arial"/>
                <a:ea typeface="Arial"/>
                <a:cs typeface="Arial"/>
              </a:rPr>
              <a:t>DATA</a:t>
            </a:r>
          </a:p>
        </p:txBody>
      </p:sp>
      <p:sp>
        <p:nvSpPr>
          <p:cNvPr id="16" name="">
            <a:extLst xmlns:a="http://schemas.openxmlformats.org/drawingml/2006/main">
              <a:ext uri="{FF2B5EF4-FFF2-40B4-BE49-F238E27FC236}">
                <a16:creationId xmlns:a16="http://schemas.microsoft.com/office/drawing/2014/main" id="{3145C461-81DA-4ED3-BFC9-F31B189CD981}"/>
              </a:ext>
            </a:extLst>
          </p:cNvPr>
          <p:cNvSpPr>
            <a:spLocks xmlns:a="http://schemas.openxmlformats.org/drawingml/2006/main" noGrp="1"/>
          </p:cNvSpPr>
          <p:nvPr/>
        </p:nvSpPr>
        <p:spPr>
          <a:xfrm xmlns:a="http://schemas.openxmlformats.org/drawingml/2006/main">
            <a:off x="8458200" y="2581275"/>
            <a:ext cx="2743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1">
                <a:solidFill>
                  <a:srgbClr val="183044"/>
                </a:solidFill>
                <a:latin typeface="Arial"/>
                <a:ea typeface="Arial"/>
                <a:cs typeface="Arial"/>
              </a:defRPr>
            </a:defPPr>
            <a:lvl1pPr algn="l">
              <a:defRPr sz="1875" b="1">
                <a:solidFill>
                  <a:srgbClr val="183044"/>
                </a:solidFill>
                <a:latin typeface="Arial"/>
                <a:ea typeface="Arial"/>
                <a:cs typeface="Arial"/>
              </a:defRPr>
            </a:lvl1pPr>
            <a:lvl2pPr algn="l">
              <a:defRPr sz="1875" b="1">
                <a:solidFill>
                  <a:srgbClr val="183044"/>
                </a:solidFill>
                <a:latin typeface="Arial"/>
                <a:ea typeface="Arial"/>
                <a:cs typeface="Arial"/>
              </a:defRPr>
            </a:lvl2pPr>
            <a:lvl3pPr algn="l">
              <a:defRPr sz="1875" b="1">
                <a:solidFill>
                  <a:srgbClr val="183044"/>
                </a:solidFill>
                <a:latin typeface="Arial"/>
                <a:ea typeface="Arial"/>
                <a:cs typeface="Arial"/>
              </a:defRPr>
            </a:lvl3pPr>
            <a:lvl4pPr algn="l">
              <a:defRPr sz="1875" b="1">
                <a:solidFill>
                  <a:srgbClr val="183044"/>
                </a:solidFill>
                <a:latin typeface="Arial"/>
                <a:ea typeface="Arial"/>
                <a:cs typeface="Arial"/>
              </a:defRPr>
            </a:lvl4pPr>
            <a:lvl5pPr algn="l">
              <a:defRPr sz="1875" b="1">
                <a:solidFill>
                  <a:srgbClr val="183044"/>
                </a:solidFill>
                <a:latin typeface="Arial"/>
                <a:ea typeface="Arial"/>
                <a:cs typeface="Arial"/>
              </a:defRPr>
            </a:lvl5pPr>
            <a:lvl6pPr algn="l">
              <a:defRPr sz="1875" b="1">
                <a:solidFill>
                  <a:srgbClr val="183044"/>
                </a:solidFill>
                <a:latin typeface="Arial"/>
                <a:ea typeface="Arial"/>
                <a:cs typeface="Arial"/>
              </a:defRPr>
            </a:lvl6pPr>
            <a:lvl7pPr algn="l">
              <a:defRPr sz="1875" b="1">
                <a:solidFill>
                  <a:srgbClr val="183044"/>
                </a:solidFill>
                <a:latin typeface="Arial"/>
                <a:ea typeface="Arial"/>
                <a:cs typeface="Arial"/>
              </a:defRPr>
            </a:lvl7pPr>
            <a:lvl8pPr algn="l">
              <a:defRPr sz="1875" b="1">
                <a:solidFill>
                  <a:srgbClr val="183044"/>
                </a:solidFill>
                <a:latin typeface="Arial"/>
                <a:ea typeface="Arial"/>
                <a:cs typeface="Arial"/>
              </a:defRPr>
            </a:lvl8pPr>
            <a:lvl9pPr algn="l">
              <a:defRPr sz="1875" b="1">
                <a:solidFill>
                  <a:srgbClr val="183044"/>
                </a:solidFill>
                <a:latin typeface="Arial"/>
                <a:ea typeface="Arial"/>
                <a:cs typeface="Arial"/>
              </a:defRPr>
            </a:lvl9pPr>
          </a:lstStyle>
          <a:p xmlns:a="http://schemas.openxmlformats.org/drawingml/2006/main">
            <a:pPr algn="l">
              <a:defRPr sz="1875" b="1">
                <a:solidFill>
                  <a:srgbClr val="183044"/>
                </a:solidFill>
                <a:latin typeface="Arial"/>
                <a:ea typeface="Arial"/>
                <a:cs typeface="Arial"/>
              </a:defRPr>
            </a:pPr>
            <a:r>
              <a:rPr sz="1875" b="1">
                <a:solidFill>
                  <a:srgbClr val="183044"/>
                </a:solidFill>
                <a:latin typeface="Arial"/>
                <a:ea typeface="Arial"/>
                <a:cs typeface="Arial"/>
              </a:rPr>
              <a:t>SQLite + Supabase</a:t>
            </a:r>
          </a:p>
        </p:txBody>
      </p:sp>
      <p:sp>
        <p:nvSpPr>
          <p:cNvPr id="17" name="">
            <a:extLst xmlns:a="http://schemas.openxmlformats.org/drawingml/2006/main">
              <a:ext uri="{FF2B5EF4-FFF2-40B4-BE49-F238E27FC236}">
                <a16:creationId xmlns:a16="http://schemas.microsoft.com/office/drawing/2014/main" id="{70EC62E8-E099-4DB0-B339-1D7D6D5F1CDD}"/>
              </a:ext>
            </a:extLst>
          </p:cNvPr>
          <p:cNvSpPr>
            <a:spLocks xmlns:a="http://schemas.openxmlformats.org/drawingml/2006/main" noGrp="1"/>
          </p:cNvSpPr>
          <p:nvPr/>
        </p:nvSpPr>
        <p:spPr>
          <a:xfrm xmlns:a="http://schemas.openxmlformats.org/drawingml/2006/main">
            <a:off x="8458200" y="3095625"/>
            <a:ext cx="2686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5C6F7D"/>
                </a:solidFill>
                <a:latin typeface="Arial"/>
                <a:ea typeface="Arial"/>
                <a:cs typeface="Arial"/>
              </a:defRPr>
            </a:defPPr>
            <a:lvl1pPr algn="l">
              <a:defRPr sz="1275" b="0">
                <a:solidFill>
                  <a:srgbClr val="5C6F7D"/>
                </a:solidFill>
                <a:latin typeface="Arial"/>
                <a:ea typeface="Arial"/>
                <a:cs typeface="Arial"/>
              </a:defRPr>
            </a:lvl1pPr>
            <a:lvl2pPr algn="l">
              <a:defRPr sz="1275" b="0">
                <a:solidFill>
                  <a:srgbClr val="5C6F7D"/>
                </a:solidFill>
                <a:latin typeface="Arial"/>
                <a:ea typeface="Arial"/>
                <a:cs typeface="Arial"/>
              </a:defRPr>
            </a:lvl2pPr>
            <a:lvl3pPr algn="l">
              <a:defRPr sz="1275" b="0">
                <a:solidFill>
                  <a:srgbClr val="5C6F7D"/>
                </a:solidFill>
                <a:latin typeface="Arial"/>
                <a:ea typeface="Arial"/>
                <a:cs typeface="Arial"/>
              </a:defRPr>
            </a:lvl3pPr>
            <a:lvl4pPr algn="l">
              <a:defRPr sz="1275" b="0">
                <a:solidFill>
                  <a:srgbClr val="5C6F7D"/>
                </a:solidFill>
                <a:latin typeface="Arial"/>
                <a:ea typeface="Arial"/>
                <a:cs typeface="Arial"/>
              </a:defRPr>
            </a:lvl4pPr>
            <a:lvl5pPr algn="l">
              <a:defRPr sz="1275" b="0">
                <a:solidFill>
                  <a:srgbClr val="5C6F7D"/>
                </a:solidFill>
                <a:latin typeface="Arial"/>
                <a:ea typeface="Arial"/>
                <a:cs typeface="Arial"/>
              </a:defRPr>
            </a:lvl5pPr>
            <a:lvl6pPr algn="l">
              <a:defRPr sz="1275" b="0">
                <a:solidFill>
                  <a:srgbClr val="5C6F7D"/>
                </a:solidFill>
                <a:latin typeface="Arial"/>
                <a:ea typeface="Arial"/>
                <a:cs typeface="Arial"/>
              </a:defRPr>
            </a:lvl6pPr>
            <a:lvl7pPr algn="l">
              <a:defRPr sz="1275" b="0">
                <a:solidFill>
                  <a:srgbClr val="5C6F7D"/>
                </a:solidFill>
                <a:latin typeface="Arial"/>
                <a:ea typeface="Arial"/>
                <a:cs typeface="Arial"/>
              </a:defRPr>
            </a:lvl7pPr>
            <a:lvl8pPr algn="l">
              <a:defRPr sz="1275" b="0">
                <a:solidFill>
                  <a:srgbClr val="5C6F7D"/>
                </a:solidFill>
                <a:latin typeface="Arial"/>
                <a:ea typeface="Arial"/>
                <a:cs typeface="Arial"/>
              </a:defRPr>
            </a:lvl8pPr>
            <a:lvl9pPr algn="l">
              <a:defRPr sz="1275" b="0">
                <a:solidFill>
                  <a:srgbClr val="5C6F7D"/>
                </a:solidFill>
                <a:latin typeface="Arial"/>
                <a:ea typeface="Arial"/>
                <a:cs typeface="Arial"/>
              </a:defRPr>
            </a:lvl9pPr>
          </a:lstStyle>
          <a:p xmlns:a="http://schemas.openxmlformats.org/drawingml/2006/main">
            <a:pPr algn="l">
              <a:defRPr sz="1275" b="0">
                <a:solidFill>
                  <a:srgbClr val="5C6F7D"/>
                </a:solidFill>
                <a:latin typeface="Arial"/>
                <a:ea typeface="Arial"/>
                <a:cs typeface="Arial"/>
              </a:defRPr>
            </a:pPr>
            <a:r>
              <a:rPr sz="1275" b="0">
                <a:solidFill>
                  <a:srgbClr val="5C6F7D"/>
                </a:solidFill>
                <a:latin typeface="Arial"/>
                <a:ea typeface="Arial"/>
                <a:cs typeface="Arial"/>
              </a:rPr>
              <a:t>SQLite for the local demo</a:t>
            </a:r>
          </a:p>
          <a:p xmlns:a="http://schemas.openxmlformats.org/drawingml/2006/main">
            <a:pPr algn="l">
              <a:defRPr sz="1275" b="0">
                <a:solidFill>
                  <a:srgbClr val="5C6F7D"/>
                </a:solidFill>
                <a:latin typeface="Arial"/>
                <a:ea typeface="Arial"/>
                <a:cs typeface="Arial"/>
              </a:defRPr>
            </a:pPr>
            <a:r>
              <a:rPr sz="1275" b="0">
                <a:solidFill>
                  <a:srgbClr val="5C6F7D"/>
                </a:solidFill>
                <a:latin typeface="Arial"/>
                <a:ea typeface="Arial"/>
                <a:cs typeface="Arial"/>
              </a:rPr>
              <a:t>Supabase for shared services</a:t>
            </a:r>
          </a:p>
        </p:txBody>
      </p:sp>
      <p:sp>
        <p:nvSpPr>
          <p:cNvPr id="18" name="">
            <a:extLst xmlns:a="http://schemas.openxmlformats.org/drawingml/2006/main">
              <a:ext uri="{FF2B5EF4-FFF2-40B4-BE49-F238E27FC236}">
                <a16:creationId xmlns:a16="http://schemas.microsoft.com/office/drawing/2014/main" id="{A7E3B082-C078-4506-A154-3A092F719E47}"/>
              </a:ext>
            </a:extLst>
          </p:cNvPr>
          <p:cNvSpPr>
            <a:spLocks xmlns:a="http://schemas.openxmlformats.org/drawingml/2006/main" noGrp="1"/>
          </p:cNvSpPr>
          <p:nvPr/>
        </p:nvSpPr>
        <p:spPr>
          <a:xfrm xmlns:a="http://schemas.openxmlformats.org/drawingml/2006/main">
            <a:off x="3943350" y="2800350"/>
            <a:ext cx="400050" cy="28575"/>
          </a:xfrm>
          <a:prstGeom xmlns:a="http://schemas.openxmlformats.org/drawingml/2006/main" prst="rect">
            <a:avLst/>
          </a:prstGeom>
          <a:solidFill xmlns:a="http://schemas.openxmlformats.org/drawingml/2006/main">
            <a:srgbClr val="0877B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6617A777-87FF-48E1-843A-B87D74C9B270}"/>
              </a:ext>
            </a:extLst>
          </p:cNvPr>
          <p:cNvSpPr>
            <a:spLocks xmlns:a="http://schemas.openxmlformats.org/drawingml/2006/main" noGrp="1"/>
          </p:cNvSpPr>
          <p:nvPr/>
        </p:nvSpPr>
        <p:spPr>
          <a:xfrm xmlns:a="http://schemas.openxmlformats.org/drawingml/2006/main">
            <a:off x="7696200" y="2800350"/>
            <a:ext cx="400050" cy="28575"/>
          </a:xfrm>
          <a:prstGeom xmlns:a="http://schemas.openxmlformats.org/drawingml/2006/main" prst="rect">
            <a:avLst/>
          </a:prstGeom>
          <a:solidFill xmlns:a="http://schemas.openxmlformats.org/drawingml/2006/main">
            <a:srgbClr val="0877B9"/>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F9904D7-A6AF-4F94-A527-0CE8EA0CAFB5}"/>
              </a:ext>
            </a:extLst>
          </p:cNvPr>
          <p:cNvSpPr>
            <a:spLocks xmlns:a="http://schemas.openxmlformats.org/drawingml/2006/main" noGrp="1"/>
          </p:cNvSpPr>
          <p:nvPr/>
        </p:nvSpPr>
        <p:spPr>
          <a:xfrm xmlns:a="http://schemas.openxmlformats.org/drawingml/2006/main">
            <a:off x="685800" y="4029075"/>
            <a:ext cx="10763250" cy="1562100"/>
          </a:xfrm>
          <a:prstGeom xmlns:a="http://schemas.openxmlformats.org/drawingml/2006/main" prst="roundRect">
            <a:avLst>
              <a:gd name="adj" fmla="val 8537"/>
            </a:avLst>
          </a:prstGeom>
          <a:solidFill xmlns:a="http://schemas.openxmlformats.org/drawingml/2006/main">
            <a:srgbClr val="EAF4F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DFD3C8E-400E-447A-8B08-C00F11C1FD27}"/>
              </a:ext>
            </a:extLst>
          </p:cNvPr>
          <p:cNvSpPr>
            <a:spLocks xmlns:a="http://schemas.openxmlformats.org/drawingml/2006/main" noGrp="1"/>
          </p:cNvSpPr>
          <p:nvPr/>
        </p:nvSpPr>
        <p:spPr>
          <a:xfrm xmlns:a="http://schemas.openxmlformats.org/drawingml/2006/main">
            <a:off x="952500" y="4219575"/>
            <a:ext cx="3000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1">
                <a:solidFill>
                  <a:srgbClr val="0877B9"/>
                </a:solidFill>
                <a:latin typeface="Arial"/>
                <a:ea typeface="Arial"/>
                <a:cs typeface="Arial"/>
              </a:defRPr>
            </a:defPPr>
            <a:lvl1pPr algn="l">
              <a:defRPr sz="1050" b="1">
                <a:solidFill>
                  <a:srgbClr val="0877B9"/>
                </a:solidFill>
                <a:latin typeface="Arial"/>
                <a:ea typeface="Arial"/>
                <a:cs typeface="Arial"/>
              </a:defRPr>
            </a:lvl1pPr>
            <a:lvl2pPr algn="l">
              <a:defRPr sz="1050" b="1">
                <a:solidFill>
                  <a:srgbClr val="0877B9"/>
                </a:solidFill>
                <a:latin typeface="Arial"/>
                <a:ea typeface="Arial"/>
                <a:cs typeface="Arial"/>
              </a:defRPr>
            </a:lvl2pPr>
            <a:lvl3pPr algn="l">
              <a:defRPr sz="1050" b="1">
                <a:solidFill>
                  <a:srgbClr val="0877B9"/>
                </a:solidFill>
                <a:latin typeface="Arial"/>
                <a:ea typeface="Arial"/>
                <a:cs typeface="Arial"/>
              </a:defRPr>
            </a:lvl3pPr>
            <a:lvl4pPr algn="l">
              <a:defRPr sz="1050" b="1">
                <a:solidFill>
                  <a:srgbClr val="0877B9"/>
                </a:solidFill>
                <a:latin typeface="Arial"/>
                <a:ea typeface="Arial"/>
                <a:cs typeface="Arial"/>
              </a:defRPr>
            </a:lvl4pPr>
            <a:lvl5pPr algn="l">
              <a:defRPr sz="1050" b="1">
                <a:solidFill>
                  <a:srgbClr val="0877B9"/>
                </a:solidFill>
                <a:latin typeface="Arial"/>
                <a:ea typeface="Arial"/>
                <a:cs typeface="Arial"/>
              </a:defRPr>
            </a:lvl5pPr>
            <a:lvl6pPr algn="l">
              <a:defRPr sz="1050" b="1">
                <a:solidFill>
                  <a:srgbClr val="0877B9"/>
                </a:solidFill>
                <a:latin typeface="Arial"/>
                <a:ea typeface="Arial"/>
                <a:cs typeface="Arial"/>
              </a:defRPr>
            </a:lvl6pPr>
            <a:lvl7pPr algn="l">
              <a:defRPr sz="1050" b="1">
                <a:solidFill>
                  <a:srgbClr val="0877B9"/>
                </a:solidFill>
                <a:latin typeface="Arial"/>
                <a:ea typeface="Arial"/>
                <a:cs typeface="Arial"/>
              </a:defRPr>
            </a:lvl7pPr>
            <a:lvl8pPr algn="l">
              <a:defRPr sz="1050" b="1">
                <a:solidFill>
                  <a:srgbClr val="0877B9"/>
                </a:solidFill>
                <a:latin typeface="Arial"/>
                <a:ea typeface="Arial"/>
                <a:cs typeface="Arial"/>
              </a:defRPr>
            </a:lvl8pPr>
            <a:lvl9pPr algn="l">
              <a:defRPr sz="1050" b="1">
                <a:solidFill>
                  <a:srgbClr val="0877B9"/>
                </a:solidFill>
                <a:latin typeface="Arial"/>
                <a:ea typeface="Arial"/>
                <a:cs typeface="Arial"/>
              </a:defRPr>
            </a:lvl9pPr>
          </a:lstStyle>
          <a:p xmlns:a="http://schemas.openxmlformats.org/drawingml/2006/main">
            <a:pPr algn="l">
              <a:defRPr sz="1050" b="1">
                <a:solidFill>
                  <a:srgbClr val="0877B9"/>
                </a:solidFill>
                <a:latin typeface="Arial"/>
                <a:ea typeface="Arial"/>
                <a:cs typeface="Arial"/>
              </a:defRPr>
            </a:pPr>
            <a:r>
              <a:rPr sz="1050" b="1">
                <a:solidFill>
                  <a:srgbClr val="0877B9"/>
                </a:solidFill>
                <a:latin typeface="Arial"/>
                <a:ea typeface="Arial"/>
                <a:cs typeface="Arial"/>
              </a:rPr>
              <a:t>ACCESS AND INTEGRITY</a:t>
            </a:r>
          </a:p>
        </p:txBody>
      </p:sp>
      <p:sp>
        <p:nvSpPr>
          <p:cNvPr id="22" name="">
            <a:extLst xmlns:a="http://schemas.openxmlformats.org/drawingml/2006/main">
              <a:ext uri="{FF2B5EF4-FFF2-40B4-BE49-F238E27FC236}">
                <a16:creationId xmlns:a16="http://schemas.microsoft.com/office/drawing/2014/main" id="{85B0EE32-6E39-4993-A958-D607CFA4F89D}"/>
              </a:ext>
            </a:extLst>
          </p:cNvPr>
          <p:cNvSpPr>
            <a:spLocks xmlns:a="http://schemas.openxmlformats.org/drawingml/2006/main" noGrp="1"/>
          </p:cNvSpPr>
          <p:nvPr/>
        </p:nvSpPr>
        <p:spPr>
          <a:xfrm xmlns:a="http://schemas.openxmlformats.org/drawingml/2006/main">
            <a:off x="952500" y="4581525"/>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203040"/>
                </a:solidFill>
                <a:latin typeface="Arial"/>
                <a:ea typeface="Arial"/>
                <a:cs typeface="Arial"/>
              </a:defRPr>
            </a:defPPr>
            <a:lvl1pPr algn="l">
              <a:defRPr sz="1275" b="0">
                <a:solidFill>
                  <a:srgbClr val="203040"/>
                </a:solidFill>
                <a:latin typeface="Arial"/>
                <a:ea typeface="Arial"/>
                <a:cs typeface="Arial"/>
              </a:defRPr>
            </a:lvl1pPr>
            <a:lvl2pPr algn="l">
              <a:defRPr sz="1275" b="0">
                <a:solidFill>
                  <a:srgbClr val="203040"/>
                </a:solidFill>
                <a:latin typeface="Arial"/>
                <a:ea typeface="Arial"/>
                <a:cs typeface="Arial"/>
              </a:defRPr>
            </a:lvl2pPr>
            <a:lvl3pPr algn="l">
              <a:defRPr sz="1275" b="0">
                <a:solidFill>
                  <a:srgbClr val="203040"/>
                </a:solidFill>
                <a:latin typeface="Arial"/>
                <a:ea typeface="Arial"/>
                <a:cs typeface="Arial"/>
              </a:defRPr>
            </a:lvl3pPr>
            <a:lvl4pPr algn="l">
              <a:defRPr sz="1275" b="0">
                <a:solidFill>
                  <a:srgbClr val="203040"/>
                </a:solidFill>
                <a:latin typeface="Arial"/>
                <a:ea typeface="Arial"/>
                <a:cs typeface="Arial"/>
              </a:defRPr>
            </a:lvl4pPr>
            <a:lvl5pPr algn="l">
              <a:defRPr sz="1275" b="0">
                <a:solidFill>
                  <a:srgbClr val="203040"/>
                </a:solidFill>
                <a:latin typeface="Arial"/>
                <a:ea typeface="Arial"/>
                <a:cs typeface="Arial"/>
              </a:defRPr>
            </a:lvl5pPr>
            <a:lvl6pPr algn="l">
              <a:defRPr sz="1275" b="0">
                <a:solidFill>
                  <a:srgbClr val="203040"/>
                </a:solidFill>
                <a:latin typeface="Arial"/>
                <a:ea typeface="Arial"/>
                <a:cs typeface="Arial"/>
              </a:defRPr>
            </a:lvl6pPr>
            <a:lvl7pPr algn="l">
              <a:defRPr sz="1275" b="0">
                <a:solidFill>
                  <a:srgbClr val="203040"/>
                </a:solidFill>
                <a:latin typeface="Arial"/>
                <a:ea typeface="Arial"/>
                <a:cs typeface="Arial"/>
              </a:defRPr>
            </a:lvl7pPr>
            <a:lvl8pPr algn="l">
              <a:defRPr sz="1275" b="0">
                <a:solidFill>
                  <a:srgbClr val="203040"/>
                </a:solidFill>
                <a:latin typeface="Arial"/>
                <a:ea typeface="Arial"/>
                <a:cs typeface="Arial"/>
              </a:defRPr>
            </a:lvl8pPr>
            <a:lvl9pPr algn="l">
              <a:defRPr sz="1275" b="0">
                <a:solidFill>
                  <a:srgbClr val="203040"/>
                </a:solidFill>
                <a:latin typeface="Arial"/>
                <a:ea typeface="Arial"/>
                <a:cs typeface="Arial"/>
              </a:defRPr>
            </a:lvl9pPr>
          </a:lstStyle>
          <a:p xmlns:a="http://schemas.openxmlformats.org/drawingml/2006/main">
            <a:pPr algn="l">
              <a:defRPr sz="1275" b="0">
                <a:solidFill>
                  <a:srgbClr val="203040"/>
                </a:solidFill>
                <a:latin typeface="Arial"/>
                <a:ea typeface="Arial"/>
                <a:cs typeface="Arial"/>
              </a:defRPr>
            </a:pPr>
            <a:r>
              <a:rPr sz="1275" b="0">
                <a:solidFill>
                  <a:srgbClr val="203040"/>
                </a:solidFill>
                <a:latin typeface="Arial"/>
                <a:ea typeface="Arial"/>
                <a:cs typeface="Arial"/>
              </a:rPr>
              <a:t>Pseudonymous learner IDs and source references</a:t>
            </a:r>
          </a:p>
        </p:txBody>
      </p:sp>
      <p:sp>
        <p:nvSpPr>
          <p:cNvPr id="23" name="">
            <a:extLst xmlns:a="http://schemas.openxmlformats.org/drawingml/2006/main">
              <a:ext uri="{FF2B5EF4-FFF2-40B4-BE49-F238E27FC236}">
                <a16:creationId xmlns:a16="http://schemas.microsoft.com/office/drawing/2014/main" id="{46570947-BEA3-43A5-9CF9-606B5D408878}"/>
              </a:ext>
            </a:extLst>
          </p:cNvPr>
          <p:cNvSpPr>
            <a:spLocks xmlns:a="http://schemas.openxmlformats.org/drawingml/2006/main" noGrp="1"/>
          </p:cNvSpPr>
          <p:nvPr/>
        </p:nvSpPr>
        <p:spPr>
          <a:xfrm xmlns:a="http://schemas.openxmlformats.org/drawingml/2006/main">
            <a:off x="952500" y="495300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203040"/>
                </a:solidFill>
                <a:latin typeface="Arial"/>
                <a:ea typeface="Arial"/>
                <a:cs typeface="Arial"/>
              </a:defRPr>
            </a:defPPr>
            <a:lvl1pPr algn="l">
              <a:defRPr sz="1275" b="0">
                <a:solidFill>
                  <a:srgbClr val="203040"/>
                </a:solidFill>
                <a:latin typeface="Arial"/>
                <a:ea typeface="Arial"/>
                <a:cs typeface="Arial"/>
              </a:defRPr>
            </a:lvl1pPr>
            <a:lvl2pPr algn="l">
              <a:defRPr sz="1275" b="0">
                <a:solidFill>
                  <a:srgbClr val="203040"/>
                </a:solidFill>
                <a:latin typeface="Arial"/>
                <a:ea typeface="Arial"/>
                <a:cs typeface="Arial"/>
              </a:defRPr>
            </a:lvl2pPr>
            <a:lvl3pPr algn="l">
              <a:defRPr sz="1275" b="0">
                <a:solidFill>
                  <a:srgbClr val="203040"/>
                </a:solidFill>
                <a:latin typeface="Arial"/>
                <a:ea typeface="Arial"/>
                <a:cs typeface="Arial"/>
              </a:defRPr>
            </a:lvl3pPr>
            <a:lvl4pPr algn="l">
              <a:defRPr sz="1275" b="0">
                <a:solidFill>
                  <a:srgbClr val="203040"/>
                </a:solidFill>
                <a:latin typeface="Arial"/>
                <a:ea typeface="Arial"/>
                <a:cs typeface="Arial"/>
              </a:defRPr>
            </a:lvl4pPr>
            <a:lvl5pPr algn="l">
              <a:defRPr sz="1275" b="0">
                <a:solidFill>
                  <a:srgbClr val="203040"/>
                </a:solidFill>
                <a:latin typeface="Arial"/>
                <a:ea typeface="Arial"/>
                <a:cs typeface="Arial"/>
              </a:defRPr>
            </a:lvl5pPr>
            <a:lvl6pPr algn="l">
              <a:defRPr sz="1275" b="0">
                <a:solidFill>
                  <a:srgbClr val="203040"/>
                </a:solidFill>
                <a:latin typeface="Arial"/>
                <a:ea typeface="Arial"/>
                <a:cs typeface="Arial"/>
              </a:defRPr>
            </a:lvl6pPr>
            <a:lvl7pPr algn="l">
              <a:defRPr sz="1275" b="0">
                <a:solidFill>
                  <a:srgbClr val="203040"/>
                </a:solidFill>
                <a:latin typeface="Arial"/>
                <a:ea typeface="Arial"/>
                <a:cs typeface="Arial"/>
              </a:defRPr>
            </a:lvl7pPr>
            <a:lvl8pPr algn="l">
              <a:defRPr sz="1275" b="0">
                <a:solidFill>
                  <a:srgbClr val="203040"/>
                </a:solidFill>
                <a:latin typeface="Arial"/>
                <a:ea typeface="Arial"/>
                <a:cs typeface="Arial"/>
              </a:defRPr>
            </a:lvl8pPr>
            <a:lvl9pPr algn="l">
              <a:defRPr sz="1275" b="0">
                <a:solidFill>
                  <a:srgbClr val="203040"/>
                </a:solidFill>
                <a:latin typeface="Arial"/>
                <a:ea typeface="Arial"/>
                <a:cs typeface="Arial"/>
              </a:defRPr>
            </a:lvl9pPr>
          </a:lstStyle>
          <a:p xmlns:a="http://schemas.openxmlformats.org/drawingml/2006/main">
            <a:pPr algn="l">
              <a:defRPr sz="1275" b="0">
                <a:solidFill>
                  <a:srgbClr val="203040"/>
                </a:solidFill>
                <a:latin typeface="Arial"/>
                <a:ea typeface="Arial"/>
                <a:cs typeface="Arial"/>
              </a:defRPr>
            </a:pPr>
            <a:r>
              <a:rPr sz="1275" b="0">
                <a:solidFill>
                  <a:srgbClr val="203040"/>
                </a:solidFill>
                <a:latin typeface="Arial"/>
                <a:ea typeface="Arial"/>
                <a:cs typeface="Arial"/>
              </a:rPr>
              <a:t>Answer keys are instructor-only</a:t>
            </a:r>
          </a:p>
        </p:txBody>
      </p:sp>
      <p:sp>
        <p:nvSpPr>
          <p:cNvPr id="24" name="">
            <a:extLst xmlns:a="http://schemas.openxmlformats.org/drawingml/2006/main">
              <a:ext uri="{FF2B5EF4-FFF2-40B4-BE49-F238E27FC236}">
                <a16:creationId xmlns:a16="http://schemas.microsoft.com/office/drawing/2014/main" id="{829D8778-6D7C-4D5F-B563-D3BCDF42F438}"/>
              </a:ext>
            </a:extLst>
          </p:cNvPr>
          <p:cNvSpPr>
            <a:spLocks xmlns:a="http://schemas.openxmlformats.org/drawingml/2006/main" noGrp="1"/>
          </p:cNvSpPr>
          <p:nvPr/>
        </p:nvSpPr>
        <p:spPr>
          <a:xfrm xmlns:a="http://schemas.openxmlformats.org/drawingml/2006/main">
            <a:off x="6000750" y="4581525"/>
            <a:ext cx="4762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203040"/>
                </a:solidFill>
                <a:latin typeface="Arial"/>
                <a:ea typeface="Arial"/>
                <a:cs typeface="Arial"/>
              </a:defRPr>
            </a:defPPr>
            <a:lvl1pPr algn="l">
              <a:defRPr sz="1275" b="0">
                <a:solidFill>
                  <a:srgbClr val="203040"/>
                </a:solidFill>
                <a:latin typeface="Arial"/>
                <a:ea typeface="Arial"/>
                <a:cs typeface="Arial"/>
              </a:defRPr>
            </a:lvl1pPr>
            <a:lvl2pPr algn="l">
              <a:defRPr sz="1275" b="0">
                <a:solidFill>
                  <a:srgbClr val="203040"/>
                </a:solidFill>
                <a:latin typeface="Arial"/>
                <a:ea typeface="Arial"/>
                <a:cs typeface="Arial"/>
              </a:defRPr>
            </a:lvl2pPr>
            <a:lvl3pPr algn="l">
              <a:defRPr sz="1275" b="0">
                <a:solidFill>
                  <a:srgbClr val="203040"/>
                </a:solidFill>
                <a:latin typeface="Arial"/>
                <a:ea typeface="Arial"/>
                <a:cs typeface="Arial"/>
              </a:defRPr>
            </a:lvl3pPr>
            <a:lvl4pPr algn="l">
              <a:defRPr sz="1275" b="0">
                <a:solidFill>
                  <a:srgbClr val="203040"/>
                </a:solidFill>
                <a:latin typeface="Arial"/>
                <a:ea typeface="Arial"/>
                <a:cs typeface="Arial"/>
              </a:defRPr>
            </a:lvl4pPr>
            <a:lvl5pPr algn="l">
              <a:defRPr sz="1275" b="0">
                <a:solidFill>
                  <a:srgbClr val="203040"/>
                </a:solidFill>
                <a:latin typeface="Arial"/>
                <a:ea typeface="Arial"/>
                <a:cs typeface="Arial"/>
              </a:defRPr>
            </a:lvl5pPr>
            <a:lvl6pPr algn="l">
              <a:defRPr sz="1275" b="0">
                <a:solidFill>
                  <a:srgbClr val="203040"/>
                </a:solidFill>
                <a:latin typeface="Arial"/>
                <a:ea typeface="Arial"/>
                <a:cs typeface="Arial"/>
              </a:defRPr>
            </a:lvl6pPr>
            <a:lvl7pPr algn="l">
              <a:defRPr sz="1275" b="0">
                <a:solidFill>
                  <a:srgbClr val="203040"/>
                </a:solidFill>
                <a:latin typeface="Arial"/>
                <a:ea typeface="Arial"/>
                <a:cs typeface="Arial"/>
              </a:defRPr>
            </a:lvl7pPr>
            <a:lvl8pPr algn="l">
              <a:defRPr sz="1275" b="0">
                <a:solidFill>
                  <a:srgbClr val="203040"/>
                </a:solidFill>
                <a:latin typeface="Arial"/>
                <a:ea typeface="Arial"/>
                <a:cs typeface="Arial"/>
              </a:defRPr>
            </a:lvl8pPr>
            <a:lvl9pPr algn="l">
              <a:defRPr sz="1275" b="0">
                <a:solidFill>
                  <a:srgbClr val="203040"/>
                </a:solidFill>
                <a:latin typeface="Arial"/>
                <a:ea typeface="Arial"/>
                <a:cs typeface="Arial"/>
              </a:defRPr>
            </a:lvl9pPr>
          </a:lstStyle>
          <a:p xmlns:a="http://schemas.openxmlformats.org/drawingml/2006/main">
            <a:pPr algn="l">
              <a:defRPr sz="1275" b="0">
                <a:solidFill>
                  <a:srgbClr val="203040"/>
                </a:solidFill>
                <a:latin typeface="Arial"/>
                <a:ea typeface="Arial"/>
                <a:cs typeface="Arial"/>
              </a:defRPr>
            </a:pPr>
            <a:r>
              <a:rPr sz="1275" b="0">
                <a:solidFill>
                  <a:srgbClr val="203040"/>
                </a:solidFill>
                <a:latin typeface="Arial"/>
                <a:ea typeface="Arial"/>
                <a:cs typeface="Arial"/>
              </a:rPr>
              <a:t>Browser reads follow the signed-in session</a:t>
            </a:r>
          </a:p>
        </p:txBody>
      </p:sp>
      <p:sp>
        <p:nvSpPr>
          <p:cNvPr id="25" name="">
            <a:extLst xmlns:a="http://schemas.openxmlformats.org/drawingml/2006/main">
              <a:ext uri="{FF2B5EF4-FFF2-40B4-BE49-F238E27FC236}">
                <a16:creationId xmlns:a16="http://schemas.microsoft.com/office/drawing/2014/main" id="{EA2DD039-E522-4A22-9867-B6008895861C}"/>
              </a:ext>
            </a:extLst>
          </p:cNvPr>
          <p:cNvSpPr>
            <a:spLocks xmlns:a="http://schemas.openxmlformats.org/drawingml/2006/main" noGrp="1"/>
          </p:cNvSpPr>
          <p:nvPr/>
        </p:nvSpPr>
        <p:spPr>
          <a:xfrm xmlns:a="http://schemas.openxmlformats.org/drawingml/2006/main">
            <a:off x="6000750" y="4953000"/>
            <a:ext cx="4762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203040"/>
                </a:solidFill>
                <a:latin typeface="Arial"/>
                <a:ea typeface="Arial"/>
                <a:cs typeface="Arial"/>
              </a:defRPr>
            </a:defPPr>
            <a:lvl1pPr algn="l">
              <a:defRPr sz="1275" b="0">
                <a:solidFill>
                  <a:srgbClr val="203040"/>
                </a:solidFill>
                <a:latin typeface="Arial"/>
                <a:ea typeface="Arial"/>
                <a:cs typeface="Arial"/>
              </a:defRPr>
            </a:lvl1pPr>
            <a:lvl2pPr algn="l">
              <a:defRPr sz="1275" b="0">
                <a:solidFill>
                  <a:srgbClr val="203040"/>
                </a:solidFill>
                <a:latin typeface="Arial"/>
                <a:ea typeface="Arial"/>
                <a:cs typeface="Arial"/>
              </a:defRPr>
            </a:lvl2pPr>
            <a:lvl3pPr algn="l">
              <a:defRPr sz="1275" b="0">
                <a:solidFill>
                  <a:srgbClr val="203040"/>
                </a:solidFill>
                <a:latin typeface="Arial"/>
                <a:ea typeface="Arial"/>
                <a:cs typeface="Arial"/>
              </a:defRPr>
            </a:lvl3pPr>
            <a:lvl4pPr algn="l">
              <a:defRPr sz="1275" b="0">
                <a:solidFill>
                  <a:srgbClr val="203040"/>
                </a:solidFill>
                <a:latin typeface="Arial"/>
                <a:ea typeface="Arial"/>
                <a:cs typeface="Arial"/>
              </a:defRPr>
            </a:lvl4pPr>
            <a:lvl5pPr algn="l">
              <a:defRPr sz="1275" b="0">
                <a:solidFill>
                  <a:srgbClr val="203040"/>
                </a:solidFill>
                <a:latin typeface="Arial"/>
                <a:ea typeface="Arial"/>
                <a:cs typeface="Arial"/>
              </a:defRPr>
            </a:lvl5pPr>
            <a:lvl6pPr algn="l">
              <a:defRPr sz="1275" b="0">
                <a:solidFill>
                  <a:srgbClr val="203040"/>
                </a:solidFill>
                <a:latin typeface="Arial"/>
                <a:ea typeface="Arial"/>
                <a:cs typeface="Arial"/>
              </a:defRPr>
            </a:lvl6pPr>
            <a:lvl7pPr algn="l">
              <a:defRPr sz="1275" b="0">
                <a:solidFill>
                  <a:srgbClr val="203040"/>
                </a:solidFill>
                <a:latin typeface="Arial"/>
                <a:ea typeface="Arial"/>
                <a:cs typeface="Arial"/>
              </a:defRPr>
            </a:lvl7pPr>
            <a:lvl8pPr algn="l">
              <a:defRPr sz="1275" b="0">
                <a:solidFill>
                  <a:srgbClr val="203040"/>
                </a:solidFill>
                <a:latin typeface="Arial"/>
                <a:ea typeface="Arial"/>
                <a:cs typeface="Arial"/>
              </a:defRPr>
            </a:lvl8pPr>
            <a:lvl9pPr algn="l">
              <a:defRPr sz="1275" b="0">
                <a:solidFill>
                  <a:srgbClr val="203040"/>
                </a:solidFill>
                <a:latin typeface="Arial"/>
                <a:ea typeface="Arial"/>
                <a:cs typeface="Arial"/>
              </a:defRPr>
            </a:lvl9pPr>
          </a:lstStyle>
          <a:p xmlns:a="http://schemas.openxmlformats.org/drawingml/2006/main">
            <a:pPr algn="l">
              <a:defRPr sz="1275" b="0">
                <a:solidFill>
                  <a:srgbClr val="203040"/>
                </a:solidFill>
                <a:latin typeface="Arial"/>
                <a:ea typeface="Arial"/>
                <a:cs typeface="Arial"/>
              </a:defRPr>
            </a:pPr>
            <a:r>
              <a:rPr sz="1275" b="0">
                <a:solidFill>
                  <a:srgbClr val="203040"/>
                </a:solidFill>
                <a:latin typeface="Arial"/>
                <a:ea typeface="Arial"/>
                <a:cs typeface="Arial"/>
              </a:rPr>
              <a:t>Service credentials stay on the server</a:t>
            </a:r>
          </a:p>
        </p:txBody>
      </p:sp>
      <p:sp>
        <p:nvSpPr>
          <p:cNvPr id="26" name="">
            <a:extLst xmlns:a="http://schemas.openxmlformats.org/drawingml/2006/main">
              <a:ext uri="{FF2B5EF4-FFF2-40B4-BE49-F238E27FC236}">
                <a16:creationId xmlns:a16="http://schemas.microsoft.com/office/drawing/2014/main" id="{735B7766-09F8-43AF-AEC1-E02BD044FEE7}"/>
              </a:ext>
            </a:extLst>
          </p:cNvPr>
          <p:cNvSpPr>
            <a:spLocks xmlns:a="http://schemas.openxmlformats.org/drawingml/2006/main" noGrp="1"/>
          </p:cNvSpPr>
          <p:nvPr/>
        </p:nvSpPr>
        <p:spPr>
          <a:xfrm xmlns:a="http://schemas.openxmlformats.org/drawingml/2006/main">
            <a:off x="685800" y="5810250"/>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5C6F7D"/>
                </a:solidFill>
                <a:latin typeface="Arial"/>
                <a:ea typeface="Arial"/>
                <a:cs typeface="Arial"/>
              </a:defRPr>
            </a:defPPr>
            <a:lvl1pPr algn="l">
              <a:defRPr sz="1200" b="0">
                <a:solidFill>
                  <a:srgbClr val="5C6F7D"/>
                </a:solidFill>
                <a:latin typeface="Arial"/>
                <a:ea typeface="Arial"/>
                <a:cs typeface="Arial"/>
              </a:defRPr>
            </a:lvl1pPr>
            <a:lvl2pPr algn="l">
              <a:defRPr sz="1200" b="0">
                <a:solidFill>
                  <a:srgbClr val="5C6F7D"/>
                </a:solidFill>
                <a:latin typeface="Arial"/>
                <a:ea typeface="Arial"/>
                <a:cs typeface="Arial"/>
              </a:defRPr>
            </a:lvl2pPr>
            <a:lvl3pPr algn="l">
              <a:defRPr sz="1200" b="0">
                <a:solidFill>
                  <a:srgbClr val="5C6F7D"/>
                </a:solidFill>
                <a:latin typeface="Arial"/>
                <a:ea typeface="Arial"/>
                <a:cs typeface="Arial"/>
              </a:defRPr>
            </a:lvl3pPr>
            <a:lvl4pPr algn="l">
              <a:defRPr sz="1200" b="0">
                <a:solidFill>
                  <a:srgbClr val="5C6F7D"/>
                </a:solidFill>
                <a:latin typeface="Arial"/>
                <a:ea typeface="Arial"/>
                <a:cs typeface="Arial"/>
              </a:defRPr>
            </a:lvl4pPr>
            <a:lvl5pPr algn="l">
              <a:defRPr sz="1200" b="0">
                <a:solidFill>
                  <a:srgbClr val="5C6F7D"/>
                </a:solidFill>
                <a:latin typeface="Arial"/>
                <a:ea typeface="Arial"/>
                <a:cs typeface="Arial"/>
              </a:defRPr>
            </a:lvl5pPr>
            <a:lvl6pPr algn="l">
              <a:defRPr sz="1200" b="0">
                <a:solidFill>
                  <a:srgbClr val="5C6F7D"/>
                </a:solidFill>
                <a:latin typeface="Arial"/>
                <a:ea typeface="Arial"/>
                <a:cs typeface="Arial"/>
              </a:defRPr>
            </a:lvl6pPr>
            <a:lvl7pPr algn="l">
              <a:defRPr sz="1200" b="0">
                <a:solidFill>
                  <a:srgbClr val="5C6F7D"/>
                </a:solidFill>
                <a:latin typeface="Arial"/>
                <a:ea typeface="Arial"/>
                <a:cs typeface="Arial"/>
              </a:defRPr>
            </a:lvl7pPr>
            <a:lvl8pPr algn="l">
              <a:defRPr sz="1200" b="0">
                <a:solidFill>
                  <a:srgbClr val="5C6F7D"/>
                </a:solidFill>
                <a:latin typeface="Arial"/>
                <a:ea typeface="Arial"/>
                <a:cs typeface="Arial"/>
              </a:defRPr>
            </a:lvl8pPr>
            <a:lvl9pPr algn="l">
              <a:defRPr sz="1200" b="0">
                <a:solidFill>
                  <a:srgbClr val="5C6F7D"/>
                </a:solidFill>
                <a:latin typeface="Arial"/>
                <a:ea typeface="Arial"/>
                <a:cs typeface="Arial"/>
              </a:defRPr>
            </a:lvl9pPr>
          </a:lstStyle>
          <a:p xmlns:a="http://schemas.openxmlformats.org/drawingml/2006/main">
            <a:pPr algn="l">
              <a:defRPr sz="1200" b="0">
                <a:solidFill>
                  <a:srgbClr val="5C6F7D"/>
                </a:solidFill>
                <a:latin typeface="Arial"/>
                <a:ea typeface="Arial"/>
                <a:cs typeface="Arial"/>
              </a:defRPr>
            </a:pPr>
            <a:r>
              <a:rPr sz="1200" b="0">
                <a:solidFill>
                  <a:srgbClr val="5C6F7D"/>
                </a:solidFill>
                <a:latin typeface="Arial"/>
                <a:ea typeface="Arial"/>
                <a:cs typeface="Arial"/>
              </a:rPr>
              <a:t>The local demo uses synthetic records and demo tokens. Shared Supabase and tutor flows require course and provider configuration.</a:t>
            </a:r>
          </a:p>
        </p:txBody>
      </p:sp>
    </p:spTree>
    <p:extLst>
      <p:ext uri="{BB962C8B-B14F-4D97-AF65-F5344CB8AC3E}">
        <p14:creationId xmlns:p14="http://schemas.microsoft.com/office/powerpoint/2010/main" val="1688337730"/>
      </p:ext>
    </p:extLst>
  </p:cSld>
</p:sld>
</file>

<file path=ppt/slides/slide5.xml><?xml version="1.0" encoding="utf-8"?>
<p:sld xmlns:p="http://schemas.openxmlformats.org/presentationml/2006/main">
  <p:cSld>
    <p:bg>
      <p:bgPr>
        <a:solidFill xmlns:a="http://schemas.openxmlformats.org/drawingml/2006/main">
          <a:srgbClr val="183044"/>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AA5D40C1-50CA-4B68-B7CA-138FB1E5B1E7}"/>
              </a:ext>
            </a:extLst>
          </p:cNvPr>
          <p:cNvSpPr>
            <a:spLocks xmlns:a="http://schemas.openxmlformats.org/drawingml/2006/main" noGrp="1"/>
          </p:cNvSpPr>
          <p:nvPr/>
        </p:nvSpPr>
        <p:spPr>
          <a:xfrm xmlns:a="http://schemas.openxmlformats.org/drawingml/2006/main">
            <a:off x="609600" y="314325"/>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1">
                <a:solidFill>
                  <a:srgbClr val="BBD0DD"/>
                </a:solidFill>
                <a:latin typeface="Arial"/>
                <a:ea typeface="Arial"/>
                <a:cs typeface="Arial"/>
              </a:defRPr>
            </a:defPPr>
            <a:lvl1pPr algn="l">
              <a:defRPr sz="1050" b="1">
                <a:solidFill>
                  <a:srgbClr val="BBD0DD"/>
                </a:solidFill>
                <a:latin typeface="Arial"/>
                <a:ea typeface="Arial"/>
                <a:cs typeface="Arial"/>
              </a:defRPr>
            </a:lvl1pPr>
            <a:lvl2pPr algn="l">
              <a:defRPr sz="1050" b="1">
                <a:solidFill>
                  <a:srgbClr val="BBD0DD"/>
                </a:solidFill>
                <a:latin typeface="Arial"/>
                <a:ea typeface="Arial"/>
                <a:cs typeface="Arial"/>
              </a:defRPr>
            </a:lvl2pPr>
            <a:lvl3pPr algn="l">
              <a:defRPr sz="1050" b="1">
                <a:solidFill>
                  <a:srgbClr val="BBD0DD"/>
                </a:solidFill>
                <a:latin typeface="Arial"/>
                <a:ea typeface="Arial"/>
                <a:cs typeface="Arial"/>
              </a:defRPr>
            </a:lvl3pPr>
            <a:lvl4pPr algn="l">
              <a:defRPr sz="1050" b="1">
                <a:solidFill>
                  <a:srgbClr val="BBD0DD"/>
                </a:solidFill>
                <a:latin typeface="Arial"/>
                <a:ea typeface="Arial"/>
                <a:cs typeface="Arial"/>
              </a:defRPr>
            </a:lvl4pPr>
            <a:lvl5pPr algn="l">
              <a:defRPr sz="1050" b="1">
                <a:solidFill>
                  <a:srgbClr val="BBD0DD"/>
                </a:solidFill>
                <a:latin typeface="Arial"/>
                <a:ea typeface="Arial"/>
                <a:cs typeface="Arial"/>
              </a:defRPr>
            </a:lvl5pPr>
            <a:lvl6pPr algn="l">
              <a:defRPr sz="1050" b="1">
                <a:solidFill>
                  <a:srgbClr val="BBD0DD"/>
                </a:solidFill>
                <a:latin typeface="Arial"/>
                <a:ea typeface="Arial"/>
                <a:cs typeface="Arial"/>
              </a:defRPr>
            </a:lvl6pPr>
            <a:lvl7pPr algn="l">
              <a:defRPr sz="1050" b="1">
                <a:solidFill>
                  <a:srgbClr val="BBD0DD"/>
                </a:solidFill>
                <a:latin typeface="Arial"/>
                <a:ea typeface="Arial"/>
                <a:cs typeface="Arial"/>
              </a:defRPr>
            </a:lvl7pPr>
            <a:lvl8pPr algn="l">
              <a:defRPr sz="1050" b="1">
                <a:solidFill>
                  <a:srgbClr val="BBD0DD"/>
                </a:solidFill>
                <a:latin typeface="Arial"/>
                <a:ea typeface="Arial"/>
                <a:cs typeface="Arial"/>
              </a:defRPr>
            </a:lvl8pPr>
            <a:lvl9pPr algn="l">
              <a:defRPr sz="1050" b="1">
                <a:solidFill>
                  <a:srgbClr val="BBD0DD"/>
                </a:solidFill>
                <a:latin typeface="Arial"/>
                <a:ea typeface="Arial"/>
                <a:cs typeface="Arial"/>
              </a:defRPr>
            </a:lvl9pPr>
          </a:lstStyle>
          <a:p xmlns:a="http://schemas.openxmlformats.org/drawingml/2006/main">
            <a:pPr algn="l">
              <a:defRPr sz="1050" b="1">
                <a:solidFill>
                  <a:srgbClr val="BBD0DD"/>
                </a:solidFill>
                <a:latin typeface="Arial"/>
                <a:ea typeface="Arial"/>
                <a:cs typeface="Arial"/>
              </a:defRPr>
            </a:pPr>
            <a:r>
              <a:rPr sz="1050" b="1">
                <a:solidFill>
                  <a:srgbClr val="BBD0DD"/>
                </a:solidFill>
                <a:latin typeface="Arial"/>
                <a:ea typeface="Arial"/>
                <a:cs typeface="Arial"/>
              </a:rPr>
              <a:t>LIVE WALKTHROUGH</a:t>
            </a:r>
          </a:p>
        </p:txBody>
      </p:sp>
      <p:sp>
        <p:nvSpPr>
          <p:cNvPr id="2" name="">
            <a:extLst xmlns:a="http://schemas.openxmlformats.org/drawingml/2006/main">
              <a:ext uri="{FF2B5EF4-FFF2-40B4-BE49-F238E27FC236}">
                <a16:creationId xmlns:a16="http://schemas.microsoft.com/office/drawing/2014/main" id="{9F67A48B-EF75-4FE0-9F73-C1ACA3B485DD}"/>
              </a:ext>
            </a:extLst>
          </p:cNvPr>
          <p:cNvSpPr>
            <a:spLocks xmlns:a="http://schemas.openxmlformats.org/drawingml/2006/main" noGrp="1"/>
          </p:cNvSpPr>
          <p:nvPr/>
        </p:nvSpPr>
        <p:spPr>
          <a:xfrm xmlns:a="http://schemas.openxmlformats.org/drawingml/2006/main">
            <a:off x="609600" y="647700"/>
            <a:ext cx="10953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850" b="1">
                <a:solidFill>
                  <a:srgbClr val="FFFFFF"/>
                </a:solidFill>
                <a:latin typeface="Arial"/>
                <a:ea typeface="Arial"/>
                <a:cs typeface="Arial"/>
              </a:defRPr>
            </a:defPPr>
            <a:lvl1pPr algn="l">
              <a:defRPr sz="2850" b="1">
                <a:solidFill>
                  <a:srgbClr val="FFFFFF"/>
                </a:solidFill>
                <a:latin typeface="Arial"/>
                <a:ea typeface="Arial"/>
                <a:cs typeface="Arial"/>
              </a:defRPr>
            </a:lvl1pPr>
            <a:lvl2pPr algn="l">
              <a:defRPr sz="2850" b="1">
                <a:solidFill>
                  <a:srgbClr val="FFFFFF"/>
                </a:solidFill>
                <a:latin typeface="Arial"/>
                <a:ea typeface="Arial"/>
                <a:cs typeface="Arial"/>
              </a:defRPr>
            </a:lvl2pPr>
            <a:lvl3pPr algn="l">
              <a:defRPr sz="2850" b="1">
                <a:solidFill>
                  <a:srgbClr val="FFFFFF"/>
                </a:solidFill>
                <a:latin typeface="Arial"/>
                <a:ea typeface="Arial"/>
                <a:cs typeface="Arial"/>
              </a:defRPr>
            </a:lvl3pPr>
            <a:lvl4pPr algn="l">
              <a:defRPr sz="2850" b="1">
                <a:solidFill>
                  <a:srgbClr val="FFFFFF"/>
                </a:solidFill>
                <a:latin typeface="Arial"/>
                <a:ea typeface="Arial"/>
                <a:cs typeface="Arial"/>
              </a:defRPr>
            </a:lvl4pPr>
            <a:lvl5pPr algn="l">
              <a:defRPr sz="2850" b="1">
                <a:solidFill>
                  <a:srgbClr val="FFFFFF"/>
                </a:solidFill>
                <a:latin typeface="Arial"/>
                <a:ea typeface="Arial"/>
                <a:cs typeface="Arial"/>
              </a:defRPr>
            </a:lvl5pPr>
            <a:lvl6pPr algn="l">
              <a:defRPr sz="2850" b="1">
                <a:solidFill>
                  <a:srgbClr val="FFFFFF"/>
                </a:solidFill>
                <a:latin typeface="Arial"/>
                <a:ea typeface="Arial"/>
                <a:cs typeface="Arial"/>
              </a:defRPr>
            </a:lvl6pPr>
            <a:lvl7pPr algn="l">
              <a:defRPr sz="2850" b="1">
                <a:solidFill>
                  <a:srgbClr val="FFFFFF"/>
                </a:solidFill>
                <a:latin typeface="Arial"/>
                <a:ea typeface="Arial"/>
                <a:cs typeface="Arial"/>
              </a:defRPr>
            </a:lvl7pPr>
            <a:lvl8pPr algn="l">
              <a:defRPr sz="2850" b="1">
                <a:solidFill>
                  <a:srgbClr val="FFFFFF"/>
                </a:solidFill>
                <a:latin typeface="Arial"/>
                <a:ea typeface="Arial"/>
                <a:cs typeface="Arial"/>
              </a:defRPr>
            </a:lvl8pPr>
            <a:lvl9pPr algn="l">
              <a:defRPr sz="2850" b="1">
                <a:solidFill>
                  <a:srgbClr val="FFFFFF"/>
                </a:solidFill>
                <a:latin typeface="Arial"/>
                <a:ea typeface="Arial"/>
                <a:cs typeface="Arial"/>
              </a:defRPr>
            </a:lvl9pPr>
          </a:lstStyle>
          <a:p xmlns:a="http://schemas.openxmlformats.org/drawingml/2006/main">
            <a:pPr algn="l">
              <a:defRPr sz="2850" b="1">
                <a:solidFill>
                  <a:srgbClr val="FFFFFF"/>
                </a:solidFill>
                <a:latin typeface="Arial"/>
                <a:ea typeface="Arial"/>
                <a:cs typeface="Arial"/>
              </a:defRPr>
            </a:pPr>
            <a:r>
              <a:rPr sz="2850" b="1">
                <a:solidFill>
                  <a:srgbClr val="FFFFFF"/>
                </a:solidFill>
                <a:latin typeface="Arial"/>
                <a:ea typeface="Arial"/>
                <a:cs typeface="Arial"/>
              </a:rPr>
              <a:t>30-second demo on the sample course</a:t>
            </a:r>
          </a:p>
        </p:txBody>
      </p:sp>
      <p:sp>
        <p:nvSpPr>
          <p:cNvPr id="3" name="">
            <a:extLst xmlns:a="http://schemas.openxmlformats.org/drawingml/2006/main">
              <a:ext uri="{FF2B5EF4-FFF2-40B4-BE49-F238E27FC236}">
                <a16:creationId xmlns:a16="http://schemas.microsoft.com/office/drawing/2014/main" id="{8DB2B628-C8FD-41AE-AA2C-4EA4B988B6D1}"/>
              </a:ext>
            </a:extLst>
          </p:cNvPr>
          <p:cNvSpPr>
            <a:spLocks xmlns:a="http://schemas.openxmlformats.org/drawingml/2006/main" noGrp="1"/>
          </p:cNvSpPr>
          <p:nvPr/>
        </p:nvSpPr>
        <p:spPr>
          <a:xfrm xmlns:a="http://schemas.openxmlformats.org/drawingml/2006/main">
            <a:off x="609600" y="1438275"/>
            <a:ext cx="10972800" cy="19050"/>
          </a:xfrm>
          <a:prstGeom xmlns:a="http://schemas.openxmlformats.org/drawingml/2006/main" prst="rect">
            <a:avLst/>
          </a:prstGeom>
          <a:solidFill xmlns:a="http://schemas.openxmlformats.org/drawingml/2006/main">
            <a:srgbClr val="42607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1B494DB-4372-467E-95E9-4C2C30BD1BA5}"/>
              </a:ext>
            </a:extLst>
          </p:cNvPr>
          <p:cNvSpPr>
            <a:spLocks xmlns:a="http://schemas.openxmlformats.org/drawingml/2006/main" noGrp="1"/>
          </p:cNvSpPr>
          <p:nvPr/>
        </p:nvSpPr>
        <p:spPr>
          <a:xfrm xmlns:a="http://schemas.openxmlformats.org/drawingml/2006/main">
            <a:off x="609600" y="6477000"/>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1">
                <a:solidFill>
                  <a:srgbClr val="AFC7D7"/>
                </a:solidFill>
                <a:latin typeface="Arial"/>
                <a:ea typeface="Arial"/>
                <a:cs typeface="Arial"/>
              </a:defRPr>
            </a:defPPr>
            <a:lvl1pPr algn="l">
              <a:defRPr sz="900" b="1">
                <a:solidFill>
                  <a:srgbClr val="AFC7D7"/>
                </a:solidFill>
                <a:latin typeface="Arial"/>
                <a:ea typeface="Arial"/>
                <a:cs typeface="Arial"/>
              </a:defRPr>
            </a:lvl1pPr>
            <a:lvl2pPr algn="l">
              <a:defRPr sz="900" b="1">
                <a:solidFill>
                  <a:srgbClr val="AFC7D7"/>
                </a:solidFill>
                <a:latin typeface="Arial"/>
                <a:ea typeface="Arial"/>
                <a:cs typeface="Arial"/>
              </a:defRPr>
            </a:lvl2pPr>
            <a:lvl3pPr algn="l">
              <a:defRPr sz="900" b="1">
                <a:solidFill>
                  <a:srgbClr val="AFC7D7"/>
                </a:solidFill>
                <a:latin typeface="Arial"/>
                <a:ea typeface="Arial"/>
                <a:cs typeface="Arial"/>
              </a:defRPr>
            </a:lvl3pPr>
            <a:lvl4pPr algn="l">
              <a:defRPr sz="900" b="1">
                <a:solidFill>
                  <a:srgbClr val="AFC7D7"/>
                </a:solidFill>
                <a:latin typeface="Arial"/>
                <a:ea typeface="Arial"/>
                <a:cs typeface="Arial"/>
              </a:defRPr>
            </a:lvl4pPr>
            <a:lvl5pPr algn="l">
              <a:defRPr sz="900" b="1">
                <a:solidFill>
                  <a:srgbClr val="AFC7D7"/>
                </a:solidFill>
                <a:latin typeface="Arial"/>
                <a:ea typeface="Arial"/>
                <a:cs typeface="Arial"/>
              </a:defRPr>
            </a:lvl5pPr>
            <a:lvl6pPr algn="l">
              <a:defRPr sz="900" b="1">
                <a:solidFill>
                  <a:srgbClr val="AFC7D7"/>
                </a:solidFill>
                <a:latin typeface="Arial"/>
                <a:ea typeface="Arial"/>
                <a:cs typeface="Arial"/>
              </a:defRPr>
            </a:lvl6pPr>
            <a:lvl7pPr algn="l">
              <a:defRPr sz="900" b="1">
                <a:solidFill>
                  <a:srgbClr val="AFC7D7"/>
                </a:solidFill>
                <a:latin typeface="Arial"/>
                <a:ea typeface="Arial"/>
                <a:cs typeface="Arial"/>
              </a:defRPr>
            </a:lvl7pPr>
            <a:lvl8pPr algn="l">
              <a:defRPr sz="900" b="1">
                <a:solidFill>
                  <a:srgbClr val="AFC7D7"/>
                </a:solidFill>
                <a:latin typeface="Arial"/>
                <a:ea typeface="Arial"/>
                <a:cs typeface="Arial"/>
              </a:defRPr>
            </a:lvl8pPr>
            <a:lvl9pPr algn="l">
              <a:defRPr sz="900" b="1">
                <a:solidFill>
                  <a:srgbClr val="AFC7D7"/>
                </a:solidFill>
                <a:latin typeface="Arial"/>
                <a:ea typeface="Arial"/>
                <a:cs typeface="Arial"/>
              </a:defRPr>
            </a:lvl9pPr>
          </a:lstStyle>
          <a:p xmlns:a="http://schemas.openxmlformats.org/drawingml/2006/main">
            <a:pPr algn="l">
              <a:defRPr sz="900" b="1">
                <a:solidFill>
                  <a:srgbClr val="AFC7D7"/>
                </a:solidFill>
                <a:latin typeface="Arial"/>
                <a:ea typeface="Arial"/>
                <a:cs typeface="Arial"/>
              </a:defRPr>
            </a:pPr>
            <a:r>
              <a:rPr sz="900" b="1">
                <a:solidFill>
                  <a:srgbClr val="AFC7D7"/>
                </a:solidFill>
                <a:latin typeface="Arial"/>
                <a:ea typeface="Arial"/>
                <a:cs typeface="Arial"/>
              </a:rPr>
              <a:t>CARMEN STUDY GUIDE</a:t>
            </a:r>
          </a:p>
        </p:txBody>
      </p:sp>
      <p:sp>
        <p:nvSpPr>
          <p:cNvPr id="5" name="">
            <a:extLst xmlns:a="http://schemas.openxmlformats.org/drawingml/2006/main">
              <a:ext uri="{FF2B5EF4-FFF2-40B4-BE49-F238E27FC236}">
                <a16:creationId xmlns:a16="http://schemas.microsoft.com/office/drawing/2014/main" id="{68CB492C-297C-4368-A706-A5C07C15D960}"/>
              </a:ext>
            </a:extLst>
          </p:cNvPr>
          <p:cNvSpPr>
            <a:spLocks xmlns:a="http://schemas.openxmlformats.org/drawingml/2006/main" noGrp="1"/>
          </p:cNvSpPr>
          <p:nvPr/>
        </p:nvSpPr>
        <p:spPr>
          <a:xfrm xmlns:a="http://schemas.openxmlformats.org/drawingml/2006/main">
            <a:off x="11239500" y="64579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AFC7D7"/>
                </a:solidFill>
                <a:latin typeface="Arial"/>
                <a:ea typeface="Arial"/>
                <a:cs typeface="Arial"/>
              </a:defRPr>
            </a:defPPr>
            <a:lvl1pPr algn="r">
              <a:defRPr sz="900" b="0">
                <a:solidFill>
                  <a:srgbClr val="AFC7D7"/>
                </a:solidFill>
                <a:latin typeface="Arial"/>
                <a:ea typeface="Arial"/>
                <a:cs typeface="Arial"/>
              </a:defRPr>
            </a:lvl1pPr>
            <a:lvl2pPr algn="r">
              <a:defRPr sz="900" b="0">
                <a:solidFill>
                  <a:srgbClr val="AFC7D7"/>
                </a:solidFill>
                <a:latin typeface="Arial"/>
                <a:ea typeface="Arial"/>
                <a:cs typeface="Arial"/>
              </a:defRPr>
            </a:lvl2pPr>
            <a:lvl3pPr algn="r">
              <a:defRPr sz="900" b="0">
                <a:solidFill>
                  <a:srgbClr val="AFC7D7"/>
                </a:solidFill>
                <a:latin typeface="Arial"/>
                <a:ea typeface="Arial"/>
                <a:cs typeface="Arial"/>
              </a:defRPr>
            </a:lvl3pPr>
            <a:lvl4pPr algn="r">
              <a:defRPr sz="900" b="0">
                <a:solidFill>
                  <a:srgbClr val="AFC7D7"/>
                </a:solidFill>
                <a:latin typeface="Arial"/>
                <a:ea typeface="Arial"/>
                <a:cs typeface="Arial"/>
              </a:defRPr>
            </a:lvl4pPr>
            <a:lvl5pPr algn="r">
              <a:defRPr sz="900" b="0">
                <a:solidFill>
                  <a:srgbClr val="AFC7D7"/>
                </a:solidFill>
                <a:latin typeface="Arial"/>
                <a:ea typeface="Arial"/>
                <a:cs typeface="Arial"/>
              </a:defRPr>
            </a:lvl5pPr>
            <a:lvl6pPr algn="r">
              <a:defRPr sz="900" b="0">
                <a:solidFill>
                  <a:srgbClr val="AFC7D7"/>
                </a:solidFill>
                <a:latin typeface="Arial"/>
                <a:ea typeface="Arial"/>
                <a:cs typeface="Arial"/>
              </a:defRPr>
            </a:lvl6pPr>
            <a:lvl7pPr algn="r">
              <a:defRPr sz="900" b="0">
                <a:solidFill>
                  <a:srgbClr val="AFC7D7"/>
                </a:solidFill>
                <a:latin typeface="Arial"/>
                <a:ea typeface="Arial"/>
                <a:cs typeface="Arial"/>
              </a:defRPr>
            </a:lvl7pPr>
            <a:lvl8pPr algn="r">
              <a:defRPr sz="900" b="0">
                <a:solidFill>
                  <a:srgbClr val="AFC7D7"/>
                </a:solidFill>
                <a:latin typeface="Arial"/>
                <a:ea typeface="Arial"/>
                <a:cs typeface="Arial"/>
              </a:defRPr>
            </a:lvl8pPr>
            <a:lvl9pPr algn="r">
              <a:defRPr sz="900" b="0">
                <a:solidFill>
                  <a:srgbClr val="AFC7D7"/>
                </a:solidFill>
                <a:latin typeface="Arial"/>
                <a:ea typeface="Arial"/>
                <a:cs typeface="Arial"/>
              </a:defRPr>
            </a:lvl9pPr>
          </a:lstStyle>
          <a:p xmlns:a="http://schemas.openxmlformats.org/drawingml/2006/main">
            <a:pPr algn="r">
              <a:defRPr sz="900" b="0">
                <a:solidFill>
                  <a:srgbClr val="AFC7D7"/>
                </a:solidFill>
                <a:latin typeface="Arial"/>
                <a:ea typeface="Arial"/>
                <a:cs typeface="Arial"/>
              </a:defRPr>
            </a:pPr>
            <a:r>
              <a:rPr sz="900" b="0">
                <a:solidFill>
                  <a:srgbClr val="AFC7D7"/>
                </a:solidFill>
                <a:latin typeface="Arial"/>
                <a:ea typeface="Arial"/>
                <a:cs typeface="Arial"/>
              </a:rPr>
              <a:t>05</a:t>
            </a:r>
          </a:p>
        </p:txBody>
      </p:sp>
      <p:sp>
        <p:nvSpPr>
          <p:cNvPr id="6" name="">
            <a:extLst xmlns:a="http://schemas.openxmlformats.org/drawingml/2006/main">
              <a:ext uri="{FF2B5EF4-FFF2-40B4-BE49-F238E27FC236}">
                <a16:creationId xmlns:a16="http://schemas.microsoft.com/office/drawing/2014/main" id="{CC1F7293-A2A4-4564-B803-1D3C98128E3F}"/>
              </a:ext>
            </a:extLst>
          </p:cNvPr>
          <p:cNvSpPr>
            <a:spLocks xmlns:a="http://schemas.openxmlformats.org/drawingml/2006/main" noGrp="1"/>
          </p:cNvSpPr>
          <p:nvPr/>
        </p:nvSpPr>
        <p:spPr>
          <a:xfrm xmlns:a="http://schemas.openxmlformats.org/drawingml/2006/main">
            <a:off x="609600" y="165735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0">
                <a:solidFill>
                  <a:srgbClr val="DCE8EE"/>
                </a:solidFill>
                <a:latin typeface="Arial"/>
                <a:ea typeface="Arial"/>
                <a:cs typeface="Arial"/>
              </a:defRPr>
            </a:defPPr>
            <a:lvl1pPr algn="l">
              <a:defRPr sz="1350" b="0">
                <a:solidFill>
                  <a:srgbClr val="DCE8EE"/>
                </a:solidFill>
                <a:latin typeface="Arial"/>
                <a:ea typeface="Arial"/>
                <a:cs typeface="Arial"/>
              </a:defRPr>
            </a:lvl1pPr>
            <a:lvl2pPr algn="l">
              <a:defRPr sz="1350" b="0">
                <a:solidFill>
                  <a:srgbClr val="DCE8EE"/>
                </a:solidFill>
                <a:latin typeface="Arial"/>
                <a:ea typeface="Arial"/>
                <a:cs typeface="Arial"/>
              </a:defRPr>
            </a:lvl2pPr>
            <a:lvl3pPr algn="l">
              <a:defRPr sz="1350" b="0">
                <a:solidFill>
                  <a:srgbClr val="DCE8EE"/>
                </a:solidFill>
                <a:latin typeface="Arial"/>
                <a:ea typeface="Arial"/>
                <a:cs typeface="Arial"/>
              </a:defRPr>
            </a:lvl3pPr>
            <a:lvl4pPr algn="l">
              <a:defRPr sz="1350" b="0">
                <a:solidFill>
                  <a:srgbClr val="DCE8EE"/>
                </a:solidFill>
                <a:latin typeface="Arial"/>
                <a:ea typeface="Arial"/>
                <a:cs typeface="Arial"/>
              </a:defRPr>
            </a:lvl4pPr>
            <a:lvl5pPr algn="l">
              <a:defRPr sz="1350" b="0">
                <a:solidFill>
                  <a:srgbClr val="DCE8EE"/>
                </a:solidFill>
                <a:latin typeface="Arial"/>
                <a:ea typeface="Arial"/>
                <a:cs typeface="Arial"/>
              </a:defRPr>
            </a:lvl5pPr>
            <a:lvl6pPr algn="l">
              <a:defRPr sz="1350" b="0">
                <a:solidFill>
                  <a:srgbClr val="DCE8EE"/>
                </a:solidFill>
                <a:latin typeface="Arial"/>
                <a:ea typeface="Arial"/>
                <a:cs typeface="Arial"/>
              </a:defRPr>
            </a:lvl6pPr>
            <a:lvl7pPr algn="l">
              <a:defRPr sz="1350" b="0">
                <a:solidFill>
                  <a:srgbClr val="DCE8EE"/>
                </a:solidFill>
                <a:latin typeface="Arial"/>
                <a:ea typeface="Arial"/>
                <a:cs typeface="Arial"/>
              </a:defRPr>
            </a:lvl7pPr>
            <a:lvl8pPr algn="l">
              <a:defRPr sz="1350" b="0">
                <a:solidFill>
                  <a:srgbClr val="DCE8EE"/>
                </a:solidFill>
                <a:latin typeface="Arial"/>
                <a:ea typeface="Arial"/>
                <a:cs typeface="Arial"/>
              </a:defRPr>
            </a:lvl8pPr>
            <a:lvl9pPr algn="l">
              <a:defRPr sz="1350" b="0">
                <a:solidFill>
                  <a:srgbClr val="DCE8EE"/>
                </a:solidFill>
                <a:latin typeface="Arial"/>
                <a:ea typeface="Arial"/>
                <a:cs typeface="Arial"/>
              </a:defRPr>
            </a:lvl9pPr>
          </a:lstStyle>
          <a:p xmlns:a="http://schemas.openxmlformats.org/drawingml/2006/main">
            <a:pPr algn="l">
              <a:defRPr sz="1350" b="0">
                <a:solidFill>
                  <a:srgbClr val="DCE8EE"/>
                </a:solidFill>
                <a:latin typeface="Arial"/>
                <a:ea typeface="Arial"/>
                <a:cs typeface="Arial"/>
              </a:defRPr>
            </a:pPr>
            <a:r>
              <a:rPr sz="1350" b="0">
                <a:solidFill>
                  <a:srgbClr val="DCE8EE"/>
                </a:solidFill>
                <a:latin typeface="Arial"/>
                <a:ea typeface="Arial"/>
                <a:cs typeface="Arial"/>
              </a:rPr>
              <a:t>VIBE 101 is sample course content; Carmen Study Guide is the project.</a:t>
            </a:r>
          </a:p>
        </p:txBody>
      </p:sp>
      <p:sp>
        <p:nvSpPr>
          <p:cNvPr id="7" name="">
            <a:extLst xmlns:a="http://schemas.openxmlformats.org/drawingml/2006/main">
              <a:ext uri="{FF2B5EF4-FFF2-40B4-BE49-F238E27FC236}">
                <a16:creationId xmlns:a16="http://schemas.microsoft.com/office/drawing/2014/main" id="{DAF91B1F-08AC-49A4-92DD-EC05F4946FBA}"/>
              </a:ext>
            </a:extLst>
          </p:cNvPr>
          <p:cNvSpPr>
            <a:spLocks xmlns:a="http://schemas.openxmlformats.org/drawingml/2006/main" noGrp="1"/>
          </p:cNvSpPr>
          <p:nvPr/>
        </p:nvSpPr>
        <p:spPr>
          <a:xfrm xmlns:a="http://schemas.openxmlformats.org/drawingml/2006/main">
            <a:off x="657225" y="2076450"/>
            <a:ext cx="3333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a:solidFill>
                  <a:srgbClr val="BBD0DD"/>
                </a:solidFill>
                <a:latin typeface="Arial"/>
                <a:ea typeface="Arial"/>
                <a:cs typeface="Arial"/>
              </a:defRPr>
            </a:defPPr>
            <a:lvl1pPr algn="l">
              <a:defRPr sz="975" b="1">
                <a:solidFill>
                  <a:srgbClr val="BBD0DD"/>
                </a:solidFill>
                <a:latin typeface="Arial"/>
                <a:ea typeface="Arial"/>
                <a:cs typeface="Arial"/>
              </a:defRPr>
            </a:lvl1pPr>
            <a:lvl2pPr algn="l">
              <a:defRPr sz="975" b="1">
                <a:solidFill>
                  <a:srgbClr val="BBD0DD"/>
                </a:solidFill>
                <a:latin typeface="Arial"/>
                <a:ea typeface="Arial"/>
                <a:cs typeface="Arial"/>
              </a:defRPr>
            </a:lvl2pPr>
            <a:lvl3pPr algn="l">
              <a:defRPr sz="975" b="1">
                <a:solidFill>
                  <a:srgbClr val="BBD0DD"/>
                </a:solidFill>
                <a:latin typeface="Arial"/>
                <a:ea typeface="Arial"/>
                <a:cs typeface="Arial"/>
              </a:defRPr>
            </a:lvl3pPr>
            <a:lvl4pPr algn="l">
              <a:defRPr sz="975" b="1">
                <a:solidFill>
                  <a:srgbClr val="BBD0DD"/>
                </a:solidFill>
                <a:latin typeface="Arial"/>
                <a:ea typeface="Arial"/>
                <a:cs typeface="Arial"/>
              </a:defRPr>
            </a:lvl4pPr>
            <a:lvl5pPr algn="l">
              <a:defRPr sz="975" b="1">
                <a:solidFill>
                  <a:srgbClr val="BBD0DD"/>
                </a:solidFill>
                <a:latin typeface="Arial"/>
                <a:ea typeface="Arial"/>
                <a:cs typeface="Arial"/>
              </a:defRPr>
            </a:lvl5pPr>
            <a:lvl6pPr algn="l">
              <a:defRPr sz="975" b="1">
                <a:solidFill>
                  <a:srgbClr val="BBD0DD"/>
                </a:solidFill>
                <a:latin typeface="Arial"/>
                <a:ea typeface="Arial"/>
                <a:cs typeface="Arial"/>
              </a:defRPr>
            </a:lvl6pPr>
            <a:lvl7pPr algn="l">
              <a:defRPr sz="975" b="1">
                <a:solidFill>
                  <a:srgbClr val="BBD0DD"/>
                </a:solidFill>
                <a:latin typeface="Arial"/>
                <a:ea typeface="Arial"/>
                <a:cs typeface="Arial"/>
              </a:defRPr>
            </a:lvl7pPr>
            <a:lvl8pPr algn="l">
              <a:defRPr sz="975" b="1">
                <a:solidFill>
                  <a:srgbClr val="BBD0DD"/>
                </a:solidFill>
                <a:latin typeface="Arial"/>
                <a:ea typeface="Arial"/>
                <a:cs typeface="Arial"/>
              </a:defRPr>
            </a:lvl8pPr>
            <a:lvl9pPr algn="l">
              <a:defRPr sz="975" b="1">
                <a:solidFill>
                  <a:srgbClr val="BBD0DD"/>
                </a:solidFill>
                <a:latin typeface="Arial"/>
                <a:ea typeface="Arial"/>
                <a:cs typeface="Arial"/>
              </a:defRPr>
            </a:lvl9pPr>
          </a:lstStyle>
          <a:p xmlns:a="http://schemas.openxmlformats.org/drawingml/2006/main">
            <a:pPr algn="l">
              <a:defRPr sz="975" b="1">
                <a:solidFill>
                  <a:srgbClr val="BBD0DD"/>
                </a:solidFill>
                <a:latin typeface="Arial"/>
                <a:ea typeface="Arial"/>
                <a:cs typeface="Arial"/>
              </a:defRPr>
            </a:pPr>
            <a:r>
              <a:rPr sz="975" b="1">
                <a:solidFill>
                  <a:srgbClr val="BBD0DD"/>
                </a:solidFill>
                <a:latin typeface="Arial"/>
                <a:ea typeface="Arial"/>
                <a:cs typeface="Arial"/>
              </a:rPr>
              <a:t>COURSE HOME</a:t>
            </a:r>
          </a:p>
        </p:txBody>
      </p:sp>
      <p:pic>
        <p:nvPicPr>
          <p:cNvPr id="8" name="">
            <a:extLst xmlns:a="http://schemas.openxmlformats.org/drawingml/2006/main">
              <a:ext uri="{FF2B5EF4-FFF2-40B4-BE49-F238E27FC236}">
                <a16:creationId xmlns:a16="http://schemas.microsoft.com/office/drawing/2014/main" id="{3ED1A31E-0BCE-495E-82CE-E90F09C98D86}"/>
              </a:ext>
            </a:extLst>
          </p:cNvPr>
          <p:cNvPicPr>
            <a:picLocks xmlns:a="http://schemas.openxmlformats.org/drawingml/2006/main" noChangeAspect="1"/>
          </p:cNvPicPr>
          <p:nvPr/>
        </p:nvPicPr>
        <p:blipFill>
          <a:blip xmlns:r="http://schemas.openxmlformats.org/officeDocument/2006/relationships" xmlns:a="http://schemas.openxmlformats.org/drawingml/2006/main" r:embed="R841aad975c1d4b87"/>
          <a:srcRect xmlns:a="http://schemas.openxmlformats.org/drawingml/2006/main" l="21500" t="13000" r="24500" b="28000"/>
          <a:stretch xmlns:a="http://schemas.openxmlformats.org/drawingml/2006/main"/>
        </p:blipFill>
        <p:spPr>
          <a:xfrm xmlns:a="http://schemas.openxmlformats.org/drawingml/2006/main">
            <a:off x="609600" y="2371725"/>
            <a:ext cx="3429000" cy="2152650"/>
          </a:xfrm>
          <a:prstGeom xmlns:a="http://schemas.openxmlformats.org/drawingml/2006/main" prst="roundRect">
            <a:avLst>
              <a:gd name="adj" fmla="val 5310"/>
            </a:avLst>
          </a:prstGeom>
        </p:spPr>
      </p:pic>
      <p:sp>
        <p:nvSpPr>
          <p:cNvPr id="9" name="">
            <a:extLst xmlns:a="http://schemas.openxmlformats.org/drawingml/2006/main">
              <a:ext uri="{FF2B5EF4-FFF2-40B4-BE49-F238E27FC236}">
                <a16:creationId xmlns:a16="http://schemas.microsoft.com/office/drawing/2014/main" id="{BB4F26A9-51FD-4AA8-91D9-7EF2FC355AC5}"/>
              </a:ext>
            </a:extLst>
          </p:cNvPr>
          <p:cNvSpPr>
            <a:spLocks xmlns:a="http://schemas.openxmlformats.org/drawingml/2006/main" noGrp="1"/>
          </p:cNvSpPr>
          <p:nvPr/>
        </p:nvSpPr>
        <p:spPr>
          <a:xfrm xmlns:a="http://schemas.openxmlformats.org/drawingml/2006/main">
            <a:off x="609600" y="2371725"/>
            <a:ext cx="3429000" cy="2152650"/>
          </a:xfrm>
          <a:prstGeom xmlns:a="http://schemas.openxmlformats.org/drawingml/2006/main" prst="roundRect">
            <a:avLst>
              <a:gd name="adj" fmla="val 5310"/>
            </a:avLst>
          </a:prstGeom>
          <a:noFill xmlns:a="http://schemas.openxmlformats.org/drawingml/2006/main"/>
          <a:ln xmlns:a="http://schemas.openxmlformats.org/drawingml/2006/main" w="9525">
            <a:solidFill>
              <a:srgbClr val="D7E0E6"/>
            </a:solidFill>
            <a:prstDash val="solid"/>
          </a:ln>
        </p:spPr>
      </p:sp>
      <p:sp>
        <p:nvSpPr>
          <p:cNvPr id="10" name="">
            <a:extLst xmlns:a="http://schemas.openxmlformats.org/drawingml/2006/main">
              <a:ext uri="{FF2B5EF4-FFF2-40B4-BE49-F238E27FC236}">
                <a16:creationId xmlns:a16="http://schemas.microsoft.com/office/drawing/2014/main" id="{B005DBC1-76B8-4886-AA42-E7DC6FD1090D}"/>
              </a:ext>
            </a:extLst>
          </p:cNvPr>
          <p:cNvSpPr>
            <a:spLocks xmlns:a="http://schemas.openxmlformats.org/drawingml/2006/main" noGrp="1"/>
          </p:cNvSpPr>
          <p:nvPr/>
        </p:nvSpPr>
        <p:spPr>
          <a:xfrm xmlns:a="http://schemas.openxmlformats.org/drawingml/2006/main">
            <a:off x="609600" y="4714875"/>
            <a:ext cx="952500" cy="323850"/>
          </a:xfrm>
          <a:prstGeom xmlns:a="http://schemas.openxmlformats.org/drawingml/2006/main" prst="roundRect">
            <a:avLst>
              <a:gd name="adj" fmla="val 50000"/>
            </a:avLst>
          </a:prstGeom>
          <a:solidFill xmlns:a="http://schemas.openxmlformats.org/drawingml/2006/main">
            <a:srgbClr val="0877B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A953FC0-886C-4A9E-BE20-E2484E4D1F5A}"/>
              </a:ext>
            </a:extLst>
          </p:cNvPr>
          <p:cNvSpPr>
            <a:spLocks xmlns:a="http://schemas.openxmlformats.org/drawingml/2006/main" noGrp="1"/>
          </p:cNvSpPr>
          <p:nvPr/>
        </p:nvSpPr>
        <p:spPr>
          <a:xfrm xmlns:a="http://schemas.openxmlformats.org/drawingml/2006/main">
            <a:off x="657225" y="4800600"/>
            <a:ext cx="857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975" b="1">
                <a:solidFill>
                  <a:srgbClr val="FFFFFF"/>
                </a:solidFill>
                <a:latin typeface="Arial"/>
                <a:ea typeface="Arial"/>
                <a:cs typeface="Arial"/>
              </a:defRPr>
            </a:defPPr>
            <a:lvl1pPr algn="ctr">
              <a:defRPr sz="975" b="1">
                <a:solidFill>
                  <a:srgbClr val="FFFFFF"/>
                </a:solidFill>
                <a:latin typeface="Arial"/>
                <a:ea typeface="Arial"/>
                <a:cs typeface="Arial"/>
              </a:defRPr>
            </a:lvl1pPr>
            <a:lvl2pPr algn="ctr">
              <a:defRPr sz="975" b="1">
                <a:solidFill>
                  <a:srgbClr val="FFFFFF"/>
                </a:solidFill>
                <a:latin typeface="Arial"/>
                <a:ea typeface="Arial"/>
                <a:cs typeface="Arial"/>
              </a:defRPr>
            </a:lvl2pPr>
            <a:lvl3pPr algn="ctr">
              <a:defRPr sz="975" b="1">
                <a:solidFill>
                  <a:srgbClr val="FFFFFF"/>
                </a:solidFill>
                <a:latin typeface="Arial"/>
                <a:ea typeface="Arial"/>
                <a:cs typeface="Arial"/>
              </a:defRPr>
            </a:lvl3pPr>
            <a:lvl4pPr algn="ctr">
              <a:defRPr sz="975" b="1">
                <a:solidFill>
                  <a:srgbClr val="FFFFFF"/>
                </a:solidFill>
                <a:latin typeface="Arial"/>
                <a:ea typeface="Arial"/>
                <a:cs typeface="Arial"/>
              </a:defRPr>
            </a:lvl4pPr>
            <a:lvl5pPr algn="ctr">
              <a:defRPr sz="975" b="1">
                <a:solidFill>
                  <a:srgbClr val="FFFFFF"/>
                </a:solidFill>
                <a:latin typeface="Arial"/>
                <a:ea typeface="Arial"/>
                <a:cs typeface="Arial"/>
              </a:defRPr>
            </a:lvl5pPr>
            <a:lvl6pPr algn="ctr">
              <a:defRPr sz="975" b="1">
                <a:solidFill>
                  <a:srgbClr val="FFFFFF"/>
                </a:solidFill>
                <a:latin typeface="Arial"/>
                <a:ea typeface="Arial"/>
                <a:cs typeface="Arial"/>
              </a:defRPr>
            </a:lvl6pPr>
            <a:lvl7pPr algn="ctr">
              <a:defRPr sz="975" b="1">
                <a:solidFill>
                  <a:srgbClr val="FFFFFF"/>
                </a:solidFill>
                <a:latin typeface="Arial"/>
                <a:ea typeface="Arial"/>
                <a:cs typeface="Arial"/>
              </a:defRPr>
            </a:lvl7pPr>
            <a:lvl8pPr algn="ctr">
              <a:defRPr sz="975" b="1">
                <a:solidFill>
                  <a:srgbClr val="FFFFFF"/>
                </a:solidFill>
                <a:latin typeface="Arial"/>
                <a:ea typeface="Arial"/>
                <a:cs typeface="Arial"/>
              </a:defRPr>
            </a:lvl8pPr>
            <a:lvl9pPr algn="ctr">
              <a:defRPr sz="975" b="1">
                <a:solidFill>
                  <a:srgbClr val="FFFFFF"/>
                </a:solidFill>
                <a:latin typeface="Arial"/>
                <a:ea typeface="Arial"/>
                <a:cs typeface="Arial"/>
              </a:defRPr>
            </a:lvl9pPr>
          </a:lstStyle>
          <a:p xmlns:a="http://schemas.openxmlformats.org/drawingml/2006/main">
            <a:pPr algn="ctr">
              <a:defRPr sz="975" b="1">
                <a:solidFill>
                  <a:srgbClr val="FFFFFF"/>
                </a:solidFill>
                <a:latin typeface="Arial"/>
                <a:ea typeface="Arial"/>
                <a:cs typeface="Arial"/>
              </a:defRPr>
            </a:pPr>
            <a:r>
              <a:rPr sz="975" b="1">
                <a:solidFill>
                  <a:srgbClr val="FFFFFF"/>
                </a:solidFill>
                <a:latin typeface="Arial"/>
                <a:ea typeface="Arial"/>
                <a:cs typeface="Arial"/>
              </a:rPr>
              <a:t>0-8 SEC</a:t>
            </a:r>
          </a:p>
        </p:txBody>
      </p:sp>
      <p:sp>
        <p:nvSpPr>
          <p:cNvPr id="12" name="">
            <a:extLst xmlns:a="http://schemas.openxmlformats.org/drawingml/2006/main">
              <a:ext uri="{FF2B5EF4-FFF2-40B4-BE49-F238E27FC236}">
                <a16:creationId xmlns:a16="http://schemas.microsoft.com/office/drawing/2014/main" id="{38046921-11BA-4DE3-9DE0-1F2156655F3C}"/>
              </a:ext>
            </a:extLst>
          </p:cNvPr>
          <p:cNvSpPr>
            <a:spLocks xmlns:a="http://schemas.openxmlformats.org/drawingml/2006/main" noGrp="1"/>
          </p:cNvSpPr>
          <p:nvPr/>
        </p:nvSpPr>
        <p:spPr>
          <a:xfrm xmlns:a="http://schemas.openxmlformats.org/drawingml/2006/main">
            <a:off x="1695450" y="4752975"/>
            <a:ext cx="2266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1">
                <a:solidFill>
                  <a:srgbClr val="FFFFFF"/>
                </a:solidFill>
                <a:latin typeface="Arial"/>
                <a:ea typeface="Arial"/>
                <a:cs typeface="Arial"/>
              </a:defRPr>
            </a:defPPr>
            <a:lvl1pPr algn="l">
              <a:defRPr sz="1275" b="1">
                <a:solidFill>
                  <a:srgbClr val="FFFFFF"/>
                </a:solidFill>
                <a:latin typeface="Arial"/>
                <a:ea typeface="Arial"/>
                <a:cs typeface="Arial"/>
              </a:defRPr>
            </a:lvl1pPr>
            <a:lvl2pPr algn="l">
              <a:defRPr sz="1275" b="1">
                <a:solidFill>
                  <a:srgbClr val="FFFFFF"/>
                </a:solidFill>
                <a:latin typeface="Arial"/>
                <a:ea typeface="Arial"/>
                <a:cs typeface="Arial"/>
              </a:defRPr>
            </a:lvl2pPr>
            <a:lvl3pPr algn="l">
              <a:defRPr sz="1275" b="1">
                <a:solidFill>
                  <a:srgbClr val="FFFFFF"/>
                </a:solidFill>
                <a:latin typeface="Arial"/>
                <a:ea typeface="Arial"/>
                <a:cs typeface="Arial"/>
              </a:defRPr>
            </a:lvl3pPr>
            <a:lvl4pPr algn="l">
              <a:defRPr sz="1275" b="1">
                <a:solidFill>
                  <a:srgbClr val="FFFFFF"/>
                </a:solidFill>
                <a:latin typeface="Arial"/>
                <a:ea typeface="Arial"/>
                <a:cs typeface="Arial"/>
              </a:defRPr>
            </a:lvl4pPr>
            <a:lvl5pPr algn="l">
              <a:defRPr sz="1275" b="1">
                <a:solidFill>
                  <a:srgbClr val="FFFFFF"/>
                </a:solidFill>
                <a:latin typeface="Arial"/>
                <a:ea typeface="Arial"/>
                <a:cs typeface="Arial"/>
              </a:defRPr>
            </a:lvl5pPr>
            <a:lvl6pPr algn="l">
              <a:defRPr sz="1275" b="1">
                <a:solidFill>
                  <a:srgbClr val="FFFFFF"/>
                </a:solidFill>
                <a:latin typeface="Arial"/>
                <a:ea typeface="Arial"/>
                <a:cs typeface="Arial"/>
              </a:defRPr>
            </a:lvl6pPr>
            <a:lvl7pPr algn="l">
              <a:defRPr sz="1275" b="1">
                <a:solidFill>
                  <a:srgbClr val="FFFFFF"/>
                </a:solidFill>
                <a:latin typeface="Arial"/>
                <a:ea typeface="Arial"/>
                <a:cs typeface="Arial"/>
              </a:defRPr>
            </a:lvl7pPr>
            <a:lvl8pPr algn="l">
              <a:defRPr sz="1275" b="1">
                <a:solidFill>
                  <a:srgbClr val="FFFFFF"/>
                </a:solidFill>
                <a:latin typeface="Arial"/>
                <a:ea typeface="Arial"/>
                <a:cs typeface="Arial"/>
              </a:defRPr>
            </a:lvl8pPr>
            <a:lvl9pPr algn="l">
              <a:defRPr sz="1275" b="1">
                <a:solidFill>
                  <a:srgbClr val="FFFFFF"/>
                </a:solidFill>
                <a:latin typeface="Arial"/>
                <a:ea typeface="Arial"/>
                <a:cs typeface="Arial"/>
              </a:defRPr>
            </a:lvl9pPr>
          </a:lstStyle>
          <a:p xmlns:a="http://schemas.openxmlformats.org/drawingml/2006/main">
            <a:pPr algn="l">
              <a:defRPr sz="1275" b="1">
                <a:solidFill>
                  <a:srgbClr val="FFFFFF"/>
                </a:solidFill>
                <a:latin typeface="Arial"/>
                <a:ea typeface="Arial"/>
                <a:cs typeface="Arial"/>
              </a:defRPr>
            </a:pPr>
            <a:r>
              <a:rPr sz="1275" b="1">
                <a:solidFill>
                  <a:srgbClr val="FFFFFF"/>
                </a:solidFill>
                <a:latin typeface="Arial"/>
                <a:ea typeface="Arial"/>
                <a:cs typeface="Arial"/>
              </a:rPr>
              <a:t>Open completed Quiz 1</a:t>
            </a:r>
          </a:p>
        </p:txBody>
      </p:sp>
      <p:sp>
        <p:nvSpPr>
          <p:cNvPr id="13" name="">
            <a:extLst xmlns:a="http://schemas.openxmlformats.org/drawingml/2006/main">
              <a:ext uri="{FF2B5EF4-FFF2-40B4-BE49-F238E27FC236}">
                <a16:creationId xmlns:a16="http://schemas.microsoft.com/office/drawing/2014/main" id="{EA01B8E4-0C06-4BBC-95BD-CDB1DCF08BE6}"/>
              </a:ext>
            </a:extLst>
          </p:cNvPr>
          <p:cNvSpPr>
            <a:spLocks xmlns:a="http://schemas.openxmlformats.org/drawingml/2006/main" noGrp="1"/>
          </p:cNvSpPr>
          <p:nvPr/>
        </p:nvSpPr>
        <p:spPr>
          <a:xfrm xmlns:a="http://schemas.openxmlformats.org/drawingml/2006/main">
            <a:off x="4429125" y="2076450"/>
            <a:ext cx="3333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a:solidFill>
                  <a:srgbClr val="BBD0DD"/>
                </a:solidFill>
                <a:latin typeface="Arial"/>
                <a:ea typeface="Arial"/>
                <a:cs typeface="Arial"/>
              </a:defRPr>
            </a:defPPr>
            <a:lvl1pPr algn="l">
              <a:defRPr sz="975" b="1">
                <a:solidFill>
                  <a:srgbClr val="BBD0DD"/>
                </a:solidFill>
                <a:latin typeface="Arial"/>
                <a:ea typeface="Arial"/>
                <a:cs typeface="Arial"/>
              </a:defRPr>
            </a:lvl1pPr>
            <a:lvl2pPr algn="l">
              <a:defRPr sz="975" b="1">
                <a:solidFill>
                  <a:srgbClr val="BBD0DD"/>
                </a:solidFill>
                <a:latin typeface="Arial"/>
                <a:ea typeface="Arial"/>
                <a:cs typeface="Arial"/>
              </a:defRPr>
            </a:lvl2pPr>
            <a:lvl3pPr algn="l">
              <a:defRPr sz="975" b="1">
                <a:solidFill>
                  <a:srgbClr val="BBD0DD"/>
                </a:solidFill>
                <a:latin typeface="Arial"/>
                <a:ea typeface="Arial"/>
                <a:cs typeface="Arial"/>
              </a:defRPr>
            </a:lvl3pPr>
            <a:lvl4pPr algn="l">
              <a:defRPr sz="975" b="1">
                <a:solidFill>
                  <a:srgbClr val="BBD0DD"/>
                </a:solidFill>
                <a:latin typeface="Arial"/>
                <a:ea typeface="Arial"/>
                <a:cs typeface="Arial"/>
              </a:defRPr>
            </a:lvl4pPr>
            <a:lvl5pPr algn="l">
              <a:defRPr sz="975" b="1">
                <a:solidFill>
                  <a:srgbClr val="BBD0DD"/>
                </a:solidFill>
                <a:latin typeface="Arial"/>
                <a:ea typeface="Arial"/>
                <a:cs typeface="Arial"/>
              </a:defRPr>
            </a:lvl5pPr>
            <a:lvl6pPr algn="l">
              <a:defRPr sz="975" b="1">
                <a:solidFill>
                  <a:srgbClr val="BBD0DD"/>
                </a:solidFill>
                <a:latin typeface="Arial"/>
                <a:ea typeface="Arial"/>
                <a:cs typeface="Arial"/>
              </a:defRPr>
            </a:lvl6pPr>
            <a:lvl7pPr algn="l">
              <a:defRPr sz="975" b="1">
                <a:solidFill>
                  <a:srgbClr val="BBD0DD"/>
                </a:solidFill>
                <a:latin typeface="Arial"/>
                <a:ea typeface="Arial"/>
                <a:cs typeface="Arial"/>
              </a:defRPr>
            </a:lvl7pPr>
            <a:lvl8pPr algn="l">
              <a:defRPr sz="975" b="1">
                <a:solidFill>
                  <a:srgbClr val="BBD0DD"/>
                </a:solidFill>
                <a:latin typeface="Arial"/>
                <a:ea typeface="Arial"/>
                <a:cs typeface="Arial"/>
              </a:defRPr>
            </a:lvl8pPr>
            <a:lvl9pPr algn="l">
              <a:defRPr sz="975" b="1">
                <a:solidFill>
                  <a:srgbClr val="BBD0DD"/>
                </a:solidFill>
                <a:latin typeface="Arial"/>
                <a:ea typeface="Arial"/>
                <a:cs typeface="Arial"/>
              </a:defRPr>
            </a:lvl9pPr>
          </a:lstStyle>
          <a:p xmlns:a="http://schemas.openxmlformats.org/drawingml/2006/main">
            <a:pPr algn="l">
              <a:defRPr sz="975" b="1">
                <a:solidFill>
                  <a:srgbClr val="BBD0DD"/>
                </a:solidFill>
                <a:latin typeface="Arial"/>
                <a:ea typeface="Arial"/>
                <a:cs typeface="Arial"/>
              </a:defRPr>
            </a:pPr>
            <a:r>
              <a:rPr sz="975" b="1">
                <a:solidFill>
                  <a:srgbClr val="BBD0DD"/>
                </a:solidFill>
                <a:latin typeface="Arial"/>
                <a:ea typeface="Arial"/>
                <a:cs typeface="Arial"/>
              </a:rPr>
              <a:t>QUIZ REVIEW</a:t>
            </a:r>
          </a:p>
        </p:txBody>
      </p:sp>
      <p:pic>
        <p:nvPicPr>
          <p:cNvPr id="14" name="">
            <a:extLst xmlns:a="http://schemas.openxmlformats.org/drawingml/2006/main">
              <a:ext uri="{FF2B5EF4-FFF2-40B4-BE49-F238E27FC236}">
                <a16:creationId xmlns:a16="http://schemas.microsoft.com/office/drawing/2014/main" id="{8E4AA383-467C-4674-9F6F-ACD07CF5CC5C}"/>
              </a:ext>
            </a:extLst>
          </p:cNvPr>
          <p:cNvPicPr>
            <a:picLocks xmlns:a="http://schemas.openxmlformats.org/drawingml/2006/main" noChangeAspect="1"/>
          </p:cNvPicPr>
          <p:nvPr/>
        </p:nvPicPr>
        <p:blipFill>
          <a:blip xmlns:r="http://schemas.openxmlformats.org/officeDocument/2006/relationships" xmlns:a="http://schemas.openxmlformats.org/drawingml/2006/main" r:embed="Rf10e2d97c06b49db"/>
          <a:srcRect xmlns:a="http://schemas.openxmlformats.org/drawingml/2006/main" l="20500" t="29000" r="18000" b="10000"/>
          <a:stretch xmlns:a="http://schemas.openxmlformats.org/drawingml/2006/main"/>
        </p:blipFill>
        <p:spPr>
          <a:xfrm xmlns:a="http://schemas.openxmlformats.org/drawingml/2006/main">
            <a:off x="4381500" y="2371725"/>
            <a:ext cx="3429000" cy="2152650"/>
          </a:xfrm>
          <a:prstGeom xmlns:a="http://schemas.openxmlformats.org/drawingml/2006/main" prst="roundRect">
            <a:avLst>
              <a:gd name="adj" fmla="val 5310"/>
            </a:avLst>
          </a:prstGeom>
        </p:spPr>
      </p:pic>
      <p:sp>
        <p:nvSpPr>
          <p:cNvPr id="15" name="">
            <a:extLst xmlns:a="http://schemas.openxmlformats.org/drawingml/2006/main">
              <a:ext uri="{FF2B5EF4-FFF2-40B4-BE49-F238E27FC236}">
                <a16:creationId xmlns:a16="http://schemas.microsoft.com/office/drawing/2014/main" id="{C88CB724-B7C2-4422-B429-4D3F353D9272}"/>
              </a:ext>
            </a:extLst>
          </p:cNvPr>
          <p:cNvSpPr>
            <a:spLocks xmlns:a="http://schemas.openxmlformats.org/drawingml/2006/main" noGrp="1"/>
          </p:cNvSpPr>
          <p:nvPr/>
        </p:nvSpPr>
        <p:spPr>
          <a:xfrm xmlns:a="http://schemas.openxmlformats.org/drawingml/2006/main">
            <a:off x="4381500" y="2371725"/>
            <a:ext cx="3429000" cy="2152650"/>
          </a:xfrm>
          <a:prstGeom xmlns:a="http://schemas.openxmlformats.org/drawingml/2006/main" prst="roundRect">
            <a:avLst>
              <a:gd name="adj" fmla="val 5310"/>
            </a:avLst>
          </a:prstGeom>
          <a:noFill xmlns:a="http://schemas.openxmlformats.org/drawingml/2006/main"/>
          <a:ln xmlns:a="http://schemas.openxmlformats.org/drawingml/2006/main" w="9525">
            <a:solidFill>
              <a:srgbClr val="D7E0E6"/>
            </a:solidFill>
            <a:prstDash val="solid"/>
          </a:ln>
        </p:spPr>
      </p:sp>
      <p:sp>
        <p:nvSpPr>
          <p:cNvPr id="16" name="">
            <a:extLst xmlns:a="http://schemas.openxmlformats.org/drawingml/2006/main">
              <a:ext uri="{FF2B5EF4-FFF2-40B4-BE49-F238E27FC236}">
                <a16:creationId xmlns:a16="http://schemas.microsoft.com/office/drawing/2014/main" id="{1840B24F-BC5E-4B04-B49F-07E9AA559065}"/>
              </a:ext>
            </a:extLst>
          </p:cNvPr>
          <p:cNvSpPr>
            <a:spLocks xmlns:a="http://schemas.openxmlformats.org/drawingml/2006/main" noGrp="1"/>
          </p:cNvSpPr>
          <p:nvPr/>
        </p:nvSpPr>
        <p:spPr>
          <a:xfrm xmlns:a="http://schemas.openxmlformats.org/drawingml/2006/main">
            <a:off x="4381500" y="4714875"/>
            <a:ext cx="952500" cy="323850"/>
          </a:xfrm>
          <a:prstGeom xmlns:a="http://schemas.openxmlformats.org/drawingml/2006/main" prst="roundRect">
            <a:avLst>
              <a:gd name="adj" fmla="val 50000"/>
            </a:avLst>
          </a:prstGeom>
          <a:solidFill xmlns:a="http://schemas.openxmlformats.org/drawingml/2006/main">
            <a:srgbClr val="C8102E"/>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21A95F3-8B34-4735-A6BA-0D067AD1D99B}"/>
              </a:ext>
            </a:extLst>
          </p:cNvPr>
          <p:cNvSpPr>
            <a:spLocks xmlns:a="http://schemas.openxmlformats.org/drawingml/2006/main" noGrp="1"/>
          </p:cNvSpPr>
          <p:nvPr/>
        </p:nvSpPr>
        <p:spPr>
          <a:xfrm xmlns:a="http://schemas.openxmlformats.org/drawingml/2006/main">
            <a:off x="4429125" y="4800600"/>
            <a:ext cx="857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975" b="1">
                <a:solidFill>
                  <a:srgbClr val="FFFFFF"/>
                </a:solidFill>
                <a:latin typeface="Arial"/>
                <a:ea typeface="Arial"/>
                <a:cs typeface="Arial"/>
              </a:defRPr>
            </a:defPPr>
            <a:lvl1pPr algn="ctr">
              <a:defRPr sz="975" b="1">
                <a:solidFill>
                  <a:srgbClr val="FFFFFF"/>
                </a:solidFill>
                <a:latin typeface="Arial"/>
                <a:ea typeface="Arial"/>
                <a:cs typeface="Arial"/>
              </a:defRPr>
            </a:lvl1pPr>
            <a:lvl2pPr algn="ctr">
              <a:defRPr sz="975" b="1">
                <a:solidFill>
                  <a:srgbClr val="FFFFFF"/>
                </a:solidFill>
                <a:latin typeface="Arial"/>
                <a:ea typeface="Arial"/>
                <a:cs typeface="Arial"/>
              </a:defRPr>
            </a:lvl2pPr>
            <a:lvl3pPr algn="ctr">
              <a:defRPr sz="975" b="1">
                <a:solidFill>
                  <a:srgbClr val="FFFFFF"/>
                </a:solidFill>
                <a:latin typeface="Arial"/>
                <a:ea typeface="Arial"/>
                <a:cs typeface="Arial"/>
              </a:defRPr>
            </a:lvl3pPr>
            <a:lvl4pPr algn="ctr">
              <a:defRPr sz="975" b="1">
                <a:solidFill>
                  <a:srgbClr val="FFFFFF"/>
                </a:solidFill>
                <a:latin typeface="Arial"/>
                <a:ea typeface="Arial"/>
                <a:cs typeface="Arial"/>
              </a:defRPr>
            </a:lvl4pPr>
            <a:lvl5pPr algn="ctr">
              <a:defRPr sz="975" b="1">
                <a:solidFill>
                  <a:srgbClr val="FFFFFF"/>
                </a:solidFill>
                <a:latin typeface="Arial"/>
                <a:ea typeface="Arial"/>
                <a:cs typeface="Arial"/>
              </a:defRPr>
            </a:lvl5pPr>
            <a:lvl6pPr algn="ctr">
              <a:defRPr sz="975" b="1">
                <a:solidFill>
                  <a:srgbClr val="FFFFFF"/>
                </a:solidFill>
                <a:latin typeface="Arial"/>
                <a:ea typeface="Arial"/>
                <a:cs typeface="Arial"/>
              </a:defRPr>
            </a:lvl6pPr>
            <a:lvl7pPr algn="ctr">
              <a:defRPr sz="975" b="1">
                <a:solidFill>
                  <a:srgbClr val="FFFFFF"/>
                </a:solidFill>
                <a:latin typeface="Arial"/>
                <a:ea typeface="Arial"/>
                <a:cs typeface="Arial"/>
              </a:defRPr>
            </a:lvl7pPr>
            <a:lvl8pPr algn="ctr">
              <a:defRPr sz="975" b="1">
                <a:solidFill>
                  <a:srgbClr val="FFFFFF"/>
                </a:solidFill>
                <a:latin typeface="Arial"/>
                <a:ea typeface="Arial"/>
                <a:cs typeface="Arial"/>
              </a:defRPr>
            </a:lvl8pPr>
            <a:lvl9pPr algn="ctr">
              <a:defRPr sz="975" b="1">
                <a:solidFill>
                  <a:srgbClr val="FFFFFF"/>
                </a:solidFill>
                <a:latin typeface="Arial"/>
                <a:ea typeface="Arial"/>
                <a:cs typeface="Arial"/>
              </a:defRPr>
            </a:lvl9pPr>
          </a:lstStyle>
          <a:p xmlns:a="http://schemas.openxmlformats.org/drawingml/2006/main">
            <a:pPr algn="ctr">
              <a:defRPr sz="975" b="1">
                <a:solidFill>
                  <a:srgbClr val="FFFFFF"/>
                </a:solidFill>
                <a:latin typeface="Arial"/>
                <a:ea typeface="Arial"/>
                <a:cs typeface="Arial"/>
              </a:defRPr>
            </a:pPr>
            <a:r>
              <a:rPr sz="975" b="1">
                <a:solidFill>
                  <a:srgbClr val="FFFFFF"/>
                </a:solidFill>
                <a:latin typeface="Arial"/>
                <a:ea typeface="Arial"/>
                <a:cs typeface="Arial"/>
              </a:rPr>
              <a:t>8-18 SEC</a:t>
            </a:r>
          </a:p>
        </p:txBody>
      </p:sp>
      <p:sp>
        <p:nvSpPr>
          <p:cNvPr id="18" name="">
            <a:extLst xmlns:a="http://schemas.openxmlformats.org/drawingml/2006/main">
              <a:ext uri="{FF2B5EF4-FFF2-40B4-BE49-F238E27FC236}">
                <a16:creationId xmlns:a16="http://schemas.microsoft.com/office/drawing/2014/main" id="{BCC6513E-5074-4DED-B87A-1447A6EB0D0B}"/>
              </a:ext>
            </a:extLst>
          </p:cNvPr>
          <p:cNvSpPr>
            <a:spLocks xmlns:a="http://schemas.openxmlformats.org/drawingml/2006/main" noGrp="1"/>
          </p:cNvSpPr>
          <p:nvPr/>
        </p:nvSpPr>
        <p:spPr>
          <a:xfrm xmlns:a="http://schemas.openxmlformats.org/drawingml/2006/main">
            <a:off x="5467350" y="4752975"/>
            <a:ext cx="2266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1">
                <a:solidFill>
                  <a:srgbClr val="FFFFFF"/>
                </a:solidFill>
                <a:latin typeface="Arial"/>
                <a:ea typeface="Arial"/>
                <a:cs typeface="Arial"/>
              </a:defRPr>
            </a:defPPr>
            <a:lvl1pPr algn="l">
              <a:defRPr sz="1275" b="1">
                <a:solidFill>
                  <a:srgbClr val="FFFFFF"/>
                </a:solidFill>
                <a:latin typeface="Arial"/>
                <a:ea typeface="Arial"/>
                <a:cs typeface="Arial"/>
              </a:defRPr>
            </a:lvl1pPr>
            <a:lvl2pPr algn="l">
              <a:defRPr sz="1275" b="1">
                <a:solidFill>
                  <a:srgbClr val="FFFFFF"/>
                </a:solidFill>
                <a:latin typeface="Arial"/>
                <a:ea typeface="Arial"/>
                <a:cs typeface="Arial"/>
              </a:defRPr>
            </a:lvl2pPr>
            <a:lvl3pPr algn="l">
              <a:defRPr sz="1275" b="1">
                <a:solidFill>
                  <a:srgbClr val="FFFFFF"/>
                </a:solidFill>
                <a:latin typeface="Arial"/>
                <a:ea typeface="Arial"/>
                <a:cs typeface="Arial"/>
              </a:defRPr>
            </a:lvl3pPr>
            <a:lvl4pPr algn="l">
              <a:defRPr sz="1275" b="1">
                <a:solidFill>
                  <a:srgbClr val="FFFFFF"/>
                </a:solidFill>
                <a:latin typeface="Arial"/>
                <a:ea typeface="Arial"/>
                <a:cs typeface="Arial"/>
              </a:defRPr>
            </a:lvl4pPr>
            <a:lvl5pPr algn="l">
              <a:defRPr sz="1275" b="1">
                <a:solidFill>
                  <a:srgbClr val="FFFFFF"/>
                </a:solidFill>
                <a:latin typeface="Arial"/>
                <a:ea typeface="Arial"/>
                <a:cs typeface="Arial"/>
              </a:defRPr>
            </a:lvl5pPr>
            <a:lvl6pPr algn="l">
              <a:defRPr sz="1275" b="1">
                <a:solidFill>
                  <a:srgbClr val="FFFFFF"/>
                </a:solidFill>
                <a:latin typeface="Arial"/>
                <a:ea typeface="Arial"/>
                <a:cs typeface="Arial"/>
              </a:defRPr>
            </a:lvl6pPr>
            <a:lvl7pPr algn="l">
              <a:defRPr sz="1275" b="1">
                <a:solidFill>
                  <a:srgbClr val="FFFFFF"/>
                </a:solidFill>
                <a:latin typeface="Arial"/>
                <a:ea typeface="Arial"/>
                <a:cs typeface="Arial"/>
              </a:defRPr>
            </a:lvl7pPr>
            <a:lvl8pPr algn="l">
              <a:defRPr sz="1275" b="1">
                <a:solidFill>
                  <a:srgbClr val="FFFFFF"/>
                </a:solidFill>
                <a:latin typeface="Arial"/>
                <a:ea typeface="Arial"/>
                <a:cs typeface="Arial"/>
              </a:defRPr>
            </a:lvl8pPr>
            <a:lvl9pPr algn="l">
              <a:defRPr sz="1275" b="1">
                <a:solidFill>
                  <a:srgbClr val="FFFFFF"/>
                </a:solidFill>
                <a:latin typeface="Arial"/>
                <a:ea typeface="Arial"/>
                <a:cs typeface="Arial"/>
              </a:defRPr>
            </a:lvl9pPr>
          </a:lstStyle>
          <a:p xmlns:a="http://schemas.openxmlformats.org/drawingml/2006/main">
            <a:pPr algn="l">
              <a:defRPr sz="1275" b="1">
                <a:solidFill>
                  <a:srgbClr val="FFFFFF"/>
                </a:solidFill>
                <a:latin typeface="Arial"/>
                <a:ea typeface="Arial"/>
                <a:cs typeface="Arial"/>
              </a:defRPr>
            </a:pPr>
            <a:r>
              <a:rPr sz="1275" b="1">
                <a:solidFill>
                  <a:srgbClr val="FFFFFF"/>
                </a:solidFill>
                <a:latin typeface="Arial"/>
                <a:ea typeface="Arial"/>
                <a:cs typeface="Arial"/>
              </a:rPr>
              <a:t>Show the missed item and correction</a:t>
            </a:r>
          </a:p>
        </p:txBody>
      </p:sp>
      <p:sp>
        <p:nvSpPr>
          <p:cNvPr id="19" name="">
            <a:extLst xmlns:a="http://schemas.openxmlformats.org/drawingml/2006/main">
              <a:ext uri="{FF2B5EF4-FFF2-40B4-BE49-F238E27FC236}">
                <a16:creationId xmlns:a16="http://schemas.microsoft.com/office/drawing/2014/main" id="{0B7B776A-31C1-4275-AB78-D1DB325C67D4}"/>
              </a:ext>
            </a:extLst>
          </p:cNvPr>
          <p:cNvSpPr>
            <a:spLocks xmlns:a="http://schemas.openxmlformats.org/drawingml/2006/main" noGrp="1"/>
          </p:cNvSpPr>
          <p:nvPr/>
        </p:nvSpPr>
        <p:spPr>
          <a:xfrm xmlns:a="http://schemas.openxmlformats.org/drawingml/2006/main">
            <a:off x="8201025" y="2076450"/>
            <a:ext cx="3333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a:solidFill>
                  <a:srgbClr val="BBD0DD"/>
                </a:solidFill>
                <a:latin typeface="Arial"/>
                <a:ea typeface="Arial"/>
                <a:cs typeface="Arial"/>
              </a:defRPr>
            </a:defPPr>
            <a:lvl1pPr algn="l">
              <a:defRPr sz="975" b="1">
                <a:solidFill>
                  <a:srgbClr val="BBD0DD"/>
                </a:solidFill>
                <a:latin typeface="Arial"/>
                <a:ea typeface="Arial"/>
                <a:cs typeface="Arial"/>
              </a:defRPr>
            </a:lvl1pPr>
            <a:lvl2pPr algn="l">
              <a:defRPr sz="975" b="1">
                <a:solidFill>
                  <a:srgbClr val="BBD0DD"/>
                </a:solidFill>
                <a:latin typeface="Arial"/>
                <a:ea typeface="Arial"/>
                <a:cs typeface="Arial"/>
              </a:defRPr>
            </a:lvl2pPr>
            <a:lvl3pPr algn="l">
              <a:defRPr sz="975" b="1">
                <a:solidFill>
                  <a:srgbClr val="BBD0DD"/>
                </a:solidFill>
                <a:latin typeface="Arial"/>
                <a:ea typeface="Arial"/>
                <a:cs typeface="Arial"/>
              </a:defRPr>
            </a:lvl3pPr>
            <a:lvl4pPr algn="l">
              <a:defRPr sz="975" b="1">
                <a:solidFill>
                  <a:srgbClr val="BBD0DD"/>
                </a:solidFill>
                <a:latin typeface="Arial"/>
                <a:ea typeface="Arial"/>
                <a:cs typeface="Arial"/>
              </a:defRPr>
            </a:lvl4pPr>
            <a:lvl5pPr algn="l">
              <a:defRPr sz="975" b="1">
                <a:solidFill>
                  <a:srgbClr val="BBD0DD"/>
                </a:solidFill>
                <a:latin typeface="Arial"/>
                <a:ea typeface="Arial"/>
                <a:cs typeface="Arial"/>
              </a:defRPr>
            </a:lvl5pPr>
            <a:lvl6pPr algn="l">
              <a:defRPr sz="975" b="1">
                <a:solidFill>
                  <a:srgbClr val="BBD0DD"/>
                </a:solidFill>
                <a:latin typeface="Arial"/>
                <a:ea typeface="Arial"/>
                <a:cs typeface="Arial"/>
              </a:defRPr>
            </a:lvl6pPr>
            <a:lvl7pPr algn="l">
              <a:defRPr sz="975" b="1">
                <a:solidFill>
                  <a:srgbClr val="BBD0DD"/>
                </a:solidFill>
                <a:latin typeface="Arial"/>
                <a:ea typeface="Arial"/>
                <a:cs typeface="Arial"/>
              </a:defRPr>
            </a:lvl7pPr>
            <a:lvl8pPr algn="l">
              <a:defRPr sz="975" b="1">
                <a:solidFill>
                  <a:srgbClr val="BBD0DD"/>
                </a:solidFill>
                <a:latin typeface="Arial"/>
                <a:ea typeface="Arial"/>
                <a:cs typeface="Arial"/>
              </a:defRPr>
            </a:lvl8pPr>
            <a:lvl9pPr algn="l">
              <a:defRPr sz="975" b="1">
                <a:solidFill>
                  <a:srgbClr val="BBD0DD"/>
                </a:solidFill>
                <a:latin typeface="Arial"/>
                <a:ea typeface="Arial"/>
                <a:cs typeface="Arial"/>
              </a:defRPr>
            </a:lvl9pPr>
          </a:lstStyle>
          <a:p xmlns:a="http://schemas.openxmlformats.org/drawingml/2006/main">
            <a:pPr algn="l">
              <a:defRPr sz="975" b="1">
                <a:solidFill>
                  <a:srgbClr val="BBD0DD"/>
                </a:solidFill>
                <a:latin typeface="Arial"/>
                <a:ea typeface="Arial"/>
                <a:cs typeface="Arial"/>
              </a:defRPr>
            </a:pPr>
            <a:r>
              <a:rPr sz="975" b="1">
                <a:solidFill>
                  <a:srgbClr val="BBD0DD"/>
                </a:solidFill>
                <a:latin typeface="Arial"/>
                <a:ea typeface="Arial"/>
                <a:cs typeface="Arial"/>
              </a:rPr>
              <a:t>INSTRUCTOR VIEW</a:t>
            </a:r>
          </a:p>
        </p:txBody>
      </p:sp>
      <p:pic>
        <p:nvPicPr>
          <p:cNvPr id="20" name="">
            <a:extLst xmlns:a="http://schemas.openxmlformats.org/drawingml/2006/main">
              <a:ext uri="{FF2B5EF4-FFF2-40B4-BE49-F238E27FC236}">
                <a16:creationId xmlns:a16="http://schemas.microsoft.com/office/drawing/2014/main" id="{0353C0FC-1B37-4A26-847C-8905086C1652}"/>
              </a:ext>
            </a:extLst>
          </p:cNvPr>
          <p:cNvPicPr>
            <a:picLocks xmlns:a="http://schemas.openxmlformats.org/drawingml/2006/main" noChangeAspect="1"/>
          </p:cNvPicPr>
          <p:nvPr/>
        </p:nvPicPr>
        <p:blipFill>
          <a:blip xmlns:r="http://schemas.openxmlformats.org/officeDocument/2006/relationships" xmlns:a="http://schemas.openxmlformats.org/drawingml/2006/main" r:embed="R7358f999c03b4e4d"/>
          <a:srcRect xmlns:a="http://schemas.openxmlformats.org/drawingml/2006/main" l="59000" t="39000" r="0" b="18000"/>
          <a:stretch xmlns:a="http://schemas.openxmlformats.org/drawingml/2006/main"/>
        </p:blipFill>
        <p:spPr>
          <a:xfrm xmlns:a="http://schemas.openxmlformats.org/drawingml/2006/main">
            <a:off x="8153400" y="2371725"/>
            <a:ext cx="3429000" cy="2152650"/>
          </a:xfrm>
          <a:prstGeom xmlns:a="http://schemas.openxmlformats.org/drawingml/2006/main" prst="roundRect">
            <a:avLst>
              <a:gd name="adj" fmla="val 5310"/>
            </a:avLst>
          </a:prstGeom>
        </p:spPr>
      </p:pic>
      <p:sp>
        <p:nvSpPr>
          <p:cNvPr id="21" name="">
            <a:extLst xmlns:a="http://schemas.openxmlformats.org/drawingml/2006/main">
              <a:ext uri="{FF2B5EF4-FFF2-40B4-BE49-F238E27FC236}">
                <a16:creationId xmlns:a16="http://schemas.microsoft.com/office/drawing/2014/main" id="{BA38CA3E-EAEA-4D0C-98CE-A99674045EC9}"/>
              </a:ext>
            </a:extLst>
          </p:cNvPr>
          <p:cNvSpPr>
            <a:spLocks xmlns:a="http://schemas.openxmlformats.org/drawingml/2006/main" noGrp="1"/>
          </p:cNvSpPr>
          <p:nvPr/>
        </p:nvSpPr>
        <p:spPr>
          <a:xfrm xmlns:a="http://schemas.openxmlformats.org/drawingml/2006/main">
            <a:off x="8153400" y="2371725"/>
            <a:ext cx="3429000" cy="2152650"/>
          </a:xfrm>
          <a:prstGeom xmlns:a="http://schemas.openxmlformats.org/drawingml/2006/main" prst="roundRect">
            <a:avLst>
              <a:gd name="adj" fmla="val 5310"/>
            </a:avLst>
          </a:prstGeom>
          <a:noFill xmlns:a="http://schemas.openxmlformats.org/drawingml/2006/main"/>
          <a:ln xmlns:a="http://schemas.openxmlformats.org/drawingml/2006/main" w="9525">
            <a:solidFill>
              <a:srgbClr val="D7E0E6"/>
            </a:solidFill>
            <a:prstDash val="solid"/>
          </a:ln>
        </p:spPr>
      </p:sp>
      <p:sp>
        <p:nvSpPr>
          <p:cNvPr id="22" name="">
            <a:extLst xmlns:a="http://schemas.openxmlformats.org/drawingml/2006/main">
              <a:ext uri="{FF2B5EF4-FFF2-40B4-BE49-F238E27FC236}">
                <a16:creationId xmlns:a16="http://schemas.microsoft.com/office/drawing/2014/main" id="{57E1BEDB-FB24-42F2-BF41-0F45BBB972DB}"/>
              </a:ext>
            </a:extLst>
          </p:cNvPr>
          <p:cNvSpPr>
            <a:spLocks xmlns:a="http://schemas.openxmlformats.org/drawingml/2006/main" noGrp="1"/>
          </p:cNvSpPr>
          <p:nvPr/>
        </p:nvSpPr>
        <p:spPr>
          <a:xfrm xmlns:a="http://schemas.openxmlformats.org/drawingml/2006/main">
            <a:off x="8153400" y="4714875"/>
            <a:ext cx="952500" cy="323850"/>
          </a:xfrm>
          <a:prstGeom xmlns:a="http://schemas.openxmlformats.org/drawingml/2006/main" prst="roundRect">
            <a:avLst>
              <a:gd name="adj" fmla="val 50000"/>
            </a:avLst>
          </a:prstGeom>
          <a:solidFill xmlns:a="http://schemas.openxmlformats.org/drawingml/2006/main">
            <a:srgbClr val="0877B9"/>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D3C9787F-2F78-4C88-8FE8-2AD7C8FE8A7F}"/>
              </a:ext>
            </a:extLst>
          </p:cNvPr>
          <p:cNvSpPr>
            <a:spLocks xmlns:a="http://schemas.openxmlformats.org/drawingml/2006/main" noGrp="1"/>
          </p:cNvSpPr>
          <p:nvPr/>
        </p:nvSpPr>
        <p:spPr>
          <a:xfrm xmlns:a="http://schemas.openxmlformats.org/drawingml/2006/main">
            <a:off x="8201025" y="4800600"/>
            <a:ext cx="857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975" b="1">
                <a:solidFill>
                  <a:srgbClr val="FFFFFF"/>
                </a:solidFill>
                <a:latin typeface="Arial"/>
                <a:ea typeface="Arial"/>
                <a:cs typeface="Arial"/>
              </a:defRPr>
            </a:defPPr>
            <a:lvl1pPr algn="ctr">
              <a:defRPr sz="975" b="1">
                <a:solidFill>
                  <a:srgbClr val="FFFFFF"/>
                </a:solidFill>
                <a:latin typeface="Arial"/>
                <a:ea typeface="Arial"/>
                <a:cs typeface="Arial"/>
              </a:defRPr>
            </a:lvl1pPr>
            <a:lvl2pPr algn="ctr">
              <a:defRPr sz="975" b="1">
                <a:solidFill>
                  <a:srgbClr val="FFFFFF"/>
                </a:solidFill>
                <a:latin typeface="Arial"/>
                <a:ea typeface="Arial"/>
                <a:cs typeface="Arial"/>
              </a:defRPr>
            </a:lvl2pPr>
            <a:lvl3pPr algn="ctr">
              <a:defRPr sz="975" b="1">
                <a:solidFill>
                  <a:srgbClr val="FFFFFF"/>
                </a:solidFill>
                <a:latin typeface="Arial"/>
                <a:ea typeface="Arial"/>
                <a:cs typeface="Arial"/>
              </a:defRPr>
            </a:lvl3pPr>
            <a:lvl4pPr algn="ctr">
              <a:defRPr sz="975" b="1">
                <a:solidFill>
                  <a:srgbClr val="FFFFFF"/>
                </a:solidFill>
                <a:latin typeface="Arial"/>
                <a:ea typeface="Arial"/>
                <a:cs typeface="Arial"/>
              </a:defRPr>
            </a:lvl4pPr>
            <a:lvl5pPr algn="ctr">
              <a:defRPr sz="975" b="1">
                <a:solidFill>
                  <a:srgbClr val="FFFFFF"/>
                </a:solidFill>
                <a:latin typeface="Arial"/>
                <a:ea typeface="Arial"/>
                <a:cs typeface="Arial"/>
              </a:defRPr>
            </a:lvl5pPr>
            <a:lvl6pPr algn="ctr">
              <a:defRPr sz="975" b="1">
                <a:solidFill>
                  <a:srgbClr val="FFFFFF"/>
                </a:solidFill>
                <a:latin typeface="Arial"/>
                <a:ea typeface="Arial"/>
                <a:cs typeface="Arial"/>
              </a:defRPr>
            </a:lvl6pPr>
            <a:lvl7pPr algn="ctr">
              <a:defRPr sz="975" b="1">
                <a:solidFill>
                  <a:srgbClr val="FFFFFF"/>
                </a:solidFill>
                <a:latin typeface="Arial"/>
                <a:ea typeface="Arial"/>
                <a:cs typeface="Arial"/>
              </a:defRPr>
            </a:lvl7pPr>
            <a:lvl8pPr algn="ctr">
              <a:defRPr sz="975" b="1">
                <a:solidFill>
                  <a:srgbClr val="FFFFFF"/>
                </a:solidFill>
                <a:latin typeface="Arial"/>
                <a:ea typeface="Arial"/>
                <a:cs typeface="Arial"/>
              </a:defRPr>
            </a:lvl8pPr>
            <a:lvl9pPr algn="ctr">
              <a:defRPr sz="975" b="1">
                <a:solidFill>
                  <a:srgbClr val="FFFFFF"/>
                </a:solidFill>
                <a:latin typeface="Arial"/>
                <a:ea typeface="Arial"/>
                <a:cs typeface="Arial"/>
              </a:defRPr>
            </a:lvl9pPr>
          </a:lstStyle>
          <a:p xmlns:a="http://schemas.openxmlformats.org/drawingml/2006/main">
            <a:pPr algn="ctr">
              <a:defRPr sz="975" b="1">
                <a:solidFill>
                  <a:srgbClr val="FFFFFF"/>
                </a:solidFill>
                <a:latin typeface="Arial"/>
                <a:ea typeface="Arial"/>
                <a:cs typeface="Arial"/>
              </a:defRPr>
            </a:pPr>
            <a:r>
              <a:rPr sz="975" b="1">
                <a:solidFill>
                  <a:srgbClr val="FFFFFF"/>
                </a:solidFill>
                <a:latin typeface="Arial"/>
                <a:ea typeface="Arial"/>
                <a:cs typeface="Arial"/>
              </a:rPr>
              <a:t>18-30 SEC</a:t>
            </a:r>
          </a:p>
        </p:txBody>
      </p:sp>
      <p:sp>
        <p:nvSpPr>
          <p:cNvPr id="24" name="">
            <a:extLst xmlns:a="http://schemas.openxmlformats.org/drawingml/2006/main">
              <a:ext uri="{FF2B5EF4-FFF2-40B4-BE49-F238E27FC236}">
                <a16:creationId xmlns:a16="http://schemas.microsoft.com/office/drawing/2014/main" id="{FB79DB8C-EDC2-4E94-8EFD-F08A0DA2DEFD}"/>
              </a:ext>
            </a:extLst>
          </p:cNvPr>
          <p:cNvSpPr>
            <a:spLocks xmlns:a="http://schemas.openxmlformats.org/drawingml/2006/main" noGrp="1"/>
          </p:cNvSpPr>
          <p:nvPr/>
        </p:nvSpPr>
        <p:spPr>
          <a:xfrm xmlns:a="http://schemas.openxmlformats.org/drawingml/2006/main">
            <a:off x="9239250" y="4752975"/>
            <a:ext cx="2266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1">
                <a:solidFill>
                  <a:srgbClr val="FFFFFF"/>
                </a:solidFill>
                <a:latin typeface="Arial"/>
                <a:ea typeface="Arial"/>
                <a:cs typeface="Arial"/>
              </a:defRPr>
            </a:defPPr>
            <a:lvl1pPr algn="l">
              <a:defRPr sz="1275" b="1">
                <a:solidFill>
                  <a:srgbClr val="FFFFFF"/>
                </a:solidFill>
                <a:latin typeface="Arial"/>
                <a:ea typeface="Arial"/>
                <a:cs typeface="Arial"/>
              </a:defRPr>
            </a:lvl1pPr>
            <a:lvl2pPr algn="l">
              <a:defRPr sz="1275" b="1">
                <a:solidFill>
                  <a:srgbClr val="FFFFFF"/>
                </a:solidFill>
                <a:latin typeface="Arial"/>
                <a:ea typeface="Arial"/>
                <a:cs typeface="Arial"/>
              </a:defRPr>
            </a:lvl2pPr>
            <a:lvl3pPr algn="l">
              <a:defRPr sz="1275" b="1">
                <a:solidFill>
                  <a:srgbClr val="FFFFFF"/>
                </a:solidFill>
                <a:latin typeface="Arial"/>
                <a:ea typeface="Arial"/>
                <a:cs typeface="Arial"/>
              </a:defRPr>
            </a:lvl3pPr>
            <a:lvl4pPr algn="l">
              <a:defRPr sz="1275" b="1">
                <a:solidFill>
                  <a:srgbClr val="FFFFFF"/>
                </a:solidFill>
                <a:latin typeface="Arial"/>
                <a:ea typeface="Arial"/>
                <a:cs typeface="Arial"/>
              </a:defRPr>
            </a:lvl4pPr>
            <a:lvl5pPr algn="l">
              <a:defRPr sz="1275" b="1">
                <a:solidFill>
                  <a:srgbClr val="FFFFFF"/>
                </a:solidFill>
                <a:latin typeface="Arial"/>
                <a:ea typeface="Arial"/>
                <a:cs typeface="Arial"/>
              </a:defRPr>
            </a:lvl5pPr>
            <a:lvl6pPr algn="l">
              <a:defRPr sz="1275" b="1">
                <a:solidFill>
                  <a:srgbClr val="FFFFFF"/>
                </a:solidFill>
                <a:latin typeface="Arial"/>
                <a:ea typeface="Arial"/>
                <a:cs typeface="Arial"/>
              </a:defRPr>
            </a:lvl6pPr>
            <a:lvl7pPr algn="l">
              <a:defRPr sz="1275" b="1">
                <a:solidFill>
                  <a:srgbClr val="FFFFFF"/>
                </a:solidFill>
                <a:latin typeface="Arial"/>
                <a:ea typeface="Arial"/>
                <a:cs typeface="Arial"/>
              </a:defRPr>
            </a:lvl7pPr>
            <a:lvl8pPr algn="l">
              <a:defRPr sz="1275" b="1">
                <a:solidFill>
                  <a:srgbClr val="FFFFFF"/>
                </a:solidFill>
                <a:latin typeface="Arial"/>
                <a:ea typeface="Arial"/>
                <a:cs typeface="Arial"/>
              </a:defRPr>
            </a:lvl8pPr>
            <a:lvl9pPr algn="l">
              <a:defRPr sz="1275" b="1">
                <a:solidFill>
                  <a:srgbClr val="FFFFFF"/>
                </a:solidFill>
                <a:latin typeface="Arial"/>
                <a:ea typeface="Arial"/>
                <a:cs typeface="Arial"/>
              </a:defRPr>
            </a:lvl9pPr>
          </a:lstStyle>
          <a:p xmlns:a="http://schemas.openxmlformats.org/drawingml/2006/main">
            <a:pPr algn="l">
              <a:defRPr sz="1275" b="1">
                <a:solidFill>
                  <a:srgbClr val="FFFFFF"/>
                </a:solidFill>
                <a:latin typeface="Arial"/>
                <a:ea typeface="Arial"/>
                <a:cs typeface="Arial"/>
              </a:defRPr>
            </a:pPr>
            <a:r>
              <a:rPr sz="1275" b="1">
                <a:solidFill>
                  <a:srgbClr val="FFFFFF"/>
                </a:solidFill>
                <a:latin typeface="Arial"/>
                <a:ea typeface="Arial"/>
                <a:cs typeface="Arial"/>
              </a:rPr>
              <a:t>Open a learner grade drawer</a:t>
            </a:r>
          </a:p>
        </p:txBody>
      </p:sp>
      <p:sp>
        <p:nvSpPr>
          <p:cNvPr id="25" name="">
            <a:extLst xmlns:a="http://schemas.openxmlformats.org/drawingml/2006/main">
              <a:ext uri="{FF2B5EF4-FFF2-40B4-BE49-F238E27FC236}">
                <a16:creationId xmlns:a16="http://schemas.microsoft.com/office/drawing/2014/main" id="{7BE65EAC-BAFE-48B1-ACC3-9845C4A4F9FF}"/>
              </a:ext>
            </a:extLst>
          </p:cNvPr>
          <p:cNvSpPr>
            <a:spLocks xmlns:a="http://schemas.openxmlformats.org/drawingml/2006/main" noGrp="1"/>
          </p:cNvSpPr>
          <p:nvPr/>
        </p:nvSpPr>
        <p:spPr>
          <a:xfrm xmlns:a="http://schemas.openxmlformats.org/drawingml/2006/main">
            <a:off x="609600" y="5457825"/>
            <a:ext cx="7334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BBD0DD"/>
                </a:solidFill>
                <a:latin typeface="Arial"/>
                <a:ea typeface="Arial"/>
                <a:cs typeface="Arial"/>
              </a:defRPr>
            </a:defPPr>
            <a:lvl1pPr algn="l">
              <a:defRPr sz="1200" b="0">
                <a:solidFill>
                  <a:srgbClr val="BBD0DD"/>
                </a:solidFill>
                <a:latin typeface="Arial"/>
                <a:ea typeface="Arial"/>
                <a:cs typeface="Arial"/>
              </a:defRPr>
            </a:lvl1pPr>
            <a:lvl2pPr algn="l">
              <a:defRPr sz="1200" b="0">
                <a:solidFill>
                  <a:srgbClr val="BBD0DD"/>
                </a:solidFill>
                <a:latin typeface="Arial"/>
                <a:ea typeface="Arial"/>
                <a:cs typeface="Arial"/>
              </a:defRPr>
            </a:lvl2pPr>
            <a:lvl3pPr algn="l">
              <a:defRPr sz="1200" b="0">
                <a:solidFill>
                  <a:srgbClr val="BBD0DD"/>
                </a:solidFill>
                <a:latin typeface="Arial"/>
                <a:ea typeface="Arial"/>
                <a:cs typeface="Arial"/>
              </a:defRPr>
            </a:lvl3pPr>
            <a:lvl4pPr algn="l">
              <a:defRPr sz="1200" b="0">
                <a:solidFill>
                  <a:srgbClr val="BBD0DD"/>
                </a:solidFill>
                <a:latin typeface="Arial"/>
                <a:ea typeface="Arial"/>
                <a:cs typeface="Arial"/>
              </a:defRPr>
            </a:lvl4pPr>
            <a:lvl5pPr algn="l">
              <a:defRPr sz="1200" b="0">
                <a:solidFill>
                  <a:srgbClr val="BBD0DD"/>
                </a:solidFill>
                <a:latin typeface="Arial"/>
                <a:ea typeface="Arial"/>
                <a:cs typeface="Arial"/>
              </a:defRPr>
            </a:lvl5pPr>
            <a:lvl6pPr algn="l">
              <a:defRPr sz="1200" b="0">
                <a:solidFill>
                  <a:srgbClr val="BBD0DD"/>
                </a:solidFill>
                <a:latin typeface="Arial"/>
                <a:ea typeface="Arial"/>
                <a:cs typeface="Arial"/>
              </a:defRPr>
            </a:lvl6pPr>
            <a:lvl7pPr algn="l">
              <a:defRPr sz="1200" b="0">
                <a:solidFill>
                  <a:srgbClr val="BBD0DD"/>
                </a:solidFill>
                <a:latin typeface="Arial"/>
                <a:ea typeface="Arial"/>
                <a:cs typeface="Arial"/>
              </a:defRPr>
            </a:lvl7pPr>
            <a:lvl8pPr algn="l">
              <a:defRPr sz="1200" b="0">
                <a:solidFill>
                  <a:srgbClr val="BBD0DD"/>
                </a:solidFill>
                <a:latin typeface="Arial"/>
                <a:ea typeface="Arial"/>
                <a:cs typeface="Arial"/>
              </a:defRPr>
            </a:lvl8pPr>
            <a:lvl9pPr algn="l">
              <a:defRPr sz="1200" b="0">
                <a:solidFill>
                  <a:srgbClr val="BBD0DD"/>
                </a:solidFill>
                <a:latin typeface="Arial"/>
                <a:ea typeface="Arial"/>
                <a:cs typeface="Arial"/>
              </a:defRPr>
            </a:lvl9pPr>
          </a:lstStyle>
          <a:p xmlns:a="http://schemas.openxmlformats.org/drawingml/2006/main">
            <a:pPr algn="l">
              <a:defRPr sz="1200" b="0">
                <a:solidFill>
                  <a:srgbClr val="BBD0DD"/>
                </a:solidFill>
                <a:latin typeface="Arial"/>
                <a:ea typeface="Arial"/>
                <a:cs typeface="Arial"/>
              </a:defRPr>
            </a:pPr>
            <a:r>
              <a:rPr sz="1200" b="0">
                <a:solidFill>
                  <a:srgbClr val="BBD0DD"/>
                </a:solidFill>
                <a:latin typeface="Arial"/>
                <a:ea typeface="Arial"/>
                <a:cs typeface="Arial"/>
              </a:rPr>
              <a:t>Start at http://localhost:8001/courses/1001</a:t>
            </a:r>
          </a:p>
        </p:txBody>
      </p:sp>
      <p:sp>
        <p:nvSpPr>
          <p:cNvPr id="26" name="">
            <a:extLst xmlns:a="http://schemas.openxmlformats.org/drawingml/2006/main">
              <a:ext uri="{FF2B5EF4-FFF2-40B4-BE49-F238E27FC236}">
                <a16:creationId xmlns:a16="http://schemas.microsoft.com/office/drawing/2014/main" id="{2D92EADA-5538-4076-8CB0-8C0581721030}"/>
              </a:ext>
            </a:extLst>
          </p:cNvPr>
          <p:cNvSpPr>
            <a:spLocks xmlns:a="http://schemas.openxmlformats.org/drawingml/2006/main" noGrp="1"/>
          </p:cNvSpPr>
          <p:nvPr/>
        </p:nvSpPr>
        <p:spPr>
          <a:xfrm xmlns:a="http://schemas.openxmlformats.org/drawingml/2006/main">
            <a:off x="9020175" y="5457825"/>
            <a:ext cx="25622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200" b="1">
                <a:solidFill>
                  <a:srgbClr val="FFFFFF"/>
                </a:solidFill>
                <a:latin typeface="Arial"/>
                <a:ea typeface="Arial"/>
                <a:cs typeface="Arial"/>
              </a:defRPr>
            </a:defPPr>
            <a:lvl1pPr algn="r">
              <a:defRPr sz="1200" b="1">
                <a:solidFill>
                  <a:srgbClr val="FFFFFF"/>
                </a:solidFill>
                <a:latin typeface="Arial"/>
                <a:ea typeface="Arial"/>
                <a:cs typeface="Arial"/>
              </a:defRPr>
            </a:lvl1pPr>
            <a:lvl2pPr algn="r">
              <a:defRPr sz="1200" b="1">
                <a:solidFill>
                  <a:srgbClr val="FFFFFF"/>
                </a:solidFill>
                <a:latin typeface="Arial"/>
                <a:ea typeface="Arial"/>
                <a:cs typeface="Arial"/>
              </a:defRPr>
            </a:lvl2pPr>
            <a:lvl3pPr algn="r">
              <a:defRPr sz="1200" b="1">
                <a:solidFill>
                  <a:srgbClr val="FFFFFF"/>
                </a:solidFill>
                <a:latin typeface="Arial"/>
                <a:ea typeface="Arial"/>
                <a:cs typeface="Arial"/>
              </a:defRPr>
            </a:lvl3pPr>
            <a:lvl4pPr algn="r">
              <a:defRPr sz="1200" b="1">
                <a:solidFill>
                  <a:srgbClr val="FFFFFF"/>
                </a:solidFill>
                <a:latin typeface="Arial"/>
                <a:ea typeface="Arial"/>
                <a:cs typeface="Arial"/>
              </a:defRPr>
            </a:lvl4pPr>
            <a:lvl5pPr algn="r">
              <a:defRPr sz="1200" b="1">
                <a:solidFill>
                  <a:srgbClr val="FFFFFF"/>
                </a:solidFill>
                <a:latin typeface="Arial"/>
                <a:ea typeface="Arial"/>
                <a:cs typeface="Arial"/>
              </a:defRPr>
            </a:lvl5pPr>
            <a:lvl6pPr algn="r">
              <a:defRPr sz="1200" b="1">
                <a:solidFill>
                  <a:srgbClr val="FFFFFF"/>
                </a:solidFill>
                <a:latin typeface="Arial"/>
                <a:ea typeface="Arial"/>
                <a:cs typeface="Arial"/>
              </a:defRPr>
            </a:lvl6pPr>
            <a:lvl7pPr algn="r">
              <a:defRPr sz="1200" b="1">
                <a:solidFill>
                  <a:srgbClr val="FFFFFF"/>
                </a:solidFill>
                <a:latin typeface="Arial"/>
                <a:ea typeface="Arial"/>
                <a:cs typeface="Arial"/>
              </a:defRPr>
            </a:lvl7pPr>
            <a:lvl8pPr algn="r">
              <a:defRPr sz="1200" b="1">
                <a:solidFill>
                  <a:srgbClr val="FFFFFF"/>
                </a:solidFill>
                <a:latin typeface="Arial"/>
                <a:ea typeface="Arial"/>
                <a:cs typeface="Arial"/>
              </a:defRPr>
            </a:lvl8pPr>
            <a:lvl9pPr algn="r">
              <a:defRPr sz="1200" b="1">
                <a:solidFill>
                  <a:srgbClr val="FFFFFF"/>
                </a:solidFill>
                <a:latin typeface="Arial"/>
                <a:ea typeface="Arial"/>
                <a:cs typeface="Arial"/>
              </a:defRPr>
            </a:lvl9pPr>
          </a:lstStyle>
          <a:p xmlns:a="http://schemas.openxmlformats.org/drawingml/2006/main">
            <a:pPr algn="r">
              <a:defRPr sz="1200" b="1">
                <a:solidFill>
                  <a:srgbClr val="FFFFFF"/>
                </a:solidFill>
                <a:latin typeface="Arial"/>
                <a:ea typeface="Arial"/>
                <a:cs typeface="Arial"/>
              </a:defRPr>
            </a:pPr>
            <a:r>
              <a:rPr sz="1200" b="1">
                <a:solidFill>
                  <a:srgbClr val="FFFFFF"/>
                </a:solidFill>
                <a:latin typeface="Arial"/>
                <a:ea typeface="Arial"/>
                <a:cs typeface="Arial"/>
              </a:rPr>
              <a:t>30 SECONDS TOTAL</a:t>
            </a:r>
          </a:p>
        </p:txBody>
      </p:sp>
    </p:spTree>
    <p:extLst>
      <p:ext uri="{BB962C8B-B14F-4D97-AF65-F5344CB8AC3E}">
        <p14:creationId xmlns:p14="http://schemas.microsoft.com/office/powerpoint/2010/main" val="135473418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B05620A-AE2F-4FB4-BDA7-E3B6C90456ED}"/>
              </a:ext>
            </a:extLst>
          </p:cNvPr>
          <p:cNvSpPr>
            <a:spLocks xmlns:a="http://schemas.openxmlformats.org/drawingml/2006/main" noGrp="1"/>
          </p:cNvSpPr>
          <p:nvPr/>
        </p:nvSpPr>
        <p:spPr>
          <a:xfrm xmlns:a="http://schemas.openxmlformats.org/drawingml/2006/main">
            <a:off x="609600" y="314325"/>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1">
                <a:solidFill>
                  <a:srgbClr val="0877B9"/>
                </a:solidFill>
                <a:latin typeface="Arial"/>
                <a:ea typeface="Arial"/>
                <a:cs typeface="Arial"/>
              </a:defRPr>
            </a:defPPr>
            <a:lvl1pPr algn="l">
              <a:defRPr sz="1050" b="1">
                <a:solidFill>
                  <a:srgbClr val="0877B9"/>
                </a:solidFill>
                <a:latin typeface="Arial"/>
                <a:ea typeface="Arial"/>
                <a:cs typeface="Arial"/>
              </a:defRPr>
            </a:lvl1pPr>
            <a:lvl2pPr algn="l">
              <a:defRPr sz="1050" b="1">
                <a:solidFill>
                  <a:srgbClr val="0877B9"/>
                </a:solidFill>
                <a:latin typeface="Arial"/>
                <a:ea typeface="Arial"/>
                <a:cs typeface="Arial"/>
              </a:defRPr>
            </a:lvl2pPr>
            <a:lvl3pPr algn="l">
              <a:defRPr sz="1050" b="1">
                <a:solidFill>
                  <a:srgbClr val="0877B9"/>
                </a:solidFill>
                <a:latin typeface="Arial"/>
                <a:ea typeface="Arial"/>
                <a:cs typeface="Arial"/>
              </a:defRPr>
            </a:lvl3pPr>
            <a:lvl4pPr algn="l">
              <a:defRPr sz="1050" b="1">
                <a:solidFill>
                  <a:srgbClr val="0877B9"/>
                </a:solidFill>
                <a:latin typeface="Arial"/>
                <a:ea typeface="Arial"/>
                <a:cs typeface="Arial"/>
              </a:defRPr>
            </a:lvl4pPr>
            <a:lvl5pPr algn="l">
              <a:defRPr sz="1050" b="1">
                <a:solidFill>
                  <a:srgbClr val="0877B9"/>
                </a:solidFill>
                <a:latin typeface="Arial"/>
                <a:ea typeface="Arial"/>
                <a:cs typeface="Arial"/>
              </a:defRPr>
            </a:lvl5pPr>
            <a:lvl6pPr algn="l">
              <a:defRPr sz="1050" b="1">
                <a:solidFill>
                  <a:srgbClr val="0877B9"/>
                </a:solidFill>
                <a:latin typeface="Arial"/>
                <a:ea typeface="Arial"/>
                <a:cs typeface="Arial"/>
              </a:defRPr>
            </a:lvl6pPr>
            <a:lvl7pPr algn="l">
              <a:defRPr sz="1050" b="1">
                <a:solidFill>
                  <a:srgbClr val="0877B9"/>
                </a:solidFill>
                <a:latin typeface="Arial"/>
                <a:ea typeface="Arial"/>
                <a:cs typeface="Arial"/>
              </a:defRPr>
            </a:lvl7pPr>
            <a:lvl8pPr algn="l">
              <a:defRPr sz="1050" b="1">
                <a:solidFill>
                  <a:srgbClr val="0877B9"/>
                </a:solidFill>
                <a:latin typeface="Arial"/>
                <a:ea typeface="Arial"/>
                <a:cs typeface="Arial"/>
              </a:defRPr>
            </a:lvl8pPr>
            <a:lvl9pPr algn="l">
              <a:defRPr sz="1050" b="1">
                <a:solidFill>
                  <a:srgbClr val="0877B9"/>
                </a:solidFill>
                <a:latin typeface="Arial"/>
                <a:ea typeface="Arial"/>
                <a:cs typeface="Arial"/>
              </a:defRPr>
            </a:lvl9pPr>
          </a:lstStyle>
          <a:p xmlns:a="http://schemas.openxmlformats.org/drawingml/2006/main">
            <a:pPr algn="l">
              <a:defRPr sz="1050" b="1">
                <a:solidFill>
                  <a:srgbClr val="0877B9"/>
                </a:solidFill>
                <a:latin typeface="Arial"/>
                <a:ea typeface="Arial"/>
                <a:cs typeface="Arial"/>
              </a:defRPr>
            </a:pPr>
            <a:r>
              <a:rPr sz="1050" b="1">
                <a:solidFill>
                  <a:srgbClr val="0877B9"/>
                </a:solidFill>
                <a:latin typeface="Arial"/>
                <a:ea typeface="Arial"/>
                <a:cs typeface="Arial"/>
              </a:rPr>
              <a:t>PROJECT STATUS</a:t>
            </a:r>
          </a:p>
        </p:txBody>
      </p:sp>
      <p:sp>
        <p:nvSpPr>
          <p:cNvPr id="2" name="">
            <a:extLst xmlns:a="http://schemas.openxmlformats.org/drawingml/2006/main">
              <a:ext uri="{FF2B5EF4-FFF2-40B4-BE49-F238E27FC236}">
                <a16:creationId xmlns:a16="http://schemas.microsoft.com/office/drawing/2014/main" id="{9C6E306D-24DC-4433-B190-6407252F4B3E}"/>
              </a:ext>
            </a:extLst>
          </p:cNvPr>
          <p:cNvSpPr>
            <a:spLocks xmlns:a="http://schemas.openxmlformats.org/drawingml/2006/main" noGrp="1"/>
          </p:cNvSpPr>
          <p:nvPr/>
        </p:nvSpPr>
        <p:spPr>
          <a:xfrm xmlns:a="http://schemas.openxmlformats.org/drawingml/2006/main">
            <a:off x="609600" y="647700"/>
            <a:ext cx="10953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850" b="1">
                <a:solidFill>
                  <a:srgbClr val="183044"/>
                </a:solidFill>
                <a:latin typeface="Arial"/>
                <a:ea typeface="Arial"/>
                <a:cs typeface="Arial"/>
              </a:defRPr>
            </a:defPPr>
            <a:lvl1pPr algn="l">
              <a:defRPr sz="2850" b="1">
                <a:solidFill>
                  <a:srgbClr val="183044"/>
                </a:solidFill>
                <a:latin typeface="Arial"/>
                <a:ea typeface="Arial"/>
                <a:cs typeface="Arial"/>
              </a:defRPr>
            </a:lvl1pPr>
            <a:lvl2pPr algn="l">
              <a:defRPr sz="2850" b="1">
                <a:solidFill>
                  <a:srgbClr val="183044"/>
                </a:solidFill>
                <a:latin typeface="Arial"/>
                <a:ea typeface="Arial"/>
                <a:cs typeface="Arial"/>
              </a:defRPr>
            </a:lvl2pPr>
            <a:lvl3pPr algn="l">
              <a:defRPr sz="2850" b="1">
                <a:solidFill>
                  <a:srgbClr val="183044"/>
                </a:solidFill>
                <a:latin typeface="Arial"/>
                <a:ea typeface="Arial"/>
                <a:cs typeface="Arial"/>
              </a:defRPr>
            </a:lvl3pPr>
            <a:lvl4pPr algn="l">
              <a:defRPr sz="2850" b="1">
                <a:solidFill>
                  <a:srgbClr val="183044"/>
                </a:solidFill>
                <a:latin typeface="Arial"/>
                <a:ea typeface="Arial"/>
                <a:cs typeface="Arial"/>
              </a:defRPr>
            </a:lvl4pPr>
            <a:lvl5pPr algn="l">
              <a:defRPr sz="2850" b="1">
                <a:solidFill>
                  <a:srgbClr val="183044"/>
                </a:solidFill>
                <a:latin typeface="Arial"/>
                <a:ea typeface="Arial"/>
                <a:cs typeface="Arial"/>
              </a:defRPr>
            </a:lvl5pPr>
            <a:lvl6pPr algn="l">
              <a:defRPr sz="2850" b="1">
                <a:solidFill>
                  <a:srgbClr val="183044"/>
                </a:solidFill>
                <a:latin typeface="Arial"/>
                <a:ea typeface="Arial"/>
                <a:cs typeface="Arial"/>
              </a:defRPr>
            </a:lvl6pPr>
            <a:lvl7pPr algn="l">
              <a:defRPr sz="2850" b="1">
                <a:solidFill>
                  <a:srgbClr val="183044"/>
                </a:solidFill>
                <a:latin typeface="Arial"/>
                <a:ea typeface="Arial"/>
                <a:cs typeface="Arial"/>
              </a:defRPr>
            </a:lvl7pPr>
            <a:lvl8pPr algn="l">
              <a:defRPr sz="2850" b="1">
                <a:solidFill>
                  <a:srgbClr val="183044"/>
                </a:solidFill>
                <a:latin typeface="Arial"/>
                <a:ea typeface="Arial"/>
                <a:cs typeface="Arial"/>
              </a:defRPr>
            </a:lvl8pPr>
            <a:lvl9pPr algn="l">
              <a:defRPr sz="2850" b="1">
                <a:solidFill>
                  <a:srgbClr val="183044"/>
                </a:solidFill>
                <a:latin typeface="Arial"/>
                <a:ea typeface="Arial"/>
                <a:cs typeface="Arial"/>
              </a:defRPr>
            </a:lvl9pPr>
          </a:lstStyle>
          <a:p xmlns:a="http://schemas.openxmlformats.org/drawingml/2006/main">
            <a:pPr algn="l">
              <a:defRPr sz="2850" b="1">
                <a:solidFill>
                  <a:srgbClr val="183044"/>
                </a:solidFill>
                <a:latin typeface="Arial"/>
                <a:ea typeface="Arial"/>
                <a:cs typeface="Arial"/>
              </a:defRPr>
            </a:pPr>
            <a:r>
              <a:rPr sz="2850" b="1">
                <a:solidFill>
                  <a:srgbClr val="183044"/>
                </a:solidFill>
                <a:latin typeface="Arial"/>
                <a:ea typeface="Arial"/>
                <a:cs typeface="Arial"/>
              </a:rPr>
              <a:t>The integration foundation is built; impact still needs a pilot</a:t>
            </a:r>
          </a:p>
        </p:txBody>
      </p:sp>
      <p:sp>
        <p:nvSpPr>
          <p:cNvPr id="3" name="">
            <a:extLst xmlns:a="http://schemas.openxmlformats.org/drawingml/2006/main">
              <a:ext uri="{FF2B5EF4-FFF2-40B4-BE49-F238E27FC236}">
                <a16:creationId xmlns:a16="http://schemas.microsoft.com/office/drawing/2014/main" id="{B41AC0E6-3571-46F4-9C09-E2410B8ABD0E}"/>
              </a:ext>
            </a:extLst>
          </p:cNvPr>
          <p:cNvSpPr>
            <a:spLocks xmlns:a="http://schemas.openxmlformats.org/drawingml/2006/main" noGrp="1"/>
          </p:cNvSpPr>
          <p:nvPr/>
        </p:nvSpPr>
        <p:spPr>
          <a:xfrm xmlns:a="http://schemas.openxmlformats.org/drawingml/2006/main">
            <a:off x="609600" y="1438275"/>
            <a:ext cx="10972800" cy="19050"/>
          </a:xfrm>
          <a:prstGeom xmlns:a="http://schemas.openxmlformats.org/drawingml/2006/main" prst="rect">
            <a:avLst/>
          </a:prstGeom>
          <a:solidFill xmlns:a="http://schemas.openxmlformats.org/drawingml/2006/main">
            <a:srgbClr val="D7E0E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A414452-CF58-43C4-912C-8BF91779FBDE}"/>
              </a:ext>
            </a:extLst>
          </p:cNvPr>
          <p:cNvSpPr>
            <a:spLocks xmlns:a="http://schemas.openxmlformats.org/drawingml/2006/main" noGrp="1"/>
          </p:cNvSpPr>
          <p:nvPr/>
        </p:nvSpPr>
        <p:spPr>
          <a:xfrm xmlns:a="http://schemas.openxmlformats.org/drawingml/2006/main">
            <a:off x="609600" y="6477000"/>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1">
                <a:solidFill>
                  <a:srgbClr val="5C6F7D"/>
                </a:solidFill>
                <a:latin typeface="Arial"/>
                <a:ea typeface="Arial"/>
                <a:cs typeface="Arial"/>
              </a:defRPr>
            </a:defPPr>
            <a:lvl1pPr algn="l">
              <a:defRPr sz="900" b="1">
                <a:solidFill>
                  <a:srgbClr val="5C6F7D"/>
                </a:solidFill>
                <a:latin typeface="Arial"/>
                <a:ea typeface="Arial"/>
                <a:cs typeface="Arial"/>
              </a:defRPr>
            </a:lvl1pPr>
            <a:lvl2pPr algn="l">
              <a:defRPr sz="900" b="1">
                <a:solidFill>
                  <a:srgbClr val="5C6F7D"/>
                </a:solidFill>
                <a:latin typeface="Arial"/>
                <a:ea typeface="Arial"/>
                <a:cs typeface="Arial"/>
              </a:defRPr>
            </a:lvl2pPr>
            <a:lvl3pPr algn="l">
              <a:defRPr sz="900" b="1">
                <a:solidFill>
                  <a:srgbClr val="5C6F7D"/>
                </a:solidFill>
                <a:latin typeface="Arial"/>
                <a:ea typeface="Arial"/>
                <a:cs typeface="Arial"/>
              </a:defRPr>
            </a:lvl3pPr>
            <a:lvl4pPr algn="l">
              <a:defRPr sz="900" b="1">
                <a:solidFill>
                  <a:srgbClr val="5C6F7D"/>
                </a:solidFill>
                <a:latin typeface="Arial"/>
                <a:ea typeface="Arial"/>
                <a:cs typeface="Arial"/>
              </a:defRPr>
            </a:lvl4pPr>
            <a:lvl5pPr algn="l">
              <a:defRPr sz="900" b="1">
                <a:solidFill>
                  <a:srgbClr val="5C6F7D"/>
                </a:solidFill>
                <a:latin typeface="Arial"/>
                <a:ea typeface="Arial"/>
                <a:cs typeface="Arial"/>
              </a:defRPr>
            </a:lvl5pPr>
            <a:lvl6pPr algn="l">
              <a:defRPr sz="900" b="1">
                <a:solidFill>
                  <a:srgbClr val="5C6F7D"/>
                </a:solidFill>
                <a:latin typeface="Arial"/>
                <a:ea typeface="Arial"/>
                <a:cs typeface="Arial"/>
              </a:defRPr>
            </a:lvl6pPr>
            <a:lvl7pPr algn="l">
              <a:defRPr sz="900" b="1">
                <a:solidFill>
                  <a:srgbClr val="5C6F7D"/>
                </a:solidFill>
                <a:latin typeface="Arial"/>
                <a:ea typeface="Arial"/>
                <a:cs typeface="Arial"/>
              </a:defRPr>
            </a:lvl7pPr>
            <a:lvl8pPr algn="l">
              <a:defRPr sz="900" b="1">
                <a:solidFill>
                  <a:srgbClr val="5C6F7D"/>
                </a:solidFill>
                <a:latin typeface="Arial"/>
                <a:ea typeface="Arial"/>
                <a:cs typeface="Arial"/>
              </a:defRPr>
            </a:lvl8pPr>
            <a:lvl9pPr algn="l">
              <a:defRPr sz="900" b="1">
                <a:solidFill>
                  <a:srgbClr val="5C6F7D"/>
                </a:solidFill>
                <a:latin typeface="Arial"/>
                <a:ea typeface="Arial"/>
                <a:cs typeface="Arial"/>
              </a:defRPr>
            </a:lvl9pPr>
          </a:lstStyle>
          <a:p xmlns:a="http://schemas.openxmlformats.org/drawingml/2006/main">
            <a:pPr algn="l">
              <a:defRPr sz="900" b="1">
                <a:solidFill>
                  <a:srgbClr val="5C6F7D"/>
                </a:solidFill>
                <a:latin typeface="Arial"/>
                <a:ea typeface="Arial"/>
                <a:cs typeface="Arial"/>
              </a:defRPr>
            </a:pPr>
            <a:r>
              <a:rPr sz="900" b="1">
                <a:solidFill>
                  <a:srgbClr val="5C6F7D"/>
                </a:solidFill>
                <a:latin typeface="Arial"/>
                <a:ea typeface="Arial"/>
                <a:cs typeface="Arial"/>
              </a:rPr>
              <a:t>CARMEN STUDY GUIDE</a:t>
            </a:r>
          </a:p>
        </p:txBody>
      </p:sp>
      <p:sp>
        <p:nvSpPr>
          <p:cNvPr id="5" name="">
            <a:extLst xmlns:a="http://schemas.openxmlformats.org/drawingml/2006/main">
              <a:ext uri="{FF2B5EF4-FFF2-40B4-BE49-F238E27FC236}">
                <a16:creationId xmlns:a16="http://schemas.microsoft.com/office/drawing/2014/main" id="{FFEF0A61-80FD-45C3-AA4B-4ECBAB3381ED}"/>
              </a:ext>
            </a:extLst>
          </p:cNvPr>
          <p:cNvSpPr>
            <a:spLocks xmlns:a="http://schemas.openxmlformats.org/drawingml/2006/main" noGrp="1"/>
          </p:cNvSpPr>
          <p:nvPr/>
        </p:nvSpPr>
        <p:spPr>
          <a:xfrm xmlns:a="http://schemas.openxmlformats.org/drawingml/2006/main">
            <a:off x="11239500" y="64579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C6F7D"/>
                </a:solidFill>
                <a:latin typeface="Arial"/>
                <a:ea typeface="Arial"/>
                <a:cs typeface="Arial"/>
              </a:defRPr>
            </a:defPPr>
            <a:lvl1pPr algn="r">
              <a:defRPr sz="900" b="0">
                <a:solidFill>
                  <a:srgbClr val="5C6F7D"/>
                </a:solidFill>
                <a:latin typeface="Arial"/>
                <a:ea typeface="Arial"/>
                <a:cs typeface="Arial"/>
              </a:defRPr>
            </a:lvl1pPr>
            <a:lvl2pPr algn="r">
              <a:defRPr sz="900" b="0">
                <a:solidFill>
                  <a:srgbClr val="5C6F7D"/>
                </a:solidFill>
                <a:latin typeface="Arial"/>
                <a:ea typeface="Arial"/>
                <a:cs typeface="Arial"/>
              </a:defRPr>
            </a:lvl2pPr>
            <a:lvl3pPr algn="r">
              <a:defRPr sz="900" b="0">
                <a:solidFill>
                  <a:srgbClr val="5C6F7D"/>
                </a:solidFill>
                <a:latin typeface="Arial"/>
                <a:ea typeface="Arial"/>
                <a:cs typeface="Arial"/>
              </a:defRPr>
            </a:lvl3pPr>
            <a:lvl4pPr algn="r">
              <a:defRPr sz="900" b="0">
                <a:solidFill>
                  <a:srgbClr val="5C6F7D"/>
                </a:solidFill>
                <a:latin typeface="Arial"/>
                <a:ea typeface="Arial"/>
                <a:cs typeface="Arial"/>
              </a:defRPr>
            </a:lvl4pPr>
            <a:lvl5pPr algn="r">
              <a:defRPr sz="900" b="0">
                <a:solidFill>
                  <a:srgbClr val="5C6F7D"/>
                </a:solidFill>
                <a:latin typeface="Arial"/>
                <a:ea typeface="Arial"/>
                <a:cs typeface="Arial"/>
              </a:defRPr>
            </a:lvl5pPr>
            <a:lvl6pPr algn="r">
              <a:defRPr sz="900" b="0">
                <a:solidFill>
                  <a:srgbClr val="5C6F7D"/>
                </a:solidFill>
                <a:latin typeface="Arial"/>
                <a:ea typeface="Arial"/>
                <a:cs typeface="Arial"/>
              </a:defRPr>
            </a:lvl6pPr>
            <a:lvl7pPr algn="r">
              <a:defRPr sz="900" b="0">
                <a:solidFill>
                  <a:srgbClr val="5C6F7D"/>
                </a:solidFill>
                <a:latin typeface="Arial"/>
                <a:ea typeface="Arial"/>
                <a:cs typeface="Arial"/>
              </a:defRPr>
            </a:lvl7pPr>
            <a:lvl8pPr algn="r">
              <a:defRPr sz="900" b="0">
                <a:solidFill>
                  <a:srgbClr val="5C6F7D"/>
                </a:solidFill>
                <a:latin typeface="Arial"/>
                <a:ea typeface="Arial"/>
                <a:cs typeface="Arial"/>
              </a:defRPr>
            </a:lvl8pPr>
            <a:lvl9pPr algn="r">
              <a:defRPr sz="900" b="0">
                <a:solidFill>
                  <a:srgbClr val="5C6F7D"/>
                </a:solidFill>
                <a:latin typeface="Arial"/>
                <a:ea typeface="Arial"/>
                <a:cs typeface="Arial"/>
              </a:defRPr>
            </a:lvl9pPr>
          </a:lstStyle>
          <a:p xmlns:a="http://schemas.openxmlformats.org/drawingml/2006/main">
            <a:pPr algn="r">
              <a:defRPr sz="900" b="0">
                <a:solidFill>
                  <a:srgbClr val="5C6F7D"/>
                </a:solidFill>
                <a:latin typeface="Arial"/>
                <a:ea typeface="Arial"/>
                <a:cs typeface="Arial"/>
              </a:defRPr>
            </a:pPr>
            <a:r>
              <a:rPr sz="900" b="0">
                <a:solidFill>
                  <a:srgbClr val="5C6F7D"/>
                </a:solidFill>
                <a:latin typeface="Arial"/>
                <a:ea typeface="Arial"/>
                <a:cs typeface="Arial"/>
              </a:rPr>
              <a:t>06</a:t>
            </a:r>
          </a:p>
        </p:txBody>
      </p:sp>
      <p:sp>
        <p:nvSpPr>
          <p:cNvPr id="6" name="">
            <a:extLst xmlns:a="http://schemas.openxmlformats.org/drawingml/2006/main">
              <a:ext uri="{FF2B5EF4-FFF2-40B4-BE49-F238E27FC236}">
                <a16:creationId xmlns:a16="http://schemas.microsoft.com/office/drawing/2014/main" id="{76E9F359-3AF6-48CF-8D22-8D02607C610A}"/>
              </a:ext>
            </a:extLst>
          </p:cNvPr>
          <p:cNvSpPr>
            <a:spLocks xmlns:a="http://schemas.openxmlformats.org/drawingml/2006/main" noGrp="1"/>
          </p:cNvSpPr>
          <p:nvPr/>
        </p:nvSpPr>
        <p:spPr>
          <a:xfrm xmlns:a="http://schemas.openxmlformats.org/drawingml/2006/main">
            <a:off x="609600" y="1847850"/>
            <a:ext cx="5143500" cy="3143250"/>
          </a:xfrm>
          <a:prstGeom xmlns:a="http://schemas.openxmlformats.org/drawingml/2006/main" prst="roundRect">
            <a:avLst>
              <a:gd name="adj" fmla="val 4848"/>
            </a:avLst>
          </a:prstGeom>
          <a:solidFill xmlns:a="http://schemas.openxmlformats.org/drawingml/2006/main">
            <a:srgbClr val="F4F7F9"/>
          </a:solidFill>
          <a:ln xmlns:a="http://schemas.openxmlformats.org/drawingml/2006/main" w="9525">
            <a:solidFill>
              <a:srgbClr val="D7E0E6"/>
            </a:solidFill>
            <a:prstDash val="solid"/>
          </a:ln>
        </p:spPr>
      </p:sp>
      <p:sp>
        <p:nvSpPr>
          <p:cNvPr id="7" name="">
            <a:extLst xmlns:a="http://schemas.openxmlformats.org/drawingml/2006/main">
              <a:ext uri="{FF2B5EF4-FFF2-40B4-BE49-F238E27FC236}">
                <a16:creationId xmlns:a16="http://schemas.microsoft.com/office/drawing/2014/main" id="{43B09F52-72D8-4AED-8C38-60343EC82D2F}"/>
              </a:ext>
            </a:extLst>
          </p:cNvPr>
          <p:cNvSpPr>
            <a:spLocks xmlns:a="http://schemas.openxmlformats.org/drawingml/2006/main" noGrp="1"/>
          </p:cNvSpPr>
          <p:nvPr/>
        </p:nvSpPr>
        <p:spPr>
          <a:xfrm xmlns:a="http://schemas.openxmlformats.org/drawingml/2006/main">
            <a:off x="6210300" y="1847850"/>
            <a:ext cx="5372100" cy="3143250"/>
          </a:xfrm>
          <a:prstGeom xmlns:a="http://schemas.openxmlformats.org/drawingml/2006/main" prst="roundRect">
            <a:avLst>
              <a:gd name="adj" fmla="val 4848"/>
            </a:avLst>
          </a:prstGeom>
          <a:solidFill xmlns:a="http://schemas.openxmlformats.org/drawingml/2006/main">
            <a:srgbClr val="EAF4F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29B4EE2-94B0-41AE-BE1C-326549F9659C}"/>
              </a:ext>
            </a:extLst>
          </p:cNvPr>
          <p:cNvSpPr>
            <a:spLocks xmlns:a="http://schemas.openxmlformats.org/drawingml/2006/main" noGrp="1"/>
          </p:cNvSpPr>
          <p:nvPr/>
        </p:nvSpPr>
        <p:spPr>
          <a:xfrm xmlns:a="http://schemas.openxmlformats.org/drawingml/2006/main">
            <a:off x="876300" y="211455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1">
                <a:solidFill>
                  <a:srgbClr val="0877B9"/>
                </a:solidFill>
                <a:latin typeface="Arial"/>
                <a:ea typeface="Arial"/>
                <a:cs typeface="Arial"/>
              </a:defRPr>
            </a:defPPr>
            <a:lvl1pPr algn="l">
              <a:defRPr sz="1050" b="1">
                <a:solidFill>
                  <a:srgbClr val="0877B9"/>
                </a:solidFill>
                <a:latin typeface="Arial"/>
                <a:ea typeface="Arial"/>
                <a:cs typeface="Arial"/>
              </a:defRPr>
            </a:lvl1pPr>
            <a:lvl2pPr algn="l">
              <a:defRPr sz="1050" b="1">
                <a:solidFill>
                  <a:srgbClr val="0877B9"/>
                </a:solidFill>
                <a:latin typeface="Arial"/>
                <a:ea typeface="Arial"/>
                <a:cs typeface="Arial"/>
              </a:defRPr>
            </a:lvl2pPr>
            <a:lvl3pPr algn="l">
              <a:defRPr sz="1050" b="1">
                <a:solidFill>
                  <a:srgbClr val="0877B9"/>
                </a:solidFill>
                <a:latin typeface="Arial"/>
                <a:ea typeface="Arial"/>
                <a:cs typeface="Arial"/>
              </a:defRPr>
            </a:lvl3pPr>
            <a:lvl4pPr algn="l">
              <a:defRPr sz="1050" b="1">
                <a:solidFill>
                  <a:srgbClr val="0877B9"/>
                </a:solidFill>
                <a:latin typeface="Arial"/>
                <a:ea typeface="Arial"/>
                <a:cs typeface="Arial"/>
              </a:defRPr>
            </a:lvl4pPr>
            <a:lvl5pPr algn="l">
              <a:defRPr sz="1050" b="1">
                <a:solidFill>
                  <a:srgbClr val="0877B9"/>
                </a:solidFill>
                <a:latin typeface="Arial"/>
                <a:ea typeface="Arial"/>
                <a:cs typeface="Arial"/>
              </a:defRPr>
            </a:lvl5pPr>
            <a:lvl6pPr algn="l">
              <a:defRPr sz="1050" b="1">
                <a:solidFill>
                  <a:srgbClr val="0877B9"/>
                </a:solidFill>
                <a:latin typeface="Arial"/>
                <a:ea typeface="Arial"/>
                <a:cs typeface="Arial"/>
              </a:defRPr>
            </a:lvl6pPr>
            <a:lvl7pPr algn="l">
              <a:defRPr sz="1050" b="1">
                <a:solidFill>
                  <a:srgbClr val="0877B9"/>
                </a:solidFill>
                <a:latin typeface="Arial"/>
                <a:ea typeface="Arial"/>
                <a:cs typeface="Arial"/>
              </a:defRPr>
            </a:lvl7pPr>
            <a:lvl8pPr algn="l">
              <a:defRPr sz="1050" b="1">
                <a:solidFill>
                  <a:srgbClr val="0877B9"/>
                </a:solidFill>
                <a:latin typeface="Arial"/>
                <a:ea typeface="Arial"/>
                <a:cs typeface="Arial"/>
              </a:defRPr>
            </a:lvl8pPr>
            <a:lvl9pPr algn="l">
              <a:defRPr sz="1050" b="1">
                <a:solidFill>
                  <a:srgbClr val="0877B9"/>
                </a:solidFill>
                <a:latin typeface="Arial"/>
                <a:ea typeface="Arial"/>
                <a:cs typeface="Arial"/>
              </a:defRPr>
            </a:lvl9pPr>
          </a:lstStyle>
          <a:p xmlns:a="http://schemas.openxmlformats.org/drawingml/2006/main">
            <a:pPr algn="l">
              <a:defRPr sz="1050" b="1">
                <a:solidFill>
                  <a:srgbClr val="0877B9"/>
                </a:solidFill>
                <a:latin typeface="Arial"/>
                <a:ea typeface="Arial"/>
                <a:cs typeface="Arial"/>
              </a:defRPr>
            </a:pPr>
            <a:r>
              <a:rPr sz="1050" b="1">
                <a:solidFill>
                  <a:srgbClr val="0877B9"/>
                </a:solidFill>
                <a:latin typeface="Arial"/>
                <a:ea typeface="Arial"/>
                <a:cs typeface="Arial"/>
              </a:rPr>
              <a:t>IMPLEMENTED</a:t>
            </a:r>
          </a:p>
        </p:txBody>
      </p:sp>
      <p:sp>
        <p:nvSpPr>
          <p:cNvPr id="9" name="">
            <a:extLst xmlns:a="http://schemas.openxmlformats.org/drawingml/2006/main">
              <a:ext uri="{FF2B5EF4-FFF2-40B4-BE49-F238E27FC236}">
                <a16:creationId xmlns:a16="http://schemas.microsoft.com/office/drawing/2014/main" id="{6157EB70-F017-4A94-B3C9-FDCC148E2432}"/>
              </a:ext>
            </a:extLst>
          </p:cNvPr>
          <p:cNvSpPr>
            <a:spLocks xmlns:a="http://schemas.openxmlformats.org/drawingml/2006/main" noGrp="1"/>
          </p:cNvSpPr>
          <p:nvPr/>
        </p:nvSpPr>
        <p:spPr>
          <a:xfrm xmlns:a="http://schemas.openxmlformats.org/drawingml/2006/main">
            <a:off x="895350" y="2571750"/>
            <a:ext cx="85725" cy="85725"/>
          </a:xfrm>
          <a:prstGeom xmlns:a="http://schemas.openxmlformats.org/drawingml/2006/main" prst="roundRect">
            <a:avLst>
              <a:gd name="adj" fmla="val 50000"/>
            </a:avLst>
          </a:prstGeom>
          <a:solidFill xmlns:a="http://schemas.openxmlformats.org/drawingml/2006/main">
            <a:srgbClr val="11834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0E4A2D1-8A19-407D-9484-E4AB404C2E52}"/>
              </a:ext>
            </a:extLst>
          </p:cNvPr>
          <p:cNvSpPr>
            <a:spLocks xmlns:a="http://schemas.openxmlformats.org/drawingml/2006/main" noGrp="1"/>
          </p:cNvSpPr>
          <p:nvPr/>
        </p:nvSpPr>
        <p:spPr>
          <a:xfrm xmlns:a="http://schemas.openxmlformats.org/drawingml/2006/main">
            <a:off x="1123950" y="2466975"/>
            <a:ext cx="4286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203040"/>
                </a:solidFill>
                <a:latin typeface="Arial"/>
                <a:ea typeface="Arial"/>
                <a:cs typeface="Arial"/>
              </a:defRPr>
            </a:defPPr>
            <a:lvl1pPr algn="l">
              <a:defRPr sz="1275" b="0">
                <a:solidFill>
                  <a:srgbClr val="203040"/>
                </a:solidFill>
                <a:latin typeface="Arial"/>
                <a:ea typeface="Arial"/>
                <a:cs typeface="Arial"/>
              </a:defRPr>
            </a:lvl1pPr>
            <a:lvl2pPr algn="l">
              <a:defRPr sz="1275" b="0">
                <a:solidFill>
                  <a:srgbClr val="203040"/>
                </a:solidFill>
                <a:latin typeface="Arial"/>
                <a:ea typeface="Arial"/>
                <a:cs typeface="Arial"/>
              </a:defRPr>
            </a:lvl2pPr>
            <a:lvl3pPr algn="l">
              <a:defRPr sz="1275" b="0">
                <a:solidFill>
                  <a:srgbClr val="203040"/>
                </a:solidFill>
                <a:latin typeface="Arial"/>
                <a:ea typeface="Arial"/>
                <a:cs typeface="Arial"/>
              </a:defRPr>
            </a:lvl3pPr>
            <a:lvl4pPr algn="l">
              <a:defRPr sz="1275" b="0">
                <a:solidFill>
                  <a:srgbClr val="203040"/>
                </a:solidFill>
                <a:latin typeface="Arial"/>
                <a:ea typeface="Arial"/>
                <a:cs typeface="Arial"/>
              </a:defRPr>
            </a:lvl4pPr>
            <a:lvl5pPr algn="l">
              <a:defRPr sz="1275" b="0">
                <a:solidFill>
                  <a:srgbClr val="203040"/>
                </a:solidFill>
                <a:latin typeface="Arial"/>
                <a:ea typeface="Arial"/>
                <a:cs typeface="Arial"/>
              </a:defRPr>
            </a:lvl5pPr>
            <a:lvl6pPr algn="l">
              <a:defRPr sz="1275" b="0">
                <a:solidFill>
                  <a:srgbClr val="203040"/>
                </a:solidFill>
                <a:latin typeface="Arial"/>
                <a:ea typeface="Arial"/>
                <a:cs typeface="Arial"/>
              </a:defRPr>
            </a:lvl6pPr>
            <a:lvl7pPr algn="l">
              <a:defRPr sz="1275" b="0">
                <a:solidFill>
                  <a:srgbClr val="203040"/>
                </a:solidFill>
                <a:latin typeface="Arial"/>
                <a:ea typeface="Arial"/>
                <a:cs typeface="Arial"/>
              </a:defRPr>
            </a:lvl7pPr>
            <a:lvl8pPr algn="l">
              <a:defRPr sz="1275" b="0">
                <a:solidFill>
                  <a:srgbClr val="203040"/>
                </a:solidFill>
                <a:latin typeface="Arial"/>
                <a:ea typeface="Arial"/>
                <a:cs typeface="Arial"/>
              </a:defRPr>
            </a:lvl8pPr>
            <a:lvl9pPr algn="l">
              <a:defRPr sz="1275" b="0">
                <a:solidFill>
                  <a:srgbClr val="203040"/>
                </a:solidFill>
                <a:latin typeface="Arial"/>
                <a:ea typeface="Arial"/>
                <a:cs typeface="Arial"/>
              </a:defRPr>
            </a:lvl9pPr>
          </a:lstStyle>
          <a:p xmlns:a="http://schemas.openxmlformats.org/drawingml/2006/main">
            <a:pPr algn="l">
              <a:defRPr sz="1275" b="0">
                <a:solidFill>
                  <a:srgbClr val="203040"/>
                </a:solidFill>
                <a:latin typeface="Arial"/>
                <a:ea typeface="Arial"/>
                <a:cs typeface="Arial"/>
              </a:defRPr>
            </a:pPr>
            <a:r>
              <a:rPr sz="1275" b="0">
                <a:solidFill>
                  <a:srgbClr val="203040"/>
                </a:solidFill>
                <a:latin typeface="Arial"/>
                <a:ea typeface="Arial"/>
                <a:cs typeface="Arial"/>
              </a:rPr>
              <a:t>Canvas-style local course interface and API</a:t>
            </a:r>
          </a:p>
        </p:txBody>
      </p:sp>
      <p:sp>
        <p:nvSpPr>
          <p:cNvPr id="11" name="">
            <a:extLst xmlns:a="http://schemas.openxmlformats.org/drawingml/2006/main">
              <a:ext uri="{FF2B5EF4-FFF2-40B4-BE49-F238E27FC236}">
                <a16:creationId xmlns:a16="http://schemas.microsoft.com/office/drawing/2014/main" id="{01527967-330C-4034-AD9E-B71F89549DDB}"/>
              </a:ext>
            </a:extLst>
          </p:cNvPr>
          <p:cNvSpPr>
            <a:spLocks xmlns:a="http://schemas.openxmlformats.org/drawingml/2006/main" noGrp="1"/>
          </p:cNvSpPr>
          <p:nvPr/>
        </p:nvSpPr>
        <p:spPr>
          <a:xfrm xmlns:a="http://schemas.openxmlformats.org/drawingml/2006/main">
            <a:off x="895350" y="3067050"/>
            <a:ext cx="85725" cy="85725"/>
          </a:xfrm>
          <a:prstGeom xmlns:a="http://schemas.openxmlformats.org/drawingml/2006/main" prst="roundRect">
            <a:avLst>
              <a:gd name="adj" fmla="val 50000"/>
            </a:avLst>
          </a:prstGeom>
          <a:solidFill xmlns:a="http://schemas.openxmlformats.org/drawingml/2006/main">
            <a:srgbClr val="11834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CD211DB-57E8-4231-A8C2-47C896D22AE6}"/>
              </a:ext>
            </a:extLst>
          </p:cNvPr>
          <p:cNvSpPr>
            <a:spLocks xmlns:a="http://schemas.openxmlformats.org/drawingml/2006/main" noGrp="1"/>
          </p:cNvSpPr>
          <p:nvPr/>
        </p:nvSpPr>
        <p:spPr>
          <a:xfrm xmlns:a="http://schemas.openxmlformats.org/drawingml/2006/main">
            <a:off x="1123950" y="2962275"/>
            <a:ext cx="4286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203040"/>
                </a:solidFill>
                <a:latin typeface="Arial"/>
                <a:ea typeface="Arial"/>
                <a:cs typeface="Arial"/>
              </a:defRPr>
            </a:defPPr>
            <a:lvl1pPr algn="l">
              <a:defRPr sz="1275" b="0">
                <a:solidFill>
                  <a:srgbClr val="203040"/>
                </a:solidFill>
                <a:latin typeface="Arial"/>
                <a:ea typeface="Arial"/>
                <a:cs typeface="Arial"/>
              </a:defRPr>
            </a:lvl1pPr>
            <a:lvl2pPr algn="l">
              <a:defRPr sz="1275" b="0">
                <a:solidFill>
                  <a:srgbClr val="203040"/>
                </a:solidFill>
                <a:latin typeface="Arial"/>
                <a:ea typeface="Arial"/>
                <a:cs typeface="Arial"/>
              </a:defRPr>
            </a:lvl2pPr>
            <a:lvl3pPr algn="l">
              <a:defRPr sz="1275" b="0">
                <a:solidFill>
                  <a:srgbClr val="203040"/>
                </a:solidFill>
                <a:latin typeface="Arial"/>
                <a:ea typeface="Arial"/>
                <a:cs typeface="Arial"/>
              </a:defRPr>
            </a:lvl3pPr>
            <a:lvl4pPr algn="l">
              <a:defRPr sz="1275" b="0">
                <a:solidFill>
                  <a:srgbClr val="203040"/>
                </a:solidFill>
                <a:latin typeface="Arial"/>
                <a:ea typeface="Arial"/>
                <a:cs typeface="Arial"/>
              </a:defRPr>
            </a:lvl4pPr>
            <a:lvl5pPr algn="l">
              <a:defRPr sz="1275" b="0">
                <a:solidFill>
                  <a:srgbClr val="203040"/>
                </a:solidFill>
                <a:latin typeface="Arial"/>
                <a:ea typeface="Arial"/>
                <a:cs typeface="Arial"/>
              </a:defRPr>
            </a:lvl5pPr>
            <a:lvl6pPr algn="l">
              <a:defRPr sz="1275" b="0">
                <a:solidFill>
                  <a:srgbClr val="203040"/>
                </a:solidFill>
                <a:latin typeface="Arial"/>
                <a:ea typeface="Arial"/>
                <a:cs typeface="Arial"/>
              </a:defRPr>
            </a:lvl6pPr>
            <a:lvl7pPr algn="l">
              <a:defRPr sz="1275" b="0">
                <a:solidFill>
                  <a:srgbClr val="203040"/>
                </a:solidFill>
                <a:latin typeface="Arial"/>
                <a:ea typeface="Arial"/>
                <a:cs typeface="Arial"/>
              </a:defRPr>
            </a:lvl7pPr>
            <a:lvl8pPr algn="l">
              <a:defRPr sz="1275" b="0">
                <a:solidFill>
                  <a:srgbClr val="203040"/>
                </a:solidFill>
                <a:latin typeface="Arial"/>
                <a:ea typeface="Arial"/>
                <a:cs typeface="Arial"/>
              </a:defRPr>
            </a:lvl8pPr>
            <a:lvl9pPr algn="l">
              <a:defRPr sz="1275" b="0">
                <a:solidFill>
                  <a:srgbClr val="203040"/>
                </a:solidFill>
                <a:latin typeface="Arial"/>
                <a:ea typeface="Arial"/>
                <a:cs typeface="Arial"/>
              </a:defRPr>
            </a:lvl9pPr>
          </a:lstStyle>
          <a:p xmlns:a="http://schemas.openxmlformats.org/drawingml/2006/main">
            <a:pPr algn="l">
              <a:defRPr sz="1275" b="0">
                <a:solidFill>
                  <a:srgbClr val="203040"/>
                </a:solidFill>
                <a:latin typeface="Arial"/>
                <a:ea typeface="Arial"/>
                <a:cs typeface="Arial"/>
              </a:defRPr>
            </a:pPr>
            <a:r>
              <a:rPr sz="1275" b="0">
                <a:solidFill>
                  <a:srgbClr val="203040"/>
                </a:solidFill>
                <a:latin typeface="Arial"/>
                <a:ea typeface="Arial"/>
                <a:cs typeface="Arial"/>
              </a:rPr>
              <a:t>Versioned, source-linked analytics export</a:t>
            </a:r>
          </a:p>
        </p:txBody>
      </p:sp>
      <p:sp>
        <p:nvSpPr>
          <p:cNvPr id="13" name="">
            <a:extLst xmlns:a="http://schemas.openxmlformats.org/drawingml/2006/main">
              <a:ext uri="{FF2B5EF4-FFF2-40B4-BE49-F238E27FC236}">
                <a16:creationId xmlns:a16="http://schemas.microsoft.com/office/drawing/2014/main" id="{C02BE5C9-700A-46E0-9C37-931AA9145D56}"/>
              </a:ext>
            </a:extLst>
          </p:cNvPr>
          <p:cNvSpPr>
            <a:spLocks xmlns:a="http://schemas.openxmlformats.org/drawingml/2006/main" noGrp="1"/>
          </p:cNvSpPr>
          <p:nvPr/>
        </p:nvSpPr>
        <p:spPr>
          <a:xfrm xmlns:a="http://schemas.openxmlformats.org/drawingml/2006/main">
            <a:off x="895350" y="3562350"/>
            <a:ext cx="85725" cy="85725"/>
          </a:xfrm>
          <a:prstGeom xmlns:a="http://schemas.openxmlformats.org/drawingml/2006/main" prst="roundRect">
            <a:avLst>
              <a:gd name="adj" fmla="val 50000"/>
            </a:avLst>
          </a:prstGeom>
          <a:solidFill xmlns:a="http://schemas.openxmlformats.org/drawingml/2006/main">
            <a:srgbClr val="11834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ED44D03-2CBE-4776-AFEA-C416D56E4F6F}"/>
              </a:ext>
            </a:extLst>
          </p:cNvPr>
          <p:cNvSpPr>
            <a:spLocks xmlns:a="http://schemas.openxmlformats.org/drawingml/2006/main" noGrp="1"/>
          </p:cNvSpPr>
          <p:nvPr/>
        </p:nvSpPr>
        <p:spPr>
          <a:xfrm xmlns:a="http://schemas.openxmlformats.org/drawingml/2006/main">
            <a:off x="1123950" y="3457575"/>
            <a:ext cx="4286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203040"/>
                </a:solidFill>
                <a:latin typeface="Arial"/>
                <a:ea typeface="Arial"/>
                <a:cs typeface="Arial"/>
              </a:defRPr>
            </a:defPPr>
            <a:lvl1pPr algn="l">
              <a:defRPr sz="1275" b="0">
                <a:solidFill>
                  <a:srgbClr val="203040"/>
                </a:solidFill>
                <a:latin typeface="Arial"/>
                <a:ea typeface="Arial"/>
                <a:cs typeface="Arial"/>
              </a:defRPr>
            </a:lvl1pPr>
            <a:lvl2pPr algn="l">
              <a:defRPr sz="1275" b="0">
                <a:solidFill>
                  <a:srgbClr val="203040"/>
                </a:solidFill>
                <a:latin typeface="Arial"/>
                <a:ea typeface="Arial"/>
                <a:cs typeface="Arial"/>
              </a:defRPr>
            </a:lvl2pPr>
            <a:lvl3pPr algn="l">
              <a:defRPr sz="1275" b="0">
                <a:solidFill>
                  <a:srgbClr val="203040"/>
                </a:solidFill>
                <a:latin typeface="Arial"/>
                <a:ea typeface="Arial"/>
                <a:cs typeface="Arial"/>
              </a:defRPr>
            </a:lvl3pPr>
            <a:lvl4pPr algn="l">
              <a:defRPr sz="1275" b="0">
                <a:solidFill>
                  <a:srgbClr val="203040"/>
                </a:solidFill>
                <a:latin typeface="Arial"/>
                <a:ea typeface="Arial"/>
                <a:cs typeface="Arial"/>
              </a:defRPr>
            </a:lvl4pPr>
            <a:lvl5pPr algn="l">
              <a:defRPr sz="1275" b="0">
                <a:solidFill>
                  <a:srgbClr val="203040"/>
                </a:solidFill>
                <a:latin typeface="Arial"/>
                <a:ea typeface="Arial"/>
                <a:cs typeface="Arial"/>
              </a:defRPr>
            </a:lvl5pPr>
            <a:lvl6pPr algn="l">
              <a:defRPr sz="1275" b="0">
                <a:solidFill>
                  <a:srgbClr val="203040"/>
                </a:solidFill>
                <a:latin typeface="Arial"/>
                <a:ea typeface="Arial"/>
                <a:cs typeface="Arial"/>
              </a:defRPr>
            </a:lvl6pPr>
            <a:lvl7pPr algn="l">
              <a:defRPr sz="1275" b="0">
                <a:solidFill>
                  <a:srgbClr val="203040"/>
                </a:solidFill>
                <a:latin typeface="Arial"/>
                <a:ea typeface="Arial"/>
                <a:cs typeface="Arial"/>
              </a:defRPr>
            </a:lvl7pPr>
            <a:lvl8pPr algn="l">
              <a:defRPr sz="1275" b="0">
                <a:solidFill>
                  <a:srgbClr val="203040"/>
                </a:solidFill>
                <a:latin typeface="Arial"/>
                <a:ea typeface="Arial"/>
                <a:cs typeface="Arial"/>
              </a:defRPr>
            </a:lvl8pPr>
            <a:lvl9pPr algn="l">
              <a:defRPr sz="1275" b="0">
                <a:solidFill>
                  <a:srgbClr val="203040"/>
                </a:solidFill>
                <a:latin typeface="Arial"/>
                <a:ea typeface="Arial"/>
                <a:cs typeface="Arial"/>
              </a:defRPr>
            </a:lvl9pPr>
          </a:lstStyle>
          <a:p xmlns:a="http://schemas.openxmlformats.org/drawingml/2006/main">
            <a:pPr algn="l">
              <a:defRPr sz="1275" b="0">
                <a:solidFill>
                  <a:srgbClr val="203040"/>
                </a:solidFill>
                <a:latin typeface="Arial"/>
                <a:ea typeface="Arial"/>
                <a:cs typeface="Arial"/>
              </a:defRPr>
            </a:pPr>
            <a:r>
              <a:rPr sz="1275" b="0">
                <a:solidFill>
                  <a:srgbClr val="203040"/>
                </a:solidFill>
                <a:latin typeface="Arial"/>
                <a:ea typeface="Arial"/>
                <a:cs typeface="Arial"/>
              </a:rPr>
              <a:t>Role-scoped student and instructor views</a:t>
            </a:r>
          </a:p>
        </p:txBody>
      </p:sp>
      <p:sp>
        <p:nvSpPr>
          <p:cNvPr id="15" name="">
            <a:extLst xmlns:a="http://schemas.openxmlformats.org/drawingml/2006/main">
              <a:ext uri="{FF2B5EF4-FFF2-40B4-BE49-F238E27FC236}">
                <a16:creationId xmlns:a16="http://schemas.microsoft.com/office/drawing/2014/main" id="{02191AA9-BC04-4998-A91E-DBDCA301046E}"/>
              </a:ext>
            </a:extLst>
          </p:cNvPr>
          <p:cNvSpPr>
            <a:spLocks xmlns:a="http://schemas.openxmlformats.org/drawingml/2006/main" noGrp="1"/>
          </p:cNvSpPr>
          <p:nvPr/>
        </p:nvSpPr>
        <p:spPr>
          <a:xfrm xmlns:a="http://schemas.openxmlformats.org/drawingml/2006/main">
            <a:off x="895350" y="4057650"/>
            <a:ext cx="85725" cy="85725"/>
          </a:xfrm>
          <a:prstGeom xmlns:a="http://schemas.openxmlformats.org/drawingml/2006/main" prst="roundRect">
            <a:avLst>
              <a:gd name="adj" fmla="val 50000"/>
            </a:avLst>
          </a:prstGeom>
          <a:solidFill xmlns:a="http://schemas.openxmlformats.org/drawingml/2006/main">
            <a:srgbClr val="11834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0343C23-87D0-4002-9965-93FB1508A147}"/>
              </a:ext>
            </a:extLst>
          </p:cNvPr>
          <p:cNvSpPr>
            <a:spLocks xmlns:a="http://schemas.openxmlformats.org/drawingml/2006/main" noGrp="1"/>
          </p:cNvSpPr>
          <p:nvPr/>
        </p:nvSpPr>
        <p:spPr>
          <a:xfrm xmlns:a="http://schemas.openxmlformats.org/drawingml/2006/main">
            <a:off x="1123950" y="3952875"/>
            <a:ext cx="4286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203040"/>
                </a:solidFill>
                <a:latin typeface="Arial"/>
                <a:ea typeface="Arial"/>
                <a:cs typeface="Arial"/>
              </a:defRPr>
            </a:defPPr>
            <a:lvl1pPr algn="l">
              <a:defRPr sz="1275" b="0">
                <a:solidFill>
                  <a:srgbClr val="203040"/>
                </a:solidFill>
                <a:latin typeface="Arial"/>
                <a:ea typeface="Arial"/>
                <a:cs typeface="Arial"/>
              </a:defRPr>
            </a:lvl1pPr>
            <a:lvl2pPr algn="l">
              <a:defRPr sz="1275" b="0">
                <a:solidFill>
                  <a:srgbClr val="203040"/>
                </a:solidFill>
                <a:latin typeface="Arial"/>
                <a:ea typeface="Arial"/>
                <a:cs typeface="Arial"/>
              </a:defRPr>
            </a:lvl2pPr>
            <a:lvl3pPr algn="l">
              <a:defRPr sz="1275" b="0">
                <a:solidFill>
                  <a:srgbClr val="203040"/>
                </a:solidFill>
                <a:latin typeface="Arial"/>
                <a:ea typeface="Arial"/>
                <a:cs typeface="Arial"/>
              </a:defRPr>
            </a:lvl3pPr>
            <a:lvl4pPr algn="l">
              <a:defRPr sz="1275" b="0">
                <a:solidFill>
                  <a:srgbClr val="203040"/>
                </a:solidFill>
                <a:latin typeface="Arial"/>
                <a:ea typeface="Arial"/>
                <a:cs typeface="Arial"/>
              </a:defRPr>
            </a:lvl4pPr>
            <a:lvl5pPr algn="l">
              <a:defRPr sz="1275" b="0">
                <a:solidFill>
                  <a:srgbClr val="203040"/>
                </a:solidFill>
                <a:latin typeface="Arial"/>
                <a:ea typeface="Arial"/>
                <a:cs typeface="Arial"/>
              </a:defRPr>
            </a:lvl5pPr>
            <a:lvl6pPr algn="l">
              <a:defRPr sz="1275" b="0">
                <a:solidFill>
                  <a:srgbClr val="203040"/>
                </a:solidFill>
                <a:latin typeface="Arial"/>
                <a:ea typeface="Arial"/>
                <a:cs typeface="Arial"/>
              </a:defRPr>
            </a:lvl6pPr>
            <a:lvl7pPr algn="l">
              <a:defRPr sz="1275" b="0">
                <a:solidFill>
                  <a:srgbClr val="203040"/>
                </a:solidFill>
                <a:latin typeface="Arial"/>
                <a:ea typeface="Arial"/>
                <a:cs typeface="Arial"/>
              </a:defRPr>
            </a:lvl7pPr>
            <a:lvl8pPr algn="l">
              <a:defRPr sz="1275" b="0">
                <a:solidFill>
                  <a:srgbClr val="203040"/>
                </a:solidFill>
                <a:latin typeface="Arial"/>
                <a:ea typeface="Arial"/>
                <a:cs typeface="Arial"/>
              </a:defRPr>
            </a:lvl8pPr>
            <a:lvl9pPr algn="l">
              <a:defRPr sz="1275" b="0">
                <a:solidFill>
                  <a:srgbClr val="203040"/>
                </a:solidFill>
                <a:latin typeface="Arial"/>
                <a:ea typeface="Arial"/>
                <a:cs typeface="Arial"/>
              </a:defRPr>
            </a:lvl9pPr>
          </a:lstStyle>
          <a:p xmlns:a="http://schemas.openxmlformats.org/drawingml/2006/main">
            <a:pPr algn="l">
              <a:defRPr sz="1275" b="0">
                <a:solidFill>
                  <a:srgbClr val="203040"/>
                </a:solidFill>
                <a:latin typeface="Arial"/>
                <a:ea typeface="Arial"/>
                <a:cs typeface="Arial"/>
              </a:defRPr>
            </a:pPr>
            <a:r>
              <a:rPr sz="1275" b="0">
                <a:solidFill>
                  <a:srgbClr val="203040"/>
                </a:solidFill>
                <a:latin typeface="Arial"/>
                <a:ea typeface="Arial"/>
                <a:cs typeface="Arial"/>
              </a:rPr>
              <a:t>Integrity-aware, course-grounded tutor module</a:t>
            </a:r>
          </a:p>
        </p:txBody>
      </p:sp>
      <p:sp>
        <p:nvSpPr>
          <p:cNvPr id="17" name="">
            <a:extLst xmlns:a="http://schemas.openxmlformats.org/drawingml/2006/main">
              <a:ext uri="{FF2B5EF4-FFF2-40B4-BE49-F238E27FC236}">
                <a16:creationId xmlns:a16="http://schemas.microsoft.com/office/drawing/2014/main" id="{775EA594-3715-4082-860B-C7E14FDA7358}"/>
              </a:ext>
            </a:extLst>
          </p:cNvPr>
          <p:cNvSpPr>
            <a:spLocks xmlns:a="http://schemas.openxmlformats.org/drawingml/2006/main" noGrp="1"/>
          </p:cNvSpPr>
          <p:nvPr/>
        </p:nvSpPr>
        <p:spPr>
          <a:xfrm xmlns:a="http://schemas.openxmlformats.org/drawingml/2006/main">
            <a:off x="6496050" y="211455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1">
                <a:solidFill>
                  <a:srgbClr val="0877B9"/>
                </a:solidFill>
                <a:latin typeface="Arial"/>
                <a:ea typeface="Arial"/>
                <a:cs typeface="Arial"/>
              </a:defRPr>
            </a:defPPr>
            <a:lvl1pPr algn="l">
              <a:defRPr sz="1050" b="1">
                <a:solidFill>
                  <a:srgbClr val="0877B9"/>
                </a:solidFill>
                <a:latin typeface="Arial"/>
                <a:ea typeface="Arial"/>
                <a:cs typeface="Arial"/>
              </a:defRPr>
            </a:lvl1pPr>
            <a:lvl2pPr algn="l">
              <a:defRPr sz="1050" b="1">
                <a:solidFill>
                  <a:srgbClr val="0877B9"/>
                </a:solidFill>
                <a:latin typeface="Arial"/>
                <a:ea typeface="Arial"/>
                <a:cs typeface="Arial"/>
              </a:defRPr>
            </a:lvl2pPr>
            <a:lvl3pPr algn="l">
              <a:defRPr sz="1050" b="1">
                <a:solidFill>
                  <a:srgbClr val="0877B9"/>
                </a:solidFill>
                <a:latin typeface="Arial"/>
                <a:ea typeface="Arial"/>
                <a:cs typeface="Arial"/>
              </a:defRPr>
            </a:lvl3pPr>
            <a:lvl4pPr algn="l">
              <a:defRPr sz="1050" b="1">
                <a:solidFill>
                  <a:srgbClr val="0877B9"/>
                </a:solidFill>
                <a:latin typeface="Arial"/>
                <a:ea typeface="Arial"/>
                <a:cs typeface="Arial"/>
              </a:defRPr>
            </a:lvl4pPr>
            <a:lvl5pPr algn="l">
              <a:defRPr sz="1050" b="1">
                <a:solidFill>
                  <a:srgbClr val="0877B9"/>
                </a:solidFill>
                <a:latin typeface="Arial"/>
                <a:ea typeface="Arial"/>
                <a:cs typeface="Arial"/>
              </a:defRPr>
            </a:lvl5pPr>
            <a:lvl6pPr algn="l">
              <a:defRPr sz="1050" b="1">
                <a:solidFill>
                  <a:srgbClr val="0877B9"/>
                </a:solidFill>
                <a:latin typeface="Arial"/>
                <a:ea typeface="Arial"/>
                <a:cs typeface="Arial"/>
              </a:defRPr>
            </a:lvl6pPr>
            <a:lvl7pPr algn="l">
              <a:defRPr sz="1050" b="1">
                <a:solidFill>
                  <a:srgbClr val="0877B9"/>
                </a:solidFill>
                <a:latin typeface="Arial"/>
                <a:ea typeface="Arial"/>
                <a:cs typeface="Arial"/>
              </a:defRPr>
            </a:lvl7pPr>
            <a:lvl8pPr algn="l">
              <a:defRPr sz="1050" b="1">
                <a:solidFill>
                  <a:srgbClr val="0877B9"/>
                </a:solidFill>
                <a:latin typeface="Arial"/>
                <a:ea typeface="Arial"/>
                <a:cs typeface="Arial"/>
              </a:defRPr>
            </a:lvl8pPr>
            <a:lvl9pPr algn="l">
              <a:defRPr sz="1050" b="1">
                <a:solidFill>
                  <a:srgbClr val="0877B9"/>
                </a:solidFill>
                <a:latin typeface="Arial"/>
                <a:ea typeface="Arial"/>
                <a:cs typeface="Arial"/>
              </a:defRPr>
            </a:lvl9pPr>
          </a:lstStyle>
          <a:p xmlns:a="http://schemas.openxmlformats.org/drawingml/2006/main">
            <a:pPr algn="l">
              <a:defRPr sz="1050" b="1">
                <a:solidFill>
                  <a:srgbClr val="0877B9"/>
                </a:solidFill>
                <a:latin typeface="Arial"/>
                <a:ea typeface="Arial"/>
                <a:cs typeface="Arial"/>
              </a:defRPr>
            </a:pPr>
            <a:r>
              <a:rPr sz="1050" b="1">
                <a:solidFill>
                  <a:srgbClr val="0877B9"/>
                </a:solidFill>
                <a:latin typeface="Arial"/>
                <a:ea typeface="Arial"/>
                <a:cs typeface="Arial"/>
              </a:rPr>
              <a:t>NEXT VALIDATION</a:t>
            </a:r>
          </a:p>
        </p:txBody>
      </p:sp>
      <p:sp>
        <p:nvSpPr>
          <p:cNvPr id="18" name="">
            <a:extLst xmlns:a="http://schemas.openxmlformats.org/drawingml/2006/main">
              <a:ext uri="{FF2B5EF4-FFF2-40B4-BE49-F238E27FC236}">
                <a16:creationId xmlns:a16="http://schemas.microsoft.com/office/drawing/2014/main" id="{FFD5BB98-07A8-4576-9193-3F1643FD5590}"/>
              </a:ext>
            </a:extLst>
          </p:cNvPr>
          <p:cNvSpPr>
            <a:spLocks xmlns:a="http://schemas.openxmlformats.org/drawingml/2006/main" noGrp="1"/>
          </p:cNvSpPr>
          <p:nvPr/>
        </p:nvSpPr>
        <p:spPr>
          <a:xfrm xmlns:a="http://schemas.openxmlformats.org/drawingml/2006/main">
            <a:off x="6496050" y="2571750"/>
            <a:ext cx="45529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1">
                <a:solidFill>
                  <a:srgbClr val="183044"/>
                </a:solidFill>
                <a:latin typeface="Arial"/>
                <a:ea typeface="Arial"/>
                <a:cs typeface="Arial"/>
              </a:defRPr>
            </a:defPPr>
            <a:lvl1pPr algn="l">
              <a:defRPr sz="1725" b="1">
                <a:solidFill>
                  <a:srgbClr val="183044"/>
                </a:solidFill>
                <a:latin typeface="Arial"/>
                <a:ea typeface="Arial"/>
                <a:cs typeface="Arial"/>
              </a:defRPr>
            </a:lvl1pPr>
            <a:lvl2pPr algn="l">
              <a:defRPr sz="1725" b="1">
                <a:solidFill>
                  <a:srgbClr val="183044"/>
                </a:solidFill>
                <a:latin typeface="Arial"/>
                <a:ea typeface="Arial"/>
                <a:cs typeface="Arial"/>
              </a:defRPr>
            </a:lvl2pPr>
            <a:lvl3pPr algn="l">
              <a:defRPr sz="1725" b="1">
                <a:solidFill>
                  <a:srgbClr val="183044"/>
                </a:solidFill>
                <a:latin typeface="Arial"/>
                <a:ea typeface="Arial"/>
                <a:cs typeface="Arial"/>
              </a:defRPr>
            </a:lvl3pPr>
            <a:lvl4pPr algn="l">
              <a:defRPr sz="1725" b="1">
                <a:solidFill>
                  <a:srgbClr val="183044"/>
                </a:solidFill>
                <a:latin typeface="Arial"/>
                <a:ea typeface="Arial"/>
                <a:cs typeface="Arial"/>
              </a:defRPr>
            </a:lvl4pPr>
            <a:lvl5pPr algn="l">
              <a:defRPr sz="1725" b="1">
                <a:solidFill>
                  <a:srgbClr val="183044"/>
                </a:solidFill>
                <a:latin typeface="Arial"/>
                <a:ea typeface="Arial"/>
                <a:cs typeface="Arial"/>
              </a:defRPr>
            </a:lvl5pPr>
            <a:lvl6pPr algn="l">
              <a:defRPr sz="1725" b="1">
                <a:solidFill>
                  <a:srgbClr val="183044"/>
                </a:solidFill>
                <a:latin typeface="Arial"/>
                <a:ea typeface="Arial"/>
                <a:cs typeface="Arial"/>
              </a:defRPr>
            </a:lvl6pPr>
            <a:lvl7pPr algn="l">
              <a:defRPr sz="1725" b="1">
                <a:solidFill>
                  <a:srgbClr val="183044"/>
                </a:solidFill>
                <a:latin typeface="Arial"/>
                <a:ea typeface="Arial"/>
                <a:cs typeface="Arial"/>
              </a:defRPr>
            </a:lvl7pPr>
            <a:lvl8pPr algn="l">
              <a:defRPr sz="1725" b="1">
                <a:solidFill>
                  <a:srgbClr val="183044"/>
                </a:solidFill>
                <a:latin typeface="Arial"/>
                <a:ea typeface="Arial"/>
                <a:cs typeface="Arial"/>
              </a:defRPr>
            </a:lvl8pPr>
            <a:lvl9pPr algn="l">
              <a:defRPr sz="1725" b="1">
                <a:solidFill>
                  <a:srgbClr val="183044"/>
                </a:solidFill>
                <a:latin typeface="Arial"/>
                <a:ea typeface="Arial"/>
                <a:cs typeface="Arial"/>
              </a:defRPr>
            </a:lvl9pPr>
          </a:lstStyle>
          <a:p xmlns:a="http://schemas.openxmlformats.org/drawingml/2006/main">
            <a:pPr algn="l">
              <a:defRPr sz="1725" b="1">
                <a:solidFill>
                  <a:srgbClr val="183044"/>
                </a:solidFill>
                <a:latin typeface="Arial"/>
                <a:ea typeface="Arial"/>
                <a:cs typeface="Arial"/>
              </a:defRPr>
            </a:pPr>
            <a:r>
              <a:rPr sz="1725" b="1">
                <a:solidFill>
                  <a:srgbClr val="183044"/>
                </a:solidFill>
                <a:latin typeface="Arial"/>
                <a:ea typeface="Arial"/>
                <a:cs typeface="Arial"/>
              </a:rPr>
              <a:t>Connect an authorized real course, verify its data mapping with the course owner, and measure whether source-linked feedback helps learners correct mistakes.</a:t>
            </a:r>
          </a:p>
        </p:txBody>
      </p:sp>
      <p:sp>
        <p:nvSpPr>
          <p:cNvPr id="19" name="">
            <a:extLst xmlns:a="http://schemas.openxmlformats.org/drawingml/2006/main">
              <a:ext uri="{FF2B5EF4-FFF2-40B4-BE49-F238E27FC236}">
                <a16:creationId xmlns:a16="http://schemas.microsoft.com/office/drawing/2014/main" id="{E434CCB9-22AE-4063-9AFD-12F4CEB5A8FC}"/>
              </a:ext>
            </a:extLst>
          </p:cNvPr>
          <p:cNvSpPr>
            <a:spLocks xmlns:a="http://schemas.openxmlformats.org/drawingml/2006/main" noGrp="1"/>
          </p:cNvSpPr>
          <p:nvPr/>
        </p:nvSpPr>
        <p:spPr>
          <a:xfrm xmlns:a="http://schemas.openxmlformats.org/drawingml/2006/main">
            <a:off x="6496050" y="4095750"/>
            <a:ext cx="4552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5C6F7D"/>
                </a:solidFill>
                <a:latin typeface="Arial"/>
                <a:ea typeface="Arial"/>
                <a:cs typeface="Arial"/>
              </a:defRPr>
            </a:defPPr>
            <a:lvl1pPr algn="l">
              <a:defRPr sz="1275" b="0">
                <a:solidFill>
                  <a:srgbClr val="5C6F7D"/>
                </a:solidFill>
                <a:latin typeface="Arial"/>
                <a:ea typeface="Arial"/>
                <a:cs typeface="Arial"/>
              </a:defRPr>
            </a:lvl1pPr>
            <a:lvl2pPr algn="l">
              <a:defRPr sz="1275" b="0">
                <a:solidFill>
                  <a:srgbClr val="5C6F7D"/>
                </a:solidFill>
                <a:latin typeface="Arial"/>
                <a:ea typeface="Arial"/>
                <a:cs typeface="Arial"/>
              </a:defRPr>
            </a:lvl2pPr>
            <a:lvl3pPr algn="l">
              <a:defRPr sz="1275" b="0">
                <a:solidFill>
                  <a:srgbClr val="5C6F7D"/>
                </a:solidFill>
                <a:latin typeface="Arial"/>
                <a:ea typeface="Arial"/>
                <a:cs typeface="Arial"/>
              </a:defRPr>
            </a:lvl3pPr>
            <a:lvl4pPr algn="l">
              <a:defRPr sz="1275" b="0">
                <a:solidFill>
                  <a:srgbClr val="5C6F7D"/>
                </a:solidFill>
                <a:latin typeface="Arial"/>
                <a:ea typeface="Arial"/>
                <a:cs typeface="Arial"/>
              </a:defRPr>
            </a:lvl4pPr>
            <a:lvl5pPr algn="l">
              <a:defRPr sz="1275" b="0">
                <a:solidFill>
                  <a:srgbClr val="5C6F7D"/>
                </a:solidFill>
                <a:latin typeface="Arial"/>
                <a:ea typeface="Arial"/>
                <a:cs typeface="Arial"/>
              </a:defRPr>
            </a:lvl5pPr>
            <a:lvl6pPr algn="l">
              <a:defRPr sz="1275" b="0">
                <a:solidFill>
                  <a:srgbClr val="5C6F7D"/>
                </a:solidFill>
                <a:latin typeface="Arial"/>
                <a:ea typeface="Arial"/>
                <a:cs typeface="Arial"/>
              </a:defRPr>
            </a:lvl6pPr>
            <a:lvl7pPr algn="l">
              <a:defRPr sz="1275" b="0">
                <a:solidFill>
                  <a:srgbClr val="5C6F7D"/>
                </a:solidFill>
                <a:latin typeface="Arial"/>
                <a:ea typeface="Arial"/>
                <a:cs typeface="Arial"/>
              </a:defRPr>
            </a:lvl7pPr>
            <a:lvl8pPr algn="l">
              <a:defRPr sz="1275" b="0">
                <a:solidFill>
                  <a:srgbClr val="5C6F7D"/>
                </a:solidFill>
                <a:latin typeface="Arial"/>
                <a:ea typeface="Arial"/>
                <a:cs typeface="Arial"/>
              </a:defRPr>
            </a:lvl8pPr>
            <a:lvl9pPr algn="l">
              <a:defRPr sz="1275" b="0">
                <a:solidFill>
                  <a:srgbClr val="5C6F7D"/>
                </a:solidFill>
                <a:latin typeface="Arial"/>
                <a:ea typeface="Arial"/>
                <a:cs typeface="Arial"/>
              </a:defRPr>
            </a:lvl9pPr>
          </a:lstStyle>
          <a:p xmlns:a="http://schemas.openxmlformats.org/drawingml/2006/main">
            <a:pPr algn="l">
              <a:defRPr sz="1275" b="0">
                <a:solidFill>
                  <a:srgbClr val="5C6F7D"/>
                </a:solidFill>
                <a:latin typeface="Arial"/>
                <a:ea typeface="Arial"/>
                <a:cs typeface="Arial"/>
              </a:defRPr>
            </a:pPr>
            <a:r>
              <a:rPr sz="1275" b="0">
                <a:solidFill>
                  <a:srgbClr val="5C6F7D"/>
                </a:solidFill>
                <a:latin typeface="Arial"/>
                <a:ea typeface="Arial"/>
                <a:cs typeface="Arial"/>
              </a:rPr>
              <a:t>No learning-gain result is claimed. The demo roster and assessments are synthetic.</a:t>
            </a:r>
          </a:p>
        </p:txBody>
      </p:sp>
      <p:sp>
        <p:nvSpPr>
          <p:cNvPr id="20" name="">
            <a:extLst xmlns:a="http://schemas.openxmlformats.org/drawingml/2006/main">
              <a:ext uri="{FF2B5EF4-FFF2-40B4-BE49-F238E27FC236}">
                <a16:creationId xmlns:a16="http://schemas.microsoft.com/office/drawing/2014/main" id="{530CA688-4826-49E8-8F43-9C83391E5A87}"/>
              </a:ext>
            </a:extLst>
          </p:cNvPr>
          <p:cNvSpPr>
            <a:spLocks xmlns:a="http://schemas.openxmlformats.org/drawingml/2006/main" noGrp="1"/>
          </p:cNvSpPr>
          <p:nvPr/>
        </p:nvSpPr>
        <p:spPr>
          <a:xfrm xmlns:a="http://schemas.openxmlformats.org/drawingml/2006/main">
            <a:off x="609600" y="5391150"/>
            <a:ext cx="10972800" cy="590550"/>
          </a:xfrm>
          <a:prstGeom xmlns:a="http://schemas.openxmlformats.org/drawingml/2006/main" prst="roundRect">
            <a:avLst>
              <a:gd name="adj" fmla="val 22581"/>
            </a:avLst>
          </a:prstGeom>
          <a:solidFill xmlns:a="http://schemas.openxmlformats.org/drawingml/2006/main">
            <a:srgbClr val="18304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FDC7793A-5BF4-432E-B9B2-80FFE29C033D}"/>
              </a:ext>
            </a:extLst>
          </p:cNvPr>
          <p:cNvSpPr>
            <a:spLocks xmlns:a="http://schemas.openxmlformats.org/drawingml/2006/main" noGrp="1"/>
          </p:cNvSpPr>
          <p:nvPr/>
        </p:nvSpPr>
        <p:spPr>
          <a:xfrm xmlns:a="http://schemas.openxmlformats.org/drawingml/2006/main">
            <a:off x="838200" y="5581650"/>
            <a:ext cx="10515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275" b="1">
                <a:solidFill>
                  <a:srgbClr val="FFFFFF"/>
                </a:solidFill>
                <a:latin typeface="Arial"/>
                <a:ea typeface="Arial"/>
                <a:cs typeface="Arial"/>
              </a:defRPr>
            </a:defPPr>
            <a:lvl1pPr algn="ctr">
              <a:defRPr sz="1275" b="1">
                <a:solidFill>
                  <a:srgbClr val="FFFFFF"/>
                </a:solidFill>
                <a:latin typeface="Arial"/>
                <a:ea typeface="Arial"/>
                <a:cs typeface="Arial"/>
              </a:defRPr>
            </a:lvl1pPr>
            <a:lvl2pPr algn="ctr">
              <a:defRPr sz="1275" b="1">
                <a:solidFill>
                  <a:srgbClr val="FFFFFF"/>
                </a:solidFill>
                <a:latin typeface="Arial"/>
                <a:ea typeface="Arial"/>
                <a:cs typeface="Arial"/>
              </a:defRPr>
            </a:lvl2pPr>
            <a:lvl3pPr algn="ctr">
              <a:defRPr sz="1275" b="1">
                <a:solidFill>
                  <a:srgbClr val="FFFFFF"/>
                </a:solidFill>
                <a:latin typeface="Arial"/>
                <a:ea typeface="Arial"/>
                <a:cs typeface="Arial"/>
              </a:defRPr>
            </a:lvl3pPr>
            <a:lvl4pPr algn="ctr">
              <a:defRPr sz="1275" b="1">
                <a:solidFill>
                  <a:srgbClr val="FFFFFF"/>
                </a:solidFill>
                <a:latin typeface="Arial"/>
                <a:ea typeface="Arial"/>
                <a:cs typeface="Arial"/>
              </a:defRPr>
            </a:lvl4pPr>
            <a:lvl5pPr algn="ctr">
              <a:defRPr sz="1275" b="1">
                <a:solidFill>
                  <a:srgbClr val="FFFFFF"/>
                </a:solidFill>
                <a:latin typeface="Arial"/>
                <a:ea typeface="Arial"/>
                <a:cs typeface="Arial"/>
              </a:defRPr>
            </a:lvl5pPr>
            <a:lvl6pPr algn="ctr">
              <a:defRPr sz="1275" b="1">
                <a:solidFill>
                  <a:srgbClr val="FFFFFF"/>
                </a:solidFill>
                <a:latin typeface="Arial"/>
                <a:ea typeface="Arial"/>
                <a:cs typeface="Arial"/>
              </a:defRPr>
            </a:lvl6pPr>
            <a:lvl7pPr algn="ctr">
              <a:defRPr sz="1275" b="1">
                <a:solidFill>
                  <a:srgbClr val="FFFFFF"/>
                </a:solidFill>
                <a:latin typeface="Arial"/>
                <a:ea typeface="Arial"/>
                <a:cs typeface="Arial"/>
              </a:defRPr>
            </a:lvl7pPr>
            <a:lvl8pPr algn="ctr">
              <a:defRPr sz="1275" b="1">
                <a:solidFill>
                  <a:srgbClr val="FFFFFF"/>
                </a:solidFill>
                <a:latin typeface="Arial"/>
                <a:ea typeface="Arial"/>
                <a:cs typeface="Arial"/>
              </a:defRPr>
            </a:lvl8pPr>
            <a:lvl9pPr algn="ctr">
              <a:defRPr sz="1275" b="1">
                <a:solidFill>
                  <a:srgbClr val="FFFFFF"/>
                </a:solidFill>
                <a:latin typeface="Arial"/>
                <a:ea typeface="Arial"/>
                <a:cs typeface="Arial"/>
              </a:defRPr>
            </a:lvl9pPr>
          </a:lstStyle>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CARMEN STUDY GUIDE  |  COURSE DATA IN  |  TRUSTED LEARNING SUPPORT OUT</a:t>
            </a:r>
          </a:p>
        </p:txBody>
      </p:sp>
    </p:spTree>
    <p:extLst>
      <p:ext uri="{BB962C8B-B14F-4D97-AF65-F5344CB8AC3E}">
        <p14:creationId xmlns:p14="http://schemas.microsoft.com/office/powerpoint/2010/main" val="1339436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2026-10-25T04:24:50.3990000Z</dcterms:created>
  <dcterms:modified xsi:type="dcterms:W3CDTF">2026-10-25T04:24:50.3990000Z</dcterms:modified>
</coreProperties>
</file>