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90e91125dd304d3d" /><Relationship Type="http://schemas.openxmlformats.org/officeDocument/2006/relationships/extended-properties" Target="/docProps/app.xml" Id="R9bbdf7a036004508" /><Relationship Type="http://schemas.openxmlformats.org/officeDocument/2006/relationships/officeDocument" Target="/ppt/presentation.xml" Id="R3b21a8fc9deb4228" /></Relationships>
</file>

<file path=ppt/presentation.xml><?xml version="1.0" encoding="utf-8"?>
<p:presentation xmlns:p="http://schemas.openxmlformats.org/presentationml/2006/main">
  <p:sldMasterIdLst>
    <p:sldMasterId xmlns:r="http://schemas.openxmlformats.org/officeDocument/2006/relationships" id="2147483648" r:id="Rba7ef375517f4ea3"/>
  </p:sldMasterIdLst>
  <p:notesMasterIdLst>
    <p:notesMasterId xmlns:r="http://schemas.openxmlformats.org/officeDocument/2006/relationships" r:id="Rda47fdbbf8fd4dbc"/>
  </p:notesMasterIdLst>
  <p:sldIdLst>
    <p:sldId xmlns:r="http://schemas.openxmlformats.org/officeDocument/2006/relationships" id="256" r:id="R14a9430338074e04"/>
    <p:sldId xmlns:r="http://schemas.openxmlformats.org/officeDocument/2006/relationships" id="257" r:id="R77db48fc178e42a6"/>
    <p:sldId xmlns:r="http://schemas.openxmlformats.org/officeDocument/2006/relationships" id="258" r:id="Rc6c652ca086441b8"/>
    <p:sldId xmlns:r="http://schemas.openxmlformats.org/officeDocument/2006/relationships" id="259" r:id="R70915fd25450477f"/>
    <p:sldId xmlns:r="http://schemas.openxmlformats.org/officeDocument/2006/relationships" id="260" r:id="R222f36506e1f4906"/>
    <p:sldId xmlns:r="http://schemas.openxmlformats.org/officeDocument/2006/relationships" id="261" r:id="R2debe6e741e34f2f"/>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ce7e5292a0244e41" /><Relationship Type="http://schemas.openxmlformats.org/officeDocument/2006/relationships/slideMaster" Target="/ppt/slideMasters/slideMaster1.xml" Id="Rba7ef375517f4ea3" /><Relationship Type="http://schemas.openxmlformats.org/officeDocument/2006/relationships/notesMaster" Target="/ppt/notesMasters/notesMaster1.xml" Id="Rda47fdbbf8fd4dbc" /><Relationship Type="http://schemas.openxmlformats.org/officeDocument/2006/relationships/presProps" Target="/ppt/presProps.xml" Id="Rbc595cc6e10a4a7b" /><Relationship Type="http://schemas.openxmlformats.org/officeDocument/2006/relationships/tableStyles" Target="/ppt/tableStyles.xml" Id="R41dbc6f608be424e" /><Relationship Type="http://schemas.openxmlformats.org/officeDocument/2006/relationships/slide" Target="/ppt/slides/slide1.xml" Id="R14a9430338074e04" /><Relationship Type="http://schemas.openxmlformats.org/officeDocument/2006/relationships/slide" Target="/ppt/slides/slide2.xml" Id="R77db48fc178e42a6" /><Relationship Type="http://schemas.openxmlformats.org/officeDocument/2006/relationships/slide" Target="/ppt/slides/slide3.xml" Id="Rc6c652ca086441b8" /><Relationship Type="http://schemas.openxmlformats.org/officeDocument/2006/relationships/slide" Target="/ppt/slides/slide4.xml" Id="R70915fd25450477f" /><Relationship Type="http://schemas.openxmlformats.org/officeDocument/2006/relationships/slide" Target="/ppt/slides/slide5.xml" Id="R222f36506e1f4906" /><Relationship Type="http://schemas.openxmlformats.org/officeDocument/2006/relationships/slide" Target="/ppt/slides/slide6.xml" Id="R2debe6e741e34f2f"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fb05f4a34340405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411b33c65214b27" /><Relationship Type="http://schemas.openxmlformats.org/officeDocument/2006/relationships/notesMaster" Target="/ppt/notesMasters/notesMaster1.xml" Id="Rc83d99179c014fa9" /></Relationships>
</file>

<file path=ppt/notesSlides/_rels/notesSlide2.xml.rels>&#65279;<?xml version="1.0" encoding="utf-8"?><Relationships xmlns="http://schemas.openxmlformats.org/package/2006/relationships"><Relationship Type="http://schemas.openxmlformats.org/officeDocument/2006/relationships/slide" Target="/ppt/slides/slide2.xml" Id="R119049631c7e4e08" /><Relationship Type="http://schemas.openxmlformats.org/officeDocument/2006/relationships/notesMaster" Target="/ppt/notesMasters/notesMaster1.xml" Id="R99226be99fae4733" /></Relationships>
</file>

<file path=ppt/notesSlides/_rels/notesSlide3.xml.rels>&#65279;<?xml version="1.0" encoding="utf-8"?><Relationships xmlns="http://schemas.openxmlformats.org/package/2006/relationships"><Relationship Type="http://schemas.openxmlformats.org/officeDocument/2006/relationships/slide" Target="/ppt/slides/slide3.xml" Id="Rd3801a2d471b4897" /><Relationship Type="http://schemas.openxmlformats.org/officeDocument/2006/relationships/notesMaster" Target="/ppt/notesMasters/notesMaster1.xml" Id="R48e75c7395184cbb" /></Relationships>
</file>

<file path=ppt/notesSlides/_rels/notesSlide4.xml.rels>&#65279;<?xml version="1.0" encoding="utf-8"?><Relationships xmlns="http://schemas.openxmlformats.org/package/2006/relationships"><Relationship Type="http://schemas.openxmlformats.org/officeDocument/2006/relationships/slide" Target="/ppt/slides/slide4.xml" Id="R8220bb0e30134e5d" /><Relationship Type="http://schemas.openxmlformats.org/officeDocument/2006/relationships/notesMaster" Target="/ppt/notesMasters/notesMaster1.xml" Id="R25a7e6d19d6b417b" /></Relationships>
</file>

<file path=ppt/notesSlides/_rels/notesSlide5.xml.rels>&#65279;<?xml version="1.0" encoding="utf-8"?><Relationships xmlns="http://schemas.openxmlformats.org/package/2006/relationships"><Relationship Type="http://schemas.openxmlformats.org/officeDocument/2006/relationships/slide" Target="/ppt/slides/slide5.xml" Id="Rf6c192b8f7c947d2" /><Relationship Type="http://schemas.openxmlformats.org/officeDocument/2006/relationships/notesMaster" Target="/ppt/notesMasters/notesMaster1.xml" Id="R02a853b48aad4074" /></Relationships>
</file>

<file path=ppt/notesSlides/_rels/notesSlide6.xml.rels>&#65279;<?xml version="1.0" encoding="utf-8"?><Relationships xmlns="http://schemas.openxmlformats.org/package/2006/relationships"><Relationship Type="http://schemas.openxmlformats.org/officeDocument/2006/relationships/slide" Target="/ppt/slides/slide6.xml" Id="R0bbd35da6c71428b" /><Relationship Type="http://schemas.openxmlformats.org/officeDocument/2006/relationships/notesMaster" Target="/ppt/notesMasters/notesMaster1.xml" Id="R551e3b68d6dd4928"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0:00-0:20. AI can generate code quickly, but learners still have to decide whether it matches the goal, what to test, and what risks to check. Our question is how to teach that review loop in a course.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0:20-0:50. Carmen Study Guide is a Canvas-style home for VIBE 101. Its six-chapter textbook covers prompt specification, code reading, testing, security, and automation. Students move from the course content into practice and review. Source: carmen-study-guide/README.md and CourseContent/02_textbook.md.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0:50-1:20. This is an already completed attempt, not a quiz the judge must take. The overall score is 18 out of 20, and each item shows the selected response and the correct response. Question 4 makes a useful teaching moment: the loop includes reading and testing, not only refining a prompt. Source: local VIBE 101 course UI at /courses/1001/quizzes/2101.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1:20-1:50. The local demo uses a Python FastAPI server, browser HTML/CSS/JavaScript, SQLite, and a VIBE 101 JSON fixture. Supabase analytics and the tutor retrieval flow are optional server-side integrations; they are not needed for the 30-second click-through. Do not present the local records as real student data. Source: carmen-study-guide/README.md and mock-canvas/requirements.txt.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1:50-2:20. This live demo is exactly 30 seconds. Start at the course home. Seconds 0-8: click Assignments, then Quiz 1. Seconds 8-18: scroll to Question 4 and point out the incorrect selection and correct answer. Seconds 18-30: click People, choose Avery Chen, and show the grade drawer. The profile and grades are fictional demo 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2:20-2:50. Judges can verify the course path, completed quiz feedback, and instructor-facing grade view. The roster and scores are fictional fixtures; we have not measured learning gains. The next step is to try this with a real course section and measure whether feedback helps students correct and explain their work. Source: carmen-study-guide/README.md and local VIBE 101 UI.</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74e3689b1cbc4c5d"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749554a110ec4c1b"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281062b498404709"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1179d7a0ee5d4d77"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df68d9636a5747bf"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9fc95acd5c5a4cec"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AB854CF-B5F2-436D-8D8E-F7BABDB9DC8B}"/>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2AC4CDD1-E327-439A-B4B9-E368EE4F0F37}"/>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C632B256-0BF3-4831-8D5F-F9ED9610E1F2}"/>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4A82ABC-9A8E-42E7-935B-778D07BB009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003EE5E2-5330-4601-B068-7A65B51755DB}"/>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7C70660C-4BF8-4AB5-86E0-27F11583F67A}"/>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688B2226-7D24-4508-9D2A-2CEE0E51E9B0}"/>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8AE099F1-50AB-4B83-875D-71346E1180AD}"/>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4CA74A1-7DD8-49FC-89CA-EBA49351801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DECD139E-9FC1-4778-9BDA-C48436324794}"/>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4508e99b4d04841" /><Relationship Type="http://schemas.openxmlformats.org/officeDocument/2006/relationships/slideLayout" Target="/ppt/slideLayouts/slideLayout1.xml" Id="R38dbbece3e6f4ec0" /><Relationship Type="http://schemas.openxmlformats.org/officeDocument/2006/relationships/slideLayout" Target="/ppt/slideLayouts/slideLayout2.xml" Id="Rccc8d2ab8c0043c5" /><Relationship Type="http://schemas.openxmlformats.org/officeDocument/2006/relationships/slideLayout" Target="/ppt/slideLayouts/slideLayout3.xml" Id="R9e00bd6af1354c6d" /><Relationship Type="http://schemas.openxmlformats.org/officeDocument/2006/relationships/slideLayout" Target="/ppt/slideLayouts/slideLayout4.xml" Id="R0e8ed6e34d3f4872" /><Relationship Type="http://schemas.openxmlformats.org/officeDocument/2006/relationships/slideLayout" Target="/ppt/slideLayouts/slideLayout5.xml" Id="R64ea6f4dcaa34fe8" /><Relationship Type="http://schemas.openxmlformats.org/officeDocument/2006/relationships/slideLayout" Target="/ppt/slideLayouts/slideLayout6.xml" Id="Rce40311f860b4708"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8dbbece3e6f4ec0"/>
    <p:sldLayoutId xmlns:r="http://schemas.openxmlformats.org/officeDocument/2006/relationships" id="2147483650" r:id="Rccc8d2ab8c0043c5"/>
    <p:sldLayoutId xmlns:r="http://schemas.openxmlformats.org/officeDocument/2006/relationships" id="2147483651" r:id="R9e00bd6af1354c6d"/>
    <p:sldLayoutId xmlns:r="http://schemas.openxmlformats.org/officeDocument/2006/relationships" id="2147483652" r:id="R0e8ed6e34d3f4872"/>
    <p:sldLayoutId xmlns:r="http://schemas.openxmlformats.org/officeDocument/2006/relationships" id="2147483653" r:id="R64ea6f4dcaa34fe8"/>
    <p:sldLayoutId xmlns:r="http://schemas.openxmlformats.org/officeDocument/2006/relationships" id="2147483654" r:id="Rce40311f860b4708"/>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32ef58078b1a44b0" /><Relationship Type="http://schemas.openxmlformats.org/officeDocument/2006/relationships/notesSlide" Target="/ppt/notesSlides/notesSlide1.xml" Id="R89f075a8796c4804"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8a0285c061074983" /><Relationship Type="http://schemas.openxmlformats.org/officeDocument/2006/relationships/image" Target="/ppt/media/image.png" Id="Ra61a2fe786b24640" /><Relationship Type="http://schemas.openxmlformats.org/officeDocument/2006/relationships/notesSlide" Target="/ppt/notesSlides/notesSlide2.xml" Id="R3a8544940a184a38"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3646e6c624cc4eb6" /><Relationship Type="http://schemas.openxmlformats.org/officeDocument/2006/relationships/image" Target="/ppt/media/image2.png" Id="R96b28f67ee9f4588" /><Relationship Type="http://schemas.openxmlformats.org/officeDocument/2006/relationships/notesSlide" Target="/ppt/notesSlides/notesSlide3.xml" Id="R4536d5312d7d4e9e"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51bb52e5d3d84b3d" /><Relationship Type="http://schemas.openxmlformats.org/officeDocument/2006/relationships/notesSlide" Target="/ppt/notesSlides/notesSlide4.xml" Id="R40c09104c09d4fe4"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d054e6315b864801" /><Relationship Type="http://schemas.openxmlformats.org/officeDocument/2006/relationships/notesSlide" Target="/ppt/notesSlides/notesSlide5.xml" Id="R2de581163f434dc7"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707642229bda4503" /><Relationship Type="http://schemas.openxmlformats.org/officeDocument/2006/relationships/image" Target="/ppt/media/image3.png" Id="R64db757a05ec4e1f" /><Relationship Type="http://schemas.openxmlformats.org/officeDocument/2006/relationships/notesSlide" Target="/ppt/notesSlides/notesSlide6.xml" Id="Rc2a708b9767e438d" /></Relationships>
</file>

<file path=ppt/slides/slide1.xml><?xml version="1.0" encoding="utf-8"?>
<p:sld xmlns:p="http://schemas.openxmlformats.org/presentationml/2006/main">
  <p:cSld>
    <p:bg>
      <p:bgPr>
        <a:solidFill xmlns:a="http://schemas.openxmlformats.org/drawingml/2006/main">
          <a:srgbClr val="183044"/>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F202290-9CF7-465E-8CB0-9D202CAFA6F8}"/>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C8102E"/>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264710E3-D2BD-4219-A1D1-0058E39AE719}"/>
              </a:ext>
            </a:extLst>
          </p:cNvPr>
          <p:cNvSpPr>
            <a:spLocks xmlns:a="http://schemas.openxmlformats.org/drawingml/2006/main" noGrp="1"/>
          </p:cNvSpPr>
          <p:nvPr/>
        </p:nvSpPr>
        <p:spPr>
          <a:xfrm xmlns:a="http://schemas.openxmlformats.org/drawingml/2006/main">
            <a:off x="723900" y="590550"/>
            <a:ext cx="619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75" b="1">
                <a:solidFill>
                  <a:srgbClr val="BBD0DD"/>
                </a:solidFill>
                <a:latin typeface="Arial"/>
                <a:ea typeface="Arial"/>
                <a:cs typeface="Arial"/>
              </a:defRPr>
            </a:defPPr>
            <a:lvl1pPr algn="l">
              <a:defRPr sz="1275" b="1">
                <a:solidFill>
                  <a:srgbClr val="BBD0DD"/>
                </a:solidFill>
                <a:latin typeface="Arial"/>
                <a:ea typeface="Arial"/>
                <a:cs typeface="Arial"/>
              </a:defRPr>
            </a:lvl1pPr>
            <a:lvl2pPr algn="l">
              <a:defRPr sz="1275" b="1">
                <a:solidFill>
                  <a:srgbClr val="BBD0DD"/>
                </a:solidFill>
                <a:latin typeface="Arial"/>
                <a:ea typeface="Arial"/>
                <a:cs typeface="Arial"/>
              </a:defRPr>
            </a:lvl2pPr>
            <a:lvl3pPr algn="l">
              <a:defRPr sz="1275" b="1">
                <a:solidFill>
                  <a:srgbClr val="BBD0DD"/>
                </a:solidFill>
                <a:latin typeface="Arial"/>
                <a:ea typeface="Arial"/>
                <a:cs typeface="Arial"/>
              </a:defRPr>
            </a:lvl3pPr>
            <a:lvl4pPr algn="l">
              <a:defRPr sz="1275" b="1">
                <a:solidFill>
                  <a:srgbClr val="BBD0DD"/>
                </a:solidFill>
                <a:latin typeface="Arial"/>
                <a:ea typeface="Arial"/>
                <a:cs typeface="Arial"/>
              </a:defRPr>
            </a:lvl4pPr>
            <a:lvl5pPr algn="l">
              <a:defRPr sz="1275" b="1">
                <a:solidFill>
                  <a:srgbClr val="BBD0DD"/>
                </a:solidFill>
                <a:latin typeface="Arial"/>
                <a:ea typeface="Arial"/>
                <a:cs typeface="Arial"/>
              </a:defRPr>
            </a:lvl5pPr>
            <a:lvl6pPr algn="l">
              <a:defRPr sz="1275" b="1">
                <a:solidFill>
                  <a:srgbClr val="BBD0DD"/>
                </a:solidFill>
                <a:latin typeface="Arial"/>
                <a:ea typeface="Arial"/>
                <a:cs typeface="Arial"/>
              </a:defRPr>
            </a:lvl6pPr>
            <a:lvl7pPr algn="l">
              <a:defRPr sz="1275" b="1">
                <a:solidFill>
                  <a:srgbClr val="BBD0DD"/>
                </a:solidFill>
                <a:latin typeface="Arial"/>
                <a:ea typeface="Arial"/>
                <a:cs typeface="Arial"/>
              </a:defRPr>
            </a:lvl7pPr>
            <a:lvl8pPr algn="l">
              <a:defRPr sz="1275" b="1">
                <a:solidFill>
                  <a:srgbClr val="BBD0DD"/>
                </a:solidFill>
                <a:latin typeface="Arial"/>
                <a:ea typeface="Arial"/>
                <a:cs typeface="Arial"/>
              </a:defRPr>
            </a:lvl8pPr>
            <a:lvl9pPr algn="l">
              <a:defRPr sz="1275" b="1">
                <a:solidFill>
                  <a:srgbClr val="BBD0DD"/>
                </a:solidFill>
                <a:latin typeface="Arial"/>
                <a:ea typeface="Arial"/>
                <a:cs typeface="Arial"/>
              </a:defRPr>
            </a:lvl9pPr>
          </a:lstStyle>
          <a:p xmlns:a="http://schemas.openxmlformats.org/drawingml/2006/main">
            <a:pPr algn="l">
              <a:defRPr sz="1275" b="1">
                <a:solidFill>
                  <a:srgbClr val="BBD0DD"/>
                </a:solidFill>
                <a:latin typeface="Arial"/>
                <a:ea typeface="Arial"/>
                <a:cs typeface="Arial"/>
              </a:defRPr>
            </a:pPr>
            <a:r>
              <a:rPr sz="1275" b="1">
                <a:solidFill>
                  <a:srgbClr val="BBD0DD"/>
                </a:solidFill>
                <a:latin typeface="Arial"/>
                <a:ea typeface="Arial"/>
                <a:cs typeface="Arial"/>
              </a:rPr>
              <a:t>CARMEN STUDY GUIDE  /  VIBE 101</a:t>
            </a:r>
          </a:p>
        </p:txBody>
      </p:sp>
      <p:sp>
        <p:nvSpPr>
          <p:cNvPr id="3" name="">
            <a:extLst xmlns:a="http://schemas.openxmlformats.org/drawingml/2006/main">
              <a:ext uri="{FF2B5EF4-FFF2-40B4-BE49-F238E27FC236}">
                <a16:creationId xmlns:a16="http://schemas.microsoft.com/office/drawing/2014/main" id="{C2520F57-9B37-441A-8173-C18940841FD4}"/>
              </a:ext>
            </a:extLst>
          </p:cNvPr>
          <p:cNvSpPr>
            <a:spLocks xmlns:a="http://schemas.openxmlformats.org/drawingml/2006/main" noGrp="1"/>
          </p:cNvSpPr>
          <p:nvPr/>
        </p:nvSpPr>
        <p:spPr>
          <a:xfrm xmlns:a="http://schemas.openxmlformats.org/drawingml/2006/main">
            <a:off x="723900" y="1381125"/>
            <a:ext cx="7239000" cy="2171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3750" b="1">
                <a:solidFill>
                  <a:srgbClr val="FFFFFF"/>
                </a:solidFill>
                <a:latin typeface="Arial"/>
                <a:ea typeface="Arial"/>
                <a:cs typeface="Arial"/>
              </a:defRPr>
            </a:defPPr>
            <a:lvl1pPr algn="l">
              <a:defRPr sz="3750" b="1">
                <a:solidFill>
                  <a:srgbClr val="FFFFFF"/>
                </a:solidFill>
                <a:latin typeface="Arial"/>
                <a:ea typeface="Arial"/>
                <a:cs typeface="Arial"/>
              </a:defRPr>
            </a:lvl1pPr>
            <a:lvl2pPr algn="l">
              <a:defRPr sz="3750" b="1">
                <a:solidFill>
                  <a:srgbClr val="FFFFFF"/>
                </a:solidFill>
                <a:latin typeface="Arial"/>
                <a:ea typeface="Arial"/>
                <a:cs typeface="Arial"/>
              </a:defRPr>
            </a:lvl2pPr>
            <a:lvl3pPr algn="l">
              <a:defRPr sz="3750" b="1">
                <a:solidFill>
                  <a:srgbClr val="FFFFFF"/>
                </a:solidFill>
                <a:latin typeface="Arial"/>
                <a:ea typeface="Arial"/>
                <a:cs typeface="Arial"/>
              </a:defRPr>
            </a:lvl3pPr>
            <a:lvl4pPr algn="l">
              <a:defRPr sz="3750" b="1">
                <a:solidFill>
                  <a:srgbClr val="FFFFFF"/>
                </a:solidFill>
                <a:latin typeface="Arial"/>
                <a:ea typeface="Arial"/>
                <a:cs typeface="Arial"/>
              </a:defRPr>
            </a:lvl4pPr>
            <a:lvl5pPr algn="l">
              <a:defRPr sz="3750" b="1">
                <a:solidFill>
                  <a:srgbClr val="FFFFFF"/>
                </a:solidFill>
                <a:latin typeface="Arial"/>
                <a:ea typeface="Arial"/>
                <a:cs typeface="Arial"/>
              </a:defRPr>
            </a:lvl5pPr>
            <a:lvl6pPr algn="l">
              <a:defRPr sz="3750" b="1">
                <a:solidFill>
                  <a:srgbClr val="FFFFFF"/>
                </a:solidFill>
                <a:latin typeface="Arial"/>
                <a:ea typeface="Arial"/>
                <a:cs typeface="Arial"/>
              </a:defRPr>
            </a:lvl6pPr>
            <a:lvl7pPr algn="l">
              <a:defRPr sz="3750" b="1">
                <a:solidFill>
                  <a:srgbClr val="FFFFFF"/>
                </a:solidFill>
                <a:latin typeface="Arial"/>
                <a:ea typeface="Arial"/>
                <a:cs typeface="Arial"/>
              </a:defRPr>
            </a:lvl7pPr>
            <a:lvl8pPr algn="l">
              <a:defRPr sz="3750" b="1">
                <a:solidFill>
                  <a:srgbClr val="FFFFFF"/>
                </a:solidFill>
                <a:latin typeface="Arial"/>
                <a:ea typeface="Arial"/>
                <a:cs typeface="Arial"/>
              </a:defRPr>
            </a:lvl8pPr>
            <a:lvl9pPr algn="l">
              <a:defRPr sz="3750" b="1">
                <a:solidFill>
                  <a:srgbClr val="FFFFFF"/>
                </a:solidFill>
                <a:latin typeface="Arial"/>
                <a:ea typeface="Arial"/>
                <a:cs typeface="Arial"/>
              </a:defRPr>
            </a:lvl9pPr>
          </a:lstStyle>
          <a:p xmlns:a="http://schemas.openxmlformats.org/drawingml/2006/main">
            <a:pPr algn="l">
              <a:defRPr sz="3750" b="1">
                <a:solidFill>
                  <a:srgbClr val="FFFFFF"/>
                </a:solidFill>
                <a:latin typeface="Arial"/>
                <a:ea typeface="Arial"/>
                <a:cs typeface="Arial"/>
              </a:defRPr>
            </a:pPr>
            <a:r>
              <a:rPr sz="3750" b="1">
                <a:solidFill>
                  <a:srgbClr val="FFFFFF"/>
                </a:solidFill>
                <a:latin typeface="Arial"/>
                <a:ea typeface="Arial"/>
                <a:cs typeface="Arial"/>
              </a:rPr>
              <a:t>AI writes code fast.</a:t>
            </a:r>
          </a:p>
          <a:p xmlns:a="http://schemas.openxmlformats.org/drawingml/2006/main">
            <a:pPr algn="l">
              <a:defRPr sz="3750" b="1">
                <a:solidFill>
                  <a:srgbClr val="FFFFFF"/>
                </a:solidFill>
                <a:latin typeface="Arial"/>
                <a:ea typeface="Arial"/>
                <a:cs typeface="Arial"/>
              </a:defRPr>
            </a:pPr>
            <a:r>
              <a:rPr sz="3750" b="1">
                <a:solidFill>
                  <a:srgbClr val="FFFFFF"/>
                </a:solidFill>
                <a:latin typeface="Arial"/>
                <a:ea typeface="Arial"/>
                <a:cs typeface="Arial"/>
              </a:rPr>
              <a:t>Students still need to</a:t>
            </a:r>
          </a:p>
          <a:p xmlns:a="http://schemas.openxmlformats.org/drawingml/2006/main">
            <a:pPr algn="l">
              <a:defRPr sz="3750" b="1">
                <a:solidFill>
                  <a:srgbClr val="FFFFFF"/>
                </a:solidFill>
                <a:latin typeface="Arial"/>
                <a:ea typeface="Arial"/>
                <a:cs typeface="Arial"/>
              </a:defRPr>
            </a:pPr>
            <a:r>
              <a:rPr sz="3750" b="1">
                <a:solidFill>
                  <a:srgbClr val="FFFFFF"/>
                </a:solidFill>
                <a:latin typeface="Arial"/>
                <a:ea typeface="Arial"/>
                <a:cs typeface="Arial"/>
              </a:rPr>
              <a:t>know what to trust.</a:t>
            </a:r>
          </a:p>
        </p:txBody>
      </p:sp>
      <p:sp>
        <p:nvSpPr>
          <p:cNvPr id="4" name="">
            <a:extLst xmlns:a="http://schemas.openxmlformats.org/drawingml/2006/main">
              <a:ext uri="{FF2B5EF4-FFF2-40B4-BE49-F238E27FC236}">
                <a16:creationId xmlns:a16="http://schemas.microsoft.com/office/drawing/2014/main" id="{85AD1CCF-A5CF-47A0-9180-9EDA101FCAF1}"/>
              </a:ext>
            </a:extLst>
          </p:cNvPr>
          <p:cNvSpPr>
            <a:spLocks xmlns:a="http://schemas.openxmlformats.org/drawingml/2006/main" noGrp="1"/>
          </p:cNvSpPr>
          <p:nvPr/>
        </p:nvSpPr>
        <p:spPr>
          <a:xfrm xmlns:a="http://schemas.openxmlformats.org/drawingml/2006/main">
            <a:off x="723900" y="3848100"/>
            <a:ext cx="781050" cy="47625"/>
          </a:xfrm>
          <a:prstGeom xmlns:a="http://schemas.openxmlformats.org/drawingml/2006/main" prst="rect">
            <a:avLst/>
          </a:prstGeom>
          <a:solidFill xmlns:a="http://schemas.openxmlformats.org/drawingml/2006/main">
            <a:srgbClr val="C8102E"/>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7B853ADF-7ED7-4CA0-9D83-74CDA1EBD850}"/>
              </a:ext>
            </a:extLst>
          </p:cNvPr>
          <p:cNvSpPr>
            <a:spLocks xmlns:a="http://schemas.openxmlformats.org/drawingml/2006/main" noGrp="1"/>
          </p:cNvSpPr>
          <p:nvPr/>
        </p:nvSpPr>
        <p:spPr>
          <a:xfrm xmlns:a="http://schemas.openxmlformats.org/drawingml/2006/main">
            <a:off x="723900" y="4162425"/>
            <a:ext cx="7048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875" b="0">
                <a:solidFill>
                  <a:srgbClr val="DCE8EE"/>
                </a:solidFill>
                <a:latin typeface="Arial"/>
                <a:ea typeface="Arial"/>
                <a:cs typeface="Arial"/>
              </a:defRPr>
            </a:defPPr>
            <a:lvl1pPr algn="l">
              <a:defRPr sz="1875" b="0">
                <a:solidFill>
                  <a:srgbClr val="DCE8EE"/>
                </a:solidFill>
                <a:latin typeface="Arial"/>
                <a:ea typeface="Arial"/>
                <a:cs typeface="Arial"/>
              </a:defRPr>
            </a:lvl1pPr>
            <a:lvl2pPr algn="l">
              <a:defRPr sz="1875" b="0">
                <a:solidFill>
                  <a:srgbClr val="DCE8EE"/>
                </a:solidFill>
                <a:latin typeface="Arial"/>
                <a:ea typeface="Arial"/>
                <a:cs typeface="Arial"/>
              </a:defRPr>
            </a:lvl2pPr>
            <a:lvl3pPr algn="l">
              <a:defRPr sz="1875" b="0">
                <a:solidFill>
                  <a:srgbClr val="DCE8EE"/>
                </a:solidFill>
                <a:latin typeface="Arial"/>
                <a:ea typeface="Arial"/>
                <a:cs typeface="Arial"/>
              </a:defRPr>
            </a:lvl3pPr>
            <a:lvl4pPr algn="l">
              <a:defRPr sz="1875" b="0">
                <a:solidFill>
                  <a:srgbClr val="DCE8EE"/>
                </a:solidFill>
                <a:latin typeface="Arial"/>
                <a:ea typeface="Arial"/>
                <a:cs typeface="Arial"/>
              </a:defRPr>
            </a:lvl4pPr>
            <a:lvl5pPr algn="l">
              <a:defRPr sz="1875" b="0">
                <a:solidFill>
                  <a:srgbClr val="DCE8EE"/>
                </a:solidFill>
                <a:latin typeface="Arial"/>
                <a:ea typeface="Arial"/>
                <a:cs typeface="Arial"/>
              </a:defRPr>
            </a:lvl5pPr>
            <a:lvl6pPr algn="l">
              <a:defRPr sz="1875" b="0">
                <a:solidFill>
                  <a:srgbClr val="DCE8EE"/>
                </a:solidFill>
                <a:latin typeface="Arial"/>
                <a:ea typeface="Arial"/>
                <a:cs typeface="Arial"/>
              </a:defRPr>
            </a:lvl6pPr>
            <a:lvl7pPr algn="l">
              <a:defRPr sz="1875" b="0">
                <a:solidFill>
                  <a:srgbClr val="DCE8EE"/>
                </a:solidFill>
                <a:latin typeface="Arial"/>
                <a:ea typeface="Arial"/>
                <a:cs typeface="Arial"/>
              </a:defRPr>
            </a:lvl7pPr>
            <a:lvl8pPr algn="l">
              <a:defRPr sz="1875" b="0">
                <a:solidFill>
                  <a:srgbClr val="DCE8EE"/>
                </a:solidFill>
                <a:latin typeface="Arial"/>
                <a:ea typeface="Arial"/>
                <a:cs typeface="Arial"/>
              </a:defRPr>
            </a:lvl8pPr>
            <a:lvl9pPr algn="l">
              <a:defRPr sz="1875" b="0">
                <a:solidFill>
                  <a:srgbClr val="DCE8EE"/>
                </a:solidFill>
                <a:latin typeface="Arial"/>
                <a:ea typeface="Arial"/>
                <a:cs typeface="Arial"/>
              </a:defRPr>
            </a:lvl9pPr>
          </a:lstStyle>
          <a:p xmlns:a="http://schemas.openxmlformats.org/drawingml/2006/main">
            <a:pPr algn="l">
              <a:defRPr sz="1875" b="0">
                <a:solidFill>
                  <a:srgbClr val="DCE8EE"/>
                </a:solidFill>
                <a:latin typeface="Arial"/>
                <a:ea typeface="Arial"/>
                <a:cs typeface="Arial"/>
              </a:defRPr>
            </a:pPr>
            <a:r>
              <a:rPr sz="1875" b="0">
                <a:solidFill>
                  <a:srgbClr val="DCE8EE"/>
                </a:solidFill>
                <a:latin typeface="Arial"/>
                <a:ea typeface="Arial"/>
                <a:cs typeface="Arial"/>
              </a:rPr>
              <a:t>The hard part is checking the result: does it meet the goal, pass meaningful tests, and handle risk?</a:t>
            </a:r>
          </a:p>
        </p:txBody>
      </p:sp>
      <p:sp>
        <p:nvSpPr>
          <p:cNvPr id="6" name="">
            <a:extLst xmlns:a="http://schemas.openxmlformats.org/drawingml/2006/main">
              <a:ext uri="{FF2B5EF4-FFF2-40B4-BE49-F238E27FC236}">
                <a16:creationId xmlns:a16="http://schemas.microsoft.com/office/drawing/2014/main" id="{ACB2275E-D3C0-4332-9EA1-580C3C60AFF5}"/>
              </a:ext>
            </a:extLst>
          </p:cNvPr>
          <p:cNvSpPr>
            <a:spLocks xmlns:a="http://schemas.openxmlformats.org/drawingml/2006/main" noGrp="1"/>
          </p:cNvSpPr>
          <p:nvPr/>
        </p:nvSpPr>
        <p:spPr>
          <a:xfrm xmlns:a="http://schemas.openxmlformats.org/drawingml/2006/main">
            <a:off x="8629650" y="1371600"/>
            <a:ext cx="2800350" cy="2324100"/>
          </a:xfrm>
          <a:prstGeom xmlns:a="http://schemas.openxmlformats.org/drawingml/2006/main" prst="roundRect">
            <a:avLst>
              <a:gd name="adj" fmla="val 7377"/>
            </a:avLst>
          </a:prstGeom>
          <a:solidFill xmlns:a="http://schemas.openxmlformats.org/drawingml/2006/main">
            <a:srgbClr val="254357"/>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E0C464CD-059F-434A-B84C-1EAF1448BDCD}"/>
              </a:ext>
            </a:extLst>
          </p:cNvPr>
          <p:cNvSpPr>
            <a:spLocks xmlns:a="http://schemas.openxmlformats.org/drawingml/2006/main" noGrp="1"/>
          </p:cNvSpPr>
          <p:nvPr/>
        </p:nvSpPr>
        <p:spPr>
          <a:xfrm xmlns:a="http://schemas.openxmlformats.org/drawingml/2006/main">
            <a:off x="8934450" y="1685925"/>
            <a:ext cx="21717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50" b="1">
                <a:solidFill>
                  <a:srgbClr val="BBD0DD"/>
                </a:solidFill>
                <a:latin typeface="Arial"/>
                <a:ea typeface="Arial"/>
                <a:cs typeface="Arial"/>
              </a:defRPr>
            </a:defPPr>
            <a:lvl1pPr algn="l">
              <a:defRPr sz="1050" b="1">
                <a:solidFill>
                  <a:srgbClr val="BBD0DD"/>
                </a:solidFill>
                <a:latin typeface="Arial"/>
                <a:ea typeface="Arial"/>
                <a:cs typeface="Arial"/>
              </a:defRPr>
            </a:lvl1pPr>
            <a:lvl2pPr algn="l">
              <a:defRPr sz="1050" b="1">
                <a:solidFill>
                  <a:srgbClr val="BBD0DD"/>
                </a:solidFill>
                <a:latin typeface="Arial"/>
                <a:ea typeface="Arial"/>
                <a:cs typeface="Arial"/>
              </a:defRPr>
            </a:lvl2pPr>
            <a:lvl3pPr algn="l">
              <a:defRPr sz="1050" b="1">
                <a:solidFill>
                  <a:srgbClr val="BBD0DD"/>
                </a:solidFill>
                <a:latin typeface="Arial"/>
                <a:ea typeface="Arial"/>
                <a:cs typeface="Arial"/>
              </a:defRPr>
            </a:lvl3pPr>
            <a:lvl4pPr algn="l">
              <a:defRPr sz="1050" b="1">
                <a:solidFill>
                  <a:srgbClr val="BBD0DD"/>
                </a:solidFill>
                <a:latin typeface="Arial"/>
                <a:ea typeface="Arial"/>
                <a:cs typeface="Arial"/>
              </a:defRPr>
            </a:lvl4pPr>
            <a:lvl5pPr algn="l">
              <a:defRPr sz="1050" b="1">
                <a:solidFill>
                  <a:srgbClr val="BBD0DD"/>
                </a:solidFill>
                <a:latin typeface="Arial"/>
                <a:ea typeface="Arial"/>
                <a:cs typeface="Arial"/>
              </a:defRPr>
            </a:lvl5pPr>
            <a:lvl6pPr algn="l">
              <a:defRPr sz="1050" b="1">
                <a:solidFill>
                  <a:srgbClr val="BBD0DD"/>
                </a:solidFill>
                <a:latin typeface="Arial"/>
                <a:ea typeface="Arial"/>
                <a:cs typeface="Arial"/>
              </a:defRPr>
            </a:lvl6pPr>
            <a:lvl7pPr algn="l">
              <a:defRPr sz="1050" b="1">
                <a:solidFill>
                  <a:srgbClr val="BBD0DD"/>
                </a:solidFill>
                <a:latin typeface="Arial"/>
                <a:ea typeface="Arial"/>
                <a:cs typeface="Arial"/>
              </a:defRPr>
            </a:lvl7pPr>
            <a:lvl8pPr algn="l">
              <a:defRPr sz="1050" b="1">
                <a:solidFill>
                  <a:srgbClr val="BBD0DD"/>
                </a:solidFill>
                <a:latin typeface="Arial"/>
                <a:ea typeface="Arial"/>
                <a:cs typeface="Arial"/>
              </a:defRPr>
            </a:lvl8pPr>
            <a:lvl9pPr algn="l">
              <a:defRPr sz="1050" b="1">
                <a:solidFill>
                  <a:srgbClr val="BBD0DD"/>
                </a:solidFill>
                <a:latin typeface="Arial"/>
                <a:ea typeface="Arial"/>
                <a:cs typeface="Arial"/>
              </a:defRPr>
            </a:lvl9pPr>
          </a:lstStyle>
          <a:p xmlns:a="http://schemas.openxmlformats.org/drawingml/2006/main">
            <a:pPr algn="l">
              <a:defRPr sz="1050" b="1">
                <a:solidFill>
                  <a:srgbClr val="BBD0DD"/>
                </a:solidFill>
                <a:latin typeface="Arial"/>
                <a:ea typeface="Arial"/>
                <a:cs typeface="Arial"/>
              </a:defRPr>
            </a:pPr>
            <a:r>
              <a:rPr sz="1050" b="1">
                <a:solidFill>
                  <a:srgbClr val="BBD0DD"/>
                </a:solidFill>
                <a:latin typeface="Arial"/>
                <a:ea typeface="Arial"/>
                <a:cs typeface="Arial"/>
              </a:rPr>
              <a:t>THE PROJECT QUESTION</a:t>
            </a:r>
          </a:p>
        </p:txBody>
      </p:sp>
      <p:sp>
        <p:nvSpPr>
          <p:cNvPr id="8" name="">
            <a:extLst xmlns:a="http://schemas.openxmlformats.org/drawingml/2006/main">
              <a:ext uri="{FF2B5EF4-FFF2-40B4-BE49-F238E27FC236}">
                <a16:creationId xmlns:a16="http://schemas.microsoft.com/office/drawing/2014/main" id="{089D98CD-0A4A-4AFB-B461-4FBC19AB99D7}"/>
              </a:ext>
            </a:extLst>
          </p:cNvPr>
          <p:cNvSpPr>
            <a:spLocks xmlns:a="http://schemas.openxmlformats.org/drawingml/2006/main" noGrp="1"/>
          </p:cNvSpPr>
          <p:nvPr/>
        </p:nvSpPr>
        <p:spPr>
          <a:xfrm xmlns:a="http://schemas.openxmlformats.org/drawingml/2006/main">
            <a:off x="8934450" y="2095500"/>
            <a:ext cx="2209800" cy="1181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2025" b="1">
                <a:solidFill>
                  <a:srgbClr val="FFFFFF"/>
                </a:solidFill>
                <a:latin typeface="Arial"/>
                <a:ea typeface="Arial"/>
                <a:cs typeface="Arial"/>
              </a:defRPr>
            </a:defPPr>
            <a:lvl1pPr algn="l">
              <a:defRPr sz="2025" b="1">
                <a:solidFill>
                  <a:srgbClr val="FFFFFF"/>
                </a:solidFill>
                <a:latin typeface="Arial"/>
                <a:ea typeface="Arial"/>
                <a:cs typeface="Arial"/>
              </a:defRPr>
            </a:lvl1pPr>
            <a:lvl2pPr algn="l">
              <a:defRPr sz="2025" b="1">
                <a:solidFill>
                  <a:srgbClr val="FFFFFF"/>
                </a:solidFill>
                <a:latin typeface="Arial"/>
                <a:ea typeface="Arial"/>
                <a:cs typeface="Arial"/>
              </a:defRPr>
            </a:lvl2pPr>
            <a:lvl3pPr algn="l">
              <a:defRPr sz="2025" b="1">
                <a:solidFill>
                  <a:srgbClr val="FFFFFF"/>
                </a:solidFill>
                <a:latin typeface="Arial"/>
                <a:ea typeface="Arial"/>
                <a:cs typeface="Arial"/>
              </a:defRPr>
            </a:lvl3pPr>
            <a:lvl4pPr algn="l">
              <a:defRPr sz="2025" b="1">
                <a:solidFill>
                  <a:srgbClr val="FFFFFF"/>
                </a:solidFill>
                <a:latin typeface="Arial"/>
                <a:ea typeface="Arial"/>
                <a:cs typeface="Arial"/>
              </a:defRPr>
            </a:lvl4pPr>
            <a:lvl5pPr algn="l">
              <a:defRPr sz="2025" b="1">
                <a:solidFill>
                  <a:srgbClr val="FFFFFF"/>
                </a:solidFill>
                <a:latin typeface="Arial"/>
                <a:ea typeface="Arial"/>
                <a:cs typeface="Arial"/>
              </a:defRPr>
            </a:lvl5pPr>
            <a:lvl6pPr algn="l">
              <a:defRPr sz="2025" b="1">
                <a:solidFill>
                  <a:srgbClr val="FFFFFF"/>
                </a:solidFill>
                <a:latin typeface="Arial"/>
                <a:ea typeface="Arial"/>
                <a:cs typeface="Arial"/>
              </a:defRPr>
            </a:lvl6pPr>
            <a:lvl7pPr algn="l">
              <a:defRPr sz="2025" b="1">
                <a:solidFill>
                  <a:srgbClr val="FFFFFF"/>
                </a:solidFill>
                <a:latin typeface="Arial"/>
                <a:ea typeface="Arial"/>
                <a:cs typeface="Arial"/>
              </a:defRPr>
            </a:lvl7pPr>
            <a:lvl8pPr algn="l">
              <a:defRPr sz="2025" b="1">
                <a:solidFill>
                  <a:srgbClr val="FFFFFF"/>
                </a:solidFill>
                <a:latin typeface="Arial"/>
                <a:ea typeface="Arial"/>
                <a:cs typeface="Arial"/>
              </a:defRPr>
            </a:lvl8pPr>
            <a:lvl9pPr algn="l">
              <a:defRPr sz="2025" b="1">
                <a:solidFill>
                  <a:srgbClr val="FFFFFF"/>
                </a:solidFill>
                <a:latin typeface="Arial"/>
                <a:ea typeface="Arial"/>
                <a:cs typeface="Arial"/>
              </a:defRPr>
            </a:lvl9pPr>
          </a:lstStyle>
          <a:p xmlns:a="http://schemas.openxmlformats.org/drawingml/2006/main">
            <a:pPr algn="l">
              <a:defRPr sz="2025" b="1">
                <a:solidFill>
                  <a:srgbClr val="FFFFFF"/>
                </a:solidFill>
                <a:latin typeface="Arial"/>
                <a:ea typeface="Arial"/>
                <a:cs typeface="Arial"/>
              </a:defRPr>
            </a:pPr>
            <a:r>
              <a:rPr sz="2025" b="1">
                <a:solidFill>
                  <a:srgbClr val="FFFFFF"/>
                </a:solidFill>
                <a:latin typeface="Arial"/>
                <a:ea typeface="Arial"/>
                <a:cs typeface="Arial"/>
              </a:rPr>
              <a:t>How can a course make that review loop visible and teachable?</a:t>
            </a:r>
          </a:p>
        </p:txBody>
      </p:sp>
      <p:sp>
        <p:nvSpPr>
          <p:cNvPr id="9" name="">
            <a:extLst xmlns:a="http://schemas.openxmlformats.org/drawingml/2006/main">
              <a:ext uri="{FF2B5EF4-FFF2-40B4-BE49-F238E27FC236}">
                <a16:creationId xmlns:a16="http://schemas.microsoft.com/office/drawing/2014/main" id="{E2C4A732-D9E6-453C-8DF7-3C2D483F2037}"/>
              </a:ext>
            </a:extLst>
          </p:cNvPr>
          <p:cNvSpPr>
            <a:spLocks xmlns:a="http://schemas.openxmlformats.org/drawingml/2006/main" noGrp="1"/>
          </p:cNvSpPr>
          <p:nvPr/>
        </p:nvSpPr>
        <p:spPr>
          <a:xfrm xmlns:a="http://schemas.openxmlformats.org/drawingml/2006/main">
            <a:off x="723900" y="5762625"/>
            <a:ext cx="4762500" cy="457200"/>
          </a:xfrm>
          <a:prstGeom xmlns:a="http://schemas.openxmlformats.org/drawingml/2006/main" prst="roundRect">
            <a:avLst>
              <a:gd name="adj" fmla="val 50000"/>
            </a:avLst>
          </a:prstGeom>
          <a:solidFill xmlns:a="http://schemas.openxmlformats.org/drawingml/2006/main">
            <a:srgbClr val="254357"/>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8B5EDA3F-0CFF-463D-B7E7-2B5A631A5F20}"/>
              </a:ext>
            </a:extLst>
          </p:cNvPr>
          <p:cNvSpPr>
            <a:spLocks xmlns:a="http://schemas.openxmlformats.org/drawingml/2006/main" noGrp="1"/>
          </p:cNvSpPr>
          <p:nvPr/>
        </p:nvSpPr>
        <p:spPr>
          <a:xfrm xmlns:a="http://schemas.openxmlformats.org/drawingml/2006/main">
            <a:off x="952500" y="5886450"/>
            <a:ext cx="43815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1">
                <a:solidFill>
                  <a:srgbClr val="FFFFFF"/>
                </a:solidFill>
                <a:latin typeface="Arial"/>
                <a:ea typeface="Arial"/>
                <a:cs typeface="Arial"/>
              </a:defRPr>
            </a:defPPr>
            <a:lvl1pPr algn="l">
              <a:defRPr sz="1200" b="1">
                <a:solidFill>
                  <a:srgbClr val="FFFFFF"/>
                </a:solidFill>
                <a:latin typeface="Arial"/>
                <a:ea typeface="Arial"/>
                <a:cs typeface="Arial"/>
              </a:defRPr>
            </a:lvl1pPr>
            <a:lvl2pPr algn="l">
              <a:defRPr sz="1200" b="1">
                <a:solidFill>
                  <a:srgbClr val="FFFFFF"/>
                </a:solidFill>
                <a:latin typeface="Arial"/>
                <a:ea typeface="Arial"/>
                <a:cs typeface="Arial"/>
              </a:defRPr>
            </a:lvl2pPr>
            <a:lvl3pPr algn="l">
              <a:defRPr sz="1200" b="1">
                <a:solidFill>
                  <a:srgbClr val="FFFFFF"/>
                </a:solidFill>
                <a:latin typeface="Arial"/>
                <a:ea typeface="Arial"/>
                <a:cs typeface="Arial"/>
              </a:defRPr>
            </a:lvl3pPr>
            <a:lvl4pPr algn="l">
              <a:defRPr sz="1200" b="1">
                <a:solidFill>
                  <a:srgbClr val="FFFFFF"/>
                </a:solidFill>
                <a:latin typeface="Arial"/>
                <a:ea typeface="Arial"/>
                <a:cs typeface="Arial"/>
              </a:defRPr>
            </a:lvl4pPr>
            <a:lvl5pPr algn="l">
              <a:defRPr sz="1200" b="1">
                <a:solidFill>
                  <a:srgbClr val="FFFFFF"/>
                </a:solidFill>
                <a:latin typeface="Arial"/>
                <a:ea typeface="Arial"/>
                <a:cs typeface="Arial"/>
              </a:defRPr>
            </a:lvl5pPr>
            <a:lvl6pPr algn="l">
              <a:defRPr sz="1200" b="1">
                <a:solidFill>
                  <a:srgbClr val="FFFFFF"/>
                </a:solidFill>
                <a:latin typeface="Arial"/>
                <a:ea typeface="Arial"/>
                <a:cs typeface="Arial"/>
              </a:defRPr>
            </a:lvl6pPr>
            <a:lvl7pPr algn="l">
              <a:defRPr sz="1200" b="1">
                <a:solidFill>
                  <a:srgbClr val="FFFFFF"/>
                </a:solidFill>
                <a:latin typeface="Arial"/>
                <a:ea typeface="Arial"/>
                <a:cs typeface="Arial"/>
              </a:defRPr>
            </a:lvl7pPr>
            <a:lvl8pPr algn="l">
              <a:defRPr sz="1200" b="1">
                <a:solidFill>
                  <a:srgbClr val="FFFFFF"/>
                </a:solidFill>
                <a:latin typeface="Arial"/>
                <a:ea typeface="Arial"/>
                <a:cs typeface="Arial"/>
              </a:defRPr>
            </a:lvl8pPr>
            <a:lvl9pPr algn="l">
              <a:defRPr sz="1200" b="1">
                <a:solidFill>
                  <a:srgbClr val="FFFFFF"/>
                </a:solidFill>
                <a:latin typeface="Arial"/>
                <a:ea typeface="Arial"/>
                <a:cs typeface="Arial"/>
              </a:defRPr>
            </a:lvl9pPr>
          </a:lstStyle>
          <a:p xmlns:a="http://schemas.openxmlformats.org/drawingml/2006/main">
            <a:pPr algn="l">
              <a:defRPr sz="1200" b="1">
                <a:solidFill>
                  <a:srgbClr val="FFFFFF"/>
                </a:solidFill>
                <a:latin typeface="Arial"/>
                <a:ea typeface="Arial"/>
                <a:cs typeface="Arial"/>
              </a:defRPr>
            </a:pPr>
            <a:r>
              <a:rPr sz="1200" b="1">
                <a:solidFill>
                  <a:srgbClr val="FFFFFF"/>
                </a:solidFill>
                <a:latin typeface="Arial"/>
                <a:ea typeface="Arial"/>
                <a:cs typeface="Arial"/>
              </a:rPr>
              <a:t>2:50 TOTAL  |  INCLUDES A 30-SECOND LIVE DEMO</a:t>
            </a:r>
          </a:p>
        </p:txBody>
      </p:sp>
    </p:spTree>
    <p:extLst>
      <p:ext uri="{BB962C8B-B14F-4D97-AF65-F5344CB8AC3E}">
        <p14:creationId xmlns:p14="http://schemas.microsoft.com/office/powerpoint/2010/main" val="682411428"/>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F509C4B6-F421-4835-869D-4AE544AA8614}"/>
              </a:ext>
            </a:extLst>
          </p:cNvPr>
          <p:cNvSpPr>
            <a:spLocks xmlns:a="http://schemas.openxmlformats.org/drawingml/2006/main" noGrp="1"/>
          </p:cNvSpPr>
          <p:nvPr/>
        </p:nvSpPr>
        <p:spPr>
          <a:xfrm xmlns:a="http://schemas.openxmlformats.org/drawingml/2006/main">
            <a:off x="609600" y="314325"/>
            <a:ext cx="3619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50" b="1">
                <a:solidFill>
                  <a:srgbClr val="0877B9"/>
                </a:solidFill>
                <a:latin typeface="Arial"/>
                <a:ea typeface="Arial"/>
                <a:cs typeface="Arial"/>
              </a:defRPr>
            </a:defPPr>
            <a:lvl1pPr algn="l">
              <a:defRPr sz="1050" b="1">
                <a:solidFill>
                  <a:srgbClr val="0877B9"/>
                </a:solidFill>
                <a:latin typeface="Arial"/>
                <a:ea typeface="Arial"/>
                <a:cs typeface="Arial"/>
              </a:defRPr>
            </a:lvl1pPr>
            <a:lvl2pPr algn="l">
              <a:defRPr sz="1050" b="1">
                <a:solidFill>
                  <a:srgbClr val="0877B9"/>
                </a:solidFill>
                <a:latin typeface="Arial"/>
                <a:ea typeface="Arial"/>
                <a:cs typeface="Arial"/>
              </a:defRPr>
            </a:lvl2pPr>
            <a:lvl3pPr algn="l">
              <a:defRPr sz="1050" b="1">
                <a:solidFill>
                  <a:srgbClr val="0877B9"/>
                </a:solidFill>
                <a:latin typeface="Arial"/>
                <a:ea typeface="Arial"/>
                <a:cs typeface="Arial"/>
              </a:defRPr>
            </a:lvl3pPr>
            <a:lvl4pPr algn="l">
              <a:defRPr sz="1050" b="1">
                <a:solidFill>
                  <a:srgbClr val="0877B9"/>
                </a:solidFill>
                <a:latin typeface="Arial"/>
                <a:ea typeface="Arial"/>
                <a:cs typeface="Arial"/>
              </a:defRPr>
            </a:lvl4pPr>
            <a:lvl5pPr algn="l">
              <a:defRPr sz="1050" b="1">
                <a:solidFill>
                  <a:srgbClr val="0877B9"/>
                </a:solidFill>
                <a:latin typeface="Arial"/>
                <a:ea typeface="Arial"/>
                <a:cs typeface="Arial"/>
              </a:defRPr>
            </a:lvl5pPr>
            <a:lvl6pPr algn="l">
              <a:defRPr sz="1050" b="1">
                <a:solidFill>
                  <a:srgbClr val="0877B9"/>
                </a:solidFill>
                <a:latin typeface="Arial"/>
                <a:ea typeface="Arial"/>
                <a:cs typeface="Arial"/>
              </a:defRPr>
            </a:lvl6pPr>
            <a:lvl7pPr algn="l">
              <a:defRPr sz="1050" b="1">
                <a:solidFill>
                  <a:srgbClr val="0877B9"/>
                </a:solidFill>
                <a:latin typeface="Arial"/>
                <a:ea typeface="Arial"/>
                <a:cs typeface="Arial"/>
              </a:defRPr>
            </a:lvl7pPr>
            <a:lvl8pPr algn="l">
              <a:defRPr sz="1050" b="1">
                <a:solidFill>
                  <a:srgbClr val="0877B9"/>
                </a:solidFill>
                <a:latin typeface="Arial"/>
                <a:ea typeface="Arial"/>
                <a:cs typeface="Arial"/>
              </a:defRPr>
            </a:lvl8pPr>
            <a:lvl9pPr algn="l">
              <a:defRPr sz="1050" b="1">
                <a:solidFill>
                  <a:srgbClr val="0877B9"/>
                </a:solidFill>
                <a:latin typeface="Arial"/>
                <a:ea typeface="Arial"/>
                <a:cs typeface="Arial"/>
              </a:defRPr>
            </a:lvl9pPr>
          </a:lstStyle>
          <a:p xmlns:a="http://schemas.openxmlformats.org/drawingml/2006/main">
            <a:pPr algn="l">
              <a:defRPr sz="1050" b="1">
                <a:solidFill>
                  <a:srgbClr val="0877B9"/>
                </a:solidFill>
                <a:latin typeface="Arial"/>
                <a:ea typeface="Arial"/>
                <a:cs typeface="Arial"/>
              </a:defRPr>
            </a:pPr>
            <a:r>
              <a:rPr sz="1050" b="1">
                <a:solidFill>
                  <a:srgbClr val="0877B9"/>
                </a:solidFill>
                <a:latin typeface="Arial"/>
                <a:ea typeface="Arial"/>
                <a:cs typeface="Arial"/>
              </a:rPr>
              <a:t>THE SOLUTION</a:t>
            </a:r>
          </a:p>
        </p:txBody>
      </p:sp>
      <p:sp>
        <p:nvSpPr>
          <p:cNvPr id="2" name="">
            <a:extLst xmlns:a="http://schemas.openxmlformats.org/drawingml/2006/main">
              <a:ext uri="{FF2B5EF4-FFF2-40B4-BE49-F238E27FC236}">
                <a16:creationId xmlns:a16="http://schemas.microsoft.com/office/drawing/2014/main" id="{AC1E50B9-0E3B-4712-894B-B945BAEDC4F7}"/>
              </a:ext>
            </a:extLst>
          </p:cNvPr>
          <p:cNvSpPr>
            <a:spLocks xmlns:a="http://schemas.openxmlformats.org/drawingml/2006/main" noGrp="1"/>
          </p:cNvSpPr>
          <p:nvPr/>
        </p:nvSpPr>
        <p:spPr>
          <a:xfrm xmlns:a="http://schemas.openxmlformats.org/drawingml/2006/main">
            <a:off x="609600" y="647700"/>
            <a:ext cx="108966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2850" b="1">
                <a:solidFill>
                  <a:srgbClr val="183044"/>
                </a:solidFill>
                <a:latin typeface="Arial"/>
                <a:ea typeface="Arial"/>
                <a:cs typeface="Arial"/>
              </a:defRPr>
            </a:defPPr>
            <a:lvl1pPr algn="l">
              <a:defRPr sz="2850" b="1">
                <a:solidFill>
                  <a:srgbClr val="183044"/>
                </a:solidFill>
                <a:latin typeface="Arial"/>
                <a:ea typeface="Arial"/>
                <a:cs typeface="Arial"/>
              </a:defRPr>
            </a:lvl1pPr>
            <a:lvl2pPr algn="l">
              <a:defRPr sz="2850" b="1">
                <a:solidFill>
                  <a:srgbClr val="183044"/>
                </a:solidFill>
                <a:latin typeface="Arial"/>
                <a:ea typeface="Arial"/>
                <a:cs typeface="Arial"/>
              </a:defRPr>
            </a:lvl2pPr>
            <a:lvl3pPr algn="l">
              <a:defRPr sz="2850" b="1">
                <a:solidFill>
                  <a:srgbClr val="183044"/>
                </a:solidFill>
                <a:latin typeface="Arial"/>
                <a:ea typeface="Arial"/>
                <a:cs typeface="Arial"/>
              </a:defRPr>
            </a:lvl3pPr>
            <a:lvl4pPr algn="l">
              <a:defRPr sz="2850" b="1">
                <a:solidFill>
                  <a:srgbClr val="183044"/>
                </a:solidFill>
                <a:latin typeface="Arial"/>
                <a:ea typeface="Arial"/>
                <a:cs typeface="Arial"/>
              </a:defRPr>
            </a:lvl4pPr>
            <a:lvl5pPr algn="l">
              <a:defRPr sz="2850" b="1">
                <a:solidFill>
                  <a:srgbClr val="183044"/>
                </a:solidFill>
                <a:latin typeface="Arial"/>
                <a:ea typeface="Arial"/>
                <a:cs typeface="Arial"/>
              </a:defRPr>
            </a:lvl5pPr>
            <a:lvl6pPr algn="l">
              <a:defRPr sz="2850" b="1">
                <a:solidFill>
                  <a:srgbClr val="183044"/>
                </a:solidFill>
                <a:latin typeface="Arial"/>
                <a:ea typeface="Arial"/>
                <a:cs typeface="Arial"/>
              </a:defRPr>
            </a:lvl6pPr>
            <a:lvl7pPr algn="l">
              <a:defRPr sz="2850" b="1">
                <a:solidFill>
                  <a:srgbClr val="183044"/>
                </a:solidFill>
                <a:latin typeface="Arial"/>
                <a:ea typeface="Arial"/>
                <a:cs typeface="Arial"/>
              </a:defRPr>
            </a:lvl7pPr>
            <a:lvl8pPr algn="l">
              <a:defRPr sz="2850" b="1">
                <a:solidFill>
                  <a:srgbClr val="183044"/>
                </a:solidFill>
                <a:latin typeface="Arial"/>
                <a:ea typeface="Arial"/>
                <a:cs typeface="Arial"/>
              </a:defRPr>
            </a:lvl8pPr>
            <a:lvl9pPr algn="l">
              <a:defRPr sz="2850" b="1">
                <a:solidFill>
                  <a:srgbClr val="183044"/>
                </a:solidFill>
                <a:latin typeface="Arial"/>
                <a:ea typeface="Arial"/>
                <a:cs typeface="Arial"/>
              </a:defRPr>
            </a:lvl9pPr>
          </a:lstStyle>
          <a:p xmlns:a="http://schemas.openxmlformats.org/drawingml/2006/main">
            <a:pPr algn="l">
              <a:defRPr sz="2850" b="1">
                <a:solidFill>
                  <a:srgbClr val="183044"/>
                </a:solidFill>
                <a:latin typeface="Arial"/>
                <a:ea typeface="Arial"/>
                <a:cs typeface="Arial"/>
              </a:defRPr>
            </a:pPr>
            <a:r>
              <a:rPr sz="2850" b="1">
                <a:solidFill>
                  <a:srgbClr val="183044"/>
                </a:solidFill>
                <a:latin typeface="Arial"/>
                <a:ea typeface="Arial"/>
                <a:cs typeface="Arial"/>
              </a:rPr>
              <a:t>A structured course turns that challenge into practice</a:t>
            </a:r>
          </a:p>
        </p:txBody>
      </p:sp>
      <p:sp>
        <p:nvSpPr>
          <p:cNvPr id="3" name="">
            <a:extLst xmlns:a="http://schemas.openxmlformats.org/drawingml/2006/main">
              <a:ext uri="{FF2B5EF4-FFF2-40B4-BE49-F238E27FC236}">
                <a16:creationId xmlns:a16="http://schemas.microsoft.com/office/drawing/2014/main" id="{BDBBA931-1B04-4096-BB18-054B47AA33C8}"/>
              </a:ext>
            </a:extLst>
          </p:cNvPr>
          <p:cNvSpPr>
            <a:spLocks xmlns:a="http://schemas.openxmlformats.org/drawingml/2006/main" noGrp="1"/>
          </p:cNvSpPr>
          <p:nvPr/>
        </p:nvSpPr>
        <p:spPr>
          <a:xfrm xmlns:a="http://schemas.openxmlformats.org/drawingml/2006/main">
            <a:off x="609600" y="1438275"/>
            <a:ext cx="10972800" cy="19050"/>
          </a:xfrm>
          <a:prstGeom xmlns:a="http://schemas.openxmlformats.org/drawingml/2006/main" prst="rect">
            <a:avLst/>
          </a:prstGeom>
          <a:solidFill xmlns:a="http://schemas.openxmlformats.org/drawingml/2006/main">
            <a:srgbClr val="D7E0E6"/>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076E3978-D5BB-46DC-A04F-2112BCE29B99}"/>
              </a:ext>
            </a:extLst>
          </p:cNvPr>
          <p:cNvSpPr>
            <a:spLocks xmlns:a="http://schemas.openxmlformats.org/drawingml/2006/main" noGrp="1"/>
          </p:cNvSpPr>
          <p:nvPr/>
        </p:nvSpPr>
        <p:spPr>
          <a:xfrm xmlns:a="http://schemas.openxmlformats.org/drawingml/2006/main">
            <a:off x="609600" y="6477000"/>
            <a:ext cx="5905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900" b="1">
                <a:solidFill>
                  <a:srgbClr val="5C6F7D"/>
                </a:solidFill>
                <a:latin typeface="Arial"/>
                <a:ea typeface="Arial"/>
                <a:cs typeface="Arial"/>
              </a:defRPr>
            </a:defPPr>
            <a:lvl1pPr algn="l">
              <a:defRPr sz="900" b="1">
                <a:solidFill>
                  <a:srgbClr val="5C6F7D"/>
                </a:solidFill>
                <a:latin typeface="Arial"/>
                <a:ea typeface="Arial"/>
                <a:cs typeface="Arial"/>
              </a:defRPr>
            </a:lvl1pPr>
            <a:lvl2pPr algn="l">
              <a:defRPr sz="900" b="1">
                <a:solidFill>
                  <a:srgbClr val="5C6F7D"/>
                </a:solidFill>
                <a:latin typeface="Arial"/>
                <a:ea typeface="Arial"/>
                <a:cs typeface="Arial"/>
              </a:defRPr>
            </a:lvl2pPr>
            <a:lvl3pPr algn="l">
              <a:defRPr sz="900" b="1">
                <a:solidFill>
                  <a:srgbClr val="5C6F7D"/>
                </a:solidFill>
                <a:latin typeface="Arial"/>
                <a:ea typeface="Arial"/>
                <a:cs typeface="Arial"/>
              </a:defRPr>
            </a:lvl3pPr>
            <a:lvl4pPr algn="l">
              <a:defRPr sz="900" b="1">
                <a:solidFill>
                  <a:srgbClr val="5C6F7D"/>
                </a:solidFill>
                <a:latin typeface="Arial"/>
                <a:ea typeface="Arial"/>
                <a:cs typeface="Arial"/>
              </a:defRPr>
            </a:lvl4pPr>
            <a:lvl5pPr algn="l">
              <a:defRPr sz="900" b="1">
                <a:solidFill>
                  <a:srgbClr val="5C6F7D"/>
                </a:solidFill>
                <a:latin typeface="Arial"/>
                <a:ea typeface="Arial"/>
                <a:cs typeface="Arial"/>
              </a:defRPr>
            </a:lvl5pPr>
            <a:lvl6pPr algn="l">
              <a:defRPr sz="900" b="1">
                <a:solidFill>
                  <a:srgbClr val="5C6F7D"/>
                </a:solidFill>
                <a:latin typeface="Arial"/>
                <a:ea typeface="Arial"/>
                <a:cs typeface="Arial"/>
              </a:defRPr>
            </a:lvl6pPr>
            <a:lvl7pPr algn="l">
              <a:defRPr sz="900" b="1">
                <a:solidFill>
                  <a:srgbClr val="5C6F7D"/>
                </a:solidFill>
                <a:latin typeface="Arial"/>
                <a:ea typeface="Arial"/>
                <a:cs typeface="Arial"/>
              </a:defRPr>
            </a:lvl7pPr>
            <a:lvl8pPr algn="l">
              <a:defRPr sz="900" b="1">
                <a:solidFill>
                  <a:srgbClr val="5C6F7D"/>
                </a:solidFill>
                <a:latin typeface="Arial"/>
                <a:ea typeface="Arial"/>
                <a:cs typeface="Arial"/>
              </a:defRPr>
            </a:lvl8pPr>
            <a:lvl9pPr algn="l">
              <a:defRPr sz="900" b="1">
                <a:solidFill>
                  <a:srgbClr val="5C6F7D"/>
                </a:solidFill>
                <a:latin typeface="Arial"/>
                <a:ea typeface="Arial"/>
                <a:cs typeface="Arial"/>
              </a:defRPr>
            </a:lvl9pPr>
          </a:lstStyle>
          <a:p xmlns:a="http://schemas.openxmlformats.org/drawingml/2006/main">
            <a:pPr algn="l">
              <a:defRPr sz="900" b="1">
                <a:solidFill>
                  <a:srgbClr val="5C6F7D"/>
                </a:solidFill>
                <a:latin typeface="Arial"/>
                <a:ea typeface="Arial"/>
                <a:cs typeface="Arial"/>
              </a:defRPr>
            </a:pPr>
            <a:r>
              <a:rPr sz="900" b="1">
                <a:solidFill>
                  <a:srgbClr val="5C6F7D"/>
                </a:solidFill>
                <a:latin typeface="Arial"/>
                <a:ea typeface="Arial"/>
                <a:cs typeface="Arial"/>
              </a:rPr>
              <a:t>CARMEN STUDY GUIDE  /  VIBE 101</a:t>
            </a:r>
          </a:p>
        </p:txBody>
      </p:sp>
      <p:sp>
        <p:nvSpPr>
          <p:cNvPr id="5" name="">
            <a:extLst xmlns:a="http://schemas.openxmlformats.org/drawingml/2006/main">
              <a:ext uri="{FF2B5EF4-FFF2-40B4-BE49-F238E27FC236}">
                <a16:creationId xmlns:a16="http://schemas.microsoft.com/office/drawing/2014/main" id="{07FFE1BB-E4AF-4284-A09C-BFBE13ABA45D}"/>
              </a:ext>
            </a:extLst>
          </p:cNvPr>
          <p:cNvSpPr>
            <a:spLocks xmlns:a="http://schemas.openxmlformats.org/drawingml/2006/main" noGrp="1"/>
          </p:cNvSpPr>
          <p:nvPr/>
        </p:nvSpPr>
        <p:spPr>
          <a:xfrm xmlns:a="http://schemas.openxmlformats.org/drawingml/2006/main">
            <a:off x="11239500" y="6457950"/>
            <a:ext cx="3429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r">
              <a:defRPr sz="900" b="0">
                <a:solidFill>
                  <a:srgbClr val="5C6F7D"/>
                </a:solidFill>
                <a:latin typeface="Arial"/>
                <a:ea typeface="Arial"/>
                <a:cs typeface="Arial"/>
              </a:defRPr>
            </a:defPPr>
            <a:lvl1pPr algn="r">
              <a:defRPr sz="900" b="0">
                <a:solidFill>
                  <a:srgbClr val="5C6F7D"/>
                </a:solidFill>
                <a:latin typeface="Arial"/>
                <a:ea typeface="Arial"/>
                <a:cs typeface="Arial"/>
              </a:defRPr>
            </a:lvl1pPr>
            <a:lvl2pPr algn="r">
              <a:defRPr sz="900" b="0">
                <a:solidFill>
                  <a:srgbClr val="5C6F7D"/>
                </a:solidFill>
                <a:latin typeface="Arial"/>
                <a:ea typeface="Arial"/>
                <a:cs typeface="Arial"/>
              </a:defRPr>
            </a:lvl2pPr>
            <a:lvl3pPr algn="r">
              <a:defRPr sz="900" b="0">
                <a:solidFill>
                  <a:srgbClr val="5C6F7D"/>
                </a:solidFill>
                <a:latin typeface="Arial"/>
                <a:ea typeface="Arial"/>
                <a:cs typeface="Arial"/>
              </a:defRPr>
            </a:lvl3pPr>
            <a:lvl4pPr algn="r">
              <a:defRPr sz="900" b="0">
                <a:solidFill>
                  <a:srgbClr val="5C6F7D"/>
                </a:solidFill>
                <a:latin typeface="Arial"/>
                <a:ea typeface="Arial"/>
                <a:cs typeface="Arial"/>
              </a:defRPr>
            </a:lvl4pPr>
            <a:lvl5pPr algn="r">
              <a:defRPr sz="900" b="0">
                <a:solidFill>
                  <a:srgbClr val="5C6F7D"/>
                </a:solidFill>
                <a:latin typeface="Arial"/>
                <a:ea typeface="Arial"/>
                <a:cs typeface="Arial"/>
              </a:defRPr>
            </a:lvl5pPr>
            <a:lvl6pPr algn="r">
              <a:defRPr sz="900" b="0">
                <a:solidFill>
                  <a:srgbClr val="5C6F7D"/>
                </a:solidFill>
                <a:latin typeface="Arial"/>
                <a:ea typeface="Arial"/>
                <a:cs typeface="Arial"/>
              </a:defRPr>
            </a:lvl6pPr>
            <a:lvl7pPr algn="r">
              <a:defRPr sz="900" b="0">
                <a:solidFill>
                  <a:srgbClr val="5C6F7D"/>
                </a:solidFill>
                <a:latin typeface="Arial"/>
                <a:ea typeface="Arial"/>
                <a:cs typeface="Arial"/>
              </a:defRPr>
            </a:lvl7pPr>
            <a:lvl8pPr algn="r">
              <a:defRPr sz="900" b="0">
                <a:solidFill>
                  <a:srgbClr val="5C6F7D"/>
                </a:solidFill>
                <a:latin typeface="Arial"/>
                <a:ea typeface="Arial"/>
                <a:cs typeface="Arial"/>
              </a:defRPr>
            </a:lvl8pPr>
            <a:lvl9pPr algn="r">
              <a:defRPr sz="900" b="0">
                <a:solidFill>
                  <a:srgbClr val="5C6F7D"/>
                </a:solidFill>
                <a:latin typeface="Arial"/>
                <a:ea typeface="Arial"/>
                <a:cs typeface="Arial"/>
              </a:defRPr>
            </a:lvl9pPr>
          </a:lstStyle>
          <a:p xmlns:a="http://schemas.openxmlformats.org/drawingml/2006/main">
            <a:pPr algn="r">
              <a:defRPr sz="900" b="0">
                <a:solidFill>
                  <a:srgbClr val="5C6F7D"/>
                </a:solidFill>
                <a:latin typeface="Arial"/>
                <a:ea typeface="Arial"/>
                <a:cs typeface="Arial"/>
              </a:defRPr>
            </a:pPr>
            <a:r>
              <a:rPr sz="900" b="0">
                <a:solidFill>
                  <a:srgbClr val="5C6F7D"/>
                </a:solidFill>
                <a:latin typeface="Arial"/>
                <a:ea typeface="Arial"/>
                <a:cs typeface="Arial"/>
              </a:rPr>
              <a:t>02</a:t>
            </a:r>
          </a:p>
        </p:txBody>
      </p:sp>
      <p:pic>
        <p:nvPicPr>
          <p:cNvPr id="6" name="">
            <a:extLst xmlns:a="http://schemas.openxmlformats.org/drawingml/2006/main">
              <a:ext uri="{FF2B5EF4-FFF2-40B4-BE49-F238E27FC236}">
                <a16:creationId xmlns:a16="http://schemas.microsoft.com/office/drawing/2014/main" id="{865AF200-8B26-42E5-9ACA-B0ABC55424C3}"/>
              </a:ext>
            </a:extLst>
          </p:cNvPr>
          <p:cNvPicPr>
            <a:picLocks xmlns:a="http://schemas.openxmlformats.org/drawingml/2006/main" noChangeAspect="1"/>
          </p:cNvPicPr>
          <p:nvPr/>
        </p:nvPicPr>
        <p:blipFill>
          <a:blip xmlns:r="http://schemas.openxmlformats.org/officeDocument/2006/relationships" xmlns:a="http://schemas.openxmlformats.org/drawingml/2006/main" r:embed="Ra61a2fe786b24640"/>
          <a:srcRect xmlns:a="http://schemas.openxmlformats.org/drawingml/2006/main" l="21500" t="13000" r="24500" b="28000"/>
          <a:stretch xmlns:a="http://schemas.openxmlformats.org/drawingml/2006/main"/>
        </p:blipFill>
        <p:spPr>
          <a:xfrm xmlns:a="http://schemas.openxmlformats.org/drawingml/2006/main">
            <a:off x="609600" y="1733550"/>
            <a:ext cx="6762750" cy="3886200"/>
          </a:xfrm>
          <a:prstGeom xmlns:a="http://schemas.openxmlformats.org/drawingml/2006/main" prst="roundRect">
            <a:avLst>
              <a:gd name="adj" fmla="val 2941"/>
            </a:avLst>
          </a:prstGeom>
        </p:spPr>
      </p:pic>
      <p:sp>
        <p:nvSpPr>
          <p:cNvPr id="7" name="">
            <a:extLst xmlns:a="http://schemas.openxmlformats.org/drawingml/2006/main">
              <a:ext uri="{FF2B5EF4-FFF2-40B4-BE49-F238E27FC236}">
                <a16:creationId xmlns:a16="http://schemas.microsoft.com/office/drawing/2014/main" id="{AF651A2A-E538-4B10-AD8F-73CA97E88C99}"/>
              </a:ext>
            </a:extLst>
          </p:cNvPr>
          <p:cNvSpPr>
            <a:spLocks xmlns:a="http://schemas.openxmlformats.org/drawingml/2006/main" noGrp="1"/>
          </p:cNvSpPr>
          <p:nvPr/>
        </p:nvSpPr>
        <p:spPr>
          <a:xfrm xmlns:a="http://schemas.openxmlformats.org/drawingml/2006/main">
            <a:off x="609600" y="1733550"/>
            <a:ext cx="6762750" cy="3886200"/>
          </a:xfrm>
          <a:prstGeom xmlns:a="http://schemas.openxmlformats.org/drawingml/2006/main" prst="roundRect">
            <a:avLst>
              <a:gd name="adj" fmla="val 2941"/>
            </a:avLst>
          </a:prstGeom>
          <a:noFill xmlns:a="http://schemas.openxmlformats.org/drawingml/2006/main"/>
          <a:ln xmlns:a="http://schemas.openxmlformats.org/drawingml/2006/main" w="9525">
            <a:solidFill>
              <a:srgbClr val="D7E0E6"/>
            </a:solidFill>
            <a:prstDash val="solid"/>
          </a:ln>
        </p:spPr>
      </p:sp>
      <p:sp>
        <p:nvSpPr>
          <p:cNvPr id="8" name="">
            <a:extLst xmlns:a="http://schemas.openxmlformats.org/drawingml/2006/main">
              <a:ext uri="{FF2B5EF4-FFF2-40B4-BE49-F238E27FC236}">
                <a16:creationId xmlns:a16="http://schemas.microsoft.com/office/drawing/2014/main" id="{46C6B8B9-523F-4FAF-AA9E-789F3FA94F7C}"/>
              </a:ext>
            </a:extLst>
          </p:cNvPr>
          <p:cNvSpPr>
            <a:spLocks xmlns:a="http://schemas.openxmlformats.org/drawingml/2006/main" noGrp="1"/>
          </p:cNvSpPr>
          <p:nvPr/>
        </p:nvSpPr>
        <p:spPr>
          <a:xfrm xmlns:a="http://schemas.openxmlformats.org/drawingml/2006/main">
            <a:off x="7791450" y="1895475"/>
            <a:ext cx="3429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875" b="1">
                <a:solidFill>
                  <a:srgbClr val="0877B9"/>
                </a:solidFill>
                <a:latin typeface="Arial"/>
                <a:ea typeface="Arial"/>
                <a:cs typeface="Arial"/>
              </a:defRPr>
            </a:defPPr>
            <a:lvl1pPr algn="l">
              <a:defRPr sz="1875" b="1">
                <a:solidFill>
                  <a:srgbClr val="0877B9"/>
                </a:solidFill>
                <a:latin typeface="Arial"/>
                <a:ea typeface="Arial"/>
                <a:cs typeface="Arial"/>
              </a:defRPr>
            </a:lvl1pPr>
            <a:lvl2pPr algn="l">
              <a:defRPr sz="1875" b="1">
                <a:solidFill>
                  <a:srgbClr val="0877B9"/>
                </a:solidFill>
                <a:latin typeface="Arial"/>
                <a:ea typeface="Arial"/>
                <a:cs typeface="Arial"/>
              </a:defRPr>
            </a:lvl2pPr>
            <a:lvl3pPr algn="l">
              <a:defRPr sz="1875" b="1">
                <a:solidFill>
                  <a:srgbClr val="0877B9"/>
                </a:solidFill>
                <a:latin typeface="Arial"/>
                <a:ea typeface="Arial"/>
                <a:cs typeface="Arial"/>
              </a:defRPr>
            </a:lvl3pPr>
            <a:lvl4pPr algn="l">
              <a:defRPr sz="1875" b="1">
                <a:solidFill>
                  <a:srgbClr val="0877B9"/>
                </a:solidFill>
                <a:latin typeface="Arial"/>
                <a:ea typeface="Arial"/>
                <a:cs typeface="Arial"/>
              </a:defRPr>
            </a:lvl4pPr>
            <a:lvl5pPr algn="l">
              <a:defRPr sz="1875" b="1">
                <a:solidFill>
                  <a:srgbClr val="0877B9"/>
                </a:solidFill>
                <a:latin typeface="Arial"/>
                <a:ea typeface="Arial"/>
                <a:cs typeface="Arial"/>
              </a:defRPr>
            </a:lvl5pPr>
            <a:lvl6pPr algn="l">
              <a:defRPr sz="1875" b="1">
                <a:solidFill>
                  <a:srgbClr val="0877B9"/>
                </a:solidFill>
                <a:latin typeface="Arial"/>
                <a:ea typeface="Arial"/>
                <a:cs typeface="Arial"/>
              </a:defRPr>
            </a:lvl6pPr>
            <a:lvl7pPr algn="l">
              <a:defRPr sz="1875" b="1">
                <a:solidFill>
                  <a:srgbClr val="0877B9"/>
                </a:solidFill>
                <a:latin typeface="Arial"/>
                <a:ea typeface="Arial"/>
                <a:cs typeface="Arial"/>
              </a:defRPr>
            </a:lvl7pPr>
            <a:lvl8pPr algn="l">
              <a:defRPr sz="1875" b="1">
                <a:solidFill>
                  <a:srgbClr val="0877B9"/>
                </a:solidFill>
                <a:latin typeface="Arial"/>
                <a:ea typeface="Arial"/>
                <a:cs typeface="Arial"/>
              </a:defRPr>
            </a:lvl8pPr>
            <a:lvl9pPr algn="l">
              <a:defRPr sz="1875" b="1">
                <a:solidFill>
                  <a:srgbClr val="0877B9"/>
                </a:solidFill>
                <a:latin typeface="Arial"/>
                <a:ea typeface="Arial"/>
                <a:cs typeface="Arial"/>
              </a:defRPr>
            </a:lvl9pPr>
          </a:lstStyle>
          <a:p xmlns:a="http://schemas.openxmlformats.org/drawingml/2006/main">
            <a:pPr algn="l">
              <a:defRPr sz="1875" b="1">
                <a:solidFill>
                  <a:srgbClr val="0877B9"/>
                </a:solidFill>
                <a:latin typeface="Arial"/>
                <a:ea typeface="Arial"/>
                <a:cs typeface="Arial"/>
              </a:defRPr>
            </a:pPr>
            <a:r>
              <a:rPr sz="1875" b="1">
                <a:solidFill>
                  <a:srgbClr val="0877B9"/>
                </a:solidFill>
                <a:latin typeface="Arial"/>
                <a:ea typeface="Arial"/>
                <a:cs typeface="Arial"/>
              </a:rPr>
              <a:t>VIBE 101</a:t>
            </a:r>
          </a:p>
        </p:txBody>
      </p:sp>
      <p:sp>
        <p:nvSpPr>
          <p:cNvPr id="9" name="">
            <a:extLst xmlns:a="http://schemas.openxmlformats.org/drawingml/2006/main">
              <a:ext uri="{FF2B5EF4-FFF2-40B4-BE49-F238E27FC236}">
                <a16:creationId xmlns:a16="http://schemas.microsoft.com/office/drawing/2014/main" id="{1D341E5C-2EE6-483F-97BB-E1423111FBE4}"/>
              </a:ext>
            </a:extLst>
          </p:cNvPr>
          <p:cNvSpPr>
            <a:spLocks xmlns:a="http://schemas.openxmlformats.org/drawingml/2006/main" noGrp="1"/>
          </p:cNvSpPr>
          <p:nvPr/>
        </p:nvSpPr>
        <p:spPr>
          <a:xfrm xmlns:a="http://schemas.openxmlformats.org/drawingml/2006/main">
            <a:off x="7791450" y="2333625"/>
            <a:ext cx="3429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75" b="0">
                <a:solidFill>
                  <a:srgbClr val="203040"/>
                </a:solidFill>
                <a:latin typeface="Arial"/>
                <a:ea typeface="Arial"/>
                <a:cs typeface="Arial"/>
              </a:defRPr>
            </a:defPPr>
            <a:lvl1pPr algn="l">
              <a:defRPr sz="1575" b="0">
                <a:solidFill>
                  <a:srgbClr val="203040"/>
                </a:solidFill>
                <a:latin typeface="Arial"/>
                <a:ea typeface="Arial"/>
                <a:cs typeface="Arial"/>
              </a:defRPr>
            </a:lvl1pPr>
            <a:lvl2pPr algn="l">
              <a:defRPr sz="1575" b="0">
                <a:solidFill>
                  <a:srgbClr val="203040"/>
                </a:solidFill>
                <a:latin typeface="Arial"/>
                <a:ea typeface="Arial"/>
                <a:cs typeface="Arial"/>
              </a:defRPr>
            </a:lvl2pPr>
            <a:lvl3pPr algn="l">
              <a:defRPr sz="1575" b="0">
                <a:solidFill>
                  <a:srgbClr val="203040"/>
                </a:solidFill>
                <a:latin typeface="Arial"/>
                <a:ea typeface="Arial"/>
                <a:cs typeface="Arial"/>
              </a:defRPr>
            </a:lvl3pPr>
            <a:lvl4pPr algn="l">
              <a:defRPr sz="1575" b="0">
                <a:solidFill>
                  <a:srgbClr val="203040"/>
                </a:solidFill>
                <a:latin typeface="Arial"/>
                <a:ea typeface="Arial"/>
                <a:cs typeface="Arial"/>
              </a:defRPr>
            </a:lvl4pPr>
            <a:lvl5pPr algn="l">
              <a:defRPr sz="1575" b="0">
                <a:solidFill>
                  <a:srgbClr val="203040"/>
                </a:solidFill>
                <a:latin typeface="Arial"/>
                <a:ea typeface="Arial"/>
                <a:cs typeface="Arial"/>
              </a:defRPr>
            </a:lvl5pPr>
            <a:lvl6pPr algn="l">
              <a:defRPr sz="1575" b="0">
                <a:solidFill>
                  <a:srgbClr val="203040"/>
                </a:solidFill>
                <a:latin typeface="Arial"/>
                <a:ea typeface="Arial"/>
                <a:cs typeface="Arial"/>
              </a:defRPr>
            </a:lvl6pPr>
            <a:lvl7pPr algn="l">
              <a:defRPr sz="1575" b="0">
                <a:solidFill>
                  <a:srgbClr val="203040"/>
                </a:solidFill>
                <a:latin typeface="Arial"/>
                <a:ea typeface="Arial"/>
                <a:cs typeface="Arial"/>
              </a:defRPr>
            </a:lvl7pPr>
            <a:lvl8pPr algn="l">
              <a:defRPr sz="1575" b="0">
                <a:solidFill>
                  <a:srgbClr val="203040"/>
                </a:solidFill>
                <a:latin typeface="Arial"/>
                <a:ea typeface="Arial"/>
                <a:cs typeface="Arial"/>
              </a:defRPr>
            </a:lvl8pPr>
            <a:lvl9pPr algn="l">
              <a:defRPr sz="1575" b="0">
                <a:solidFill>
                  <a:srgbClr val="203040"/>
                </a:solidFill>
                <a:latin typeface="Arial"/>
                <a:ea typeface="Arial"/>
                <a:cs typeface="Arial"/>
              </a:defRPr>
            </a:lvl9pPr>
          </a:lstStyle>
          <a:p xmlns:a="http://schemas.openxmlformats.org/drawingml/2006/main">
            <a:pPr algn="l">
              <a:defRPr sz="1575" b="0">
                <a:solidFill>
                  <a:srgbClr val="203040"/>
                </a:solidFill>
                <a:latin typeface="Arial"/>
                <a:ea typeface="Arial"/>
                <a:cs typeface="Arial"/>
              </a:defRPr>
            </a:pPr>
            <a:r>
              <a:rPr sz="1575" b="0">
                <a:solidFill>
                  <a:srgbClr val="203040"/>
                </a:solidFill>
                <a:latin typeface="Arial"/>
                <a:ea typeface="Arial"/>
                <a:cs typeface="Arial"/>
              </a:rPr>
              <a:t>Six chapters, organized around the work students need to do with AI-generated code.</a:t>
            </a:r>
          </a:p>
        </p:txBody>
      </p:sp>
      <p:sp>
        <p:nvSpPr>
          <p:cNvPr id="10" name="">
            <a:extLst xmlns:a="http://schemas.openxmlformats.org/drawingml/2006/main">
              <a:ext uri="{FF2B5EF4-FFF2-40B4-BE49-F238E27FC236}">
                <a16:creationId xmlns:a16="http://schemas.microsoft.com/office/drawing/2014/main" id="{E4CAA46D-B40C-4516-8CEA-B997FEC852F5}"/>
              </a:ext>
            </a:extLst>
          </p:cNvPr>
          <p:cNvSpPr>
            <a:spLocks xmlns:a="http://schemas.openxmlformats.org/drawingml/2006/main" noGrp="1"/>
          </p:cNvSpPr>
          <p:nvPr/>
        </p:nvSpPr>
        <p:spPr>
          <a:xfrm xmlns:a="http://schemas.openxmlformats.org/drawingml/2006/main">
            <a:off x="7791450" y="3209925"/>
            <a:ext cx="57150" cy="228600"/>
          </a:xfrm>
          <a:prstGeom xmlns:a="http://schemas.openxmlformats.org/drawingml/2006/main" prst="rect">
            <a:avLst/>
          </a:prstGeom>
          <a:solidFill xmlns:a="http://schemas.openxmlformats.org/drawingml/2006/main">
            <a:srgbClr val="C8102E"/>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DB61DA7A-019B-45D4-B102-AFA315AB8364}"/>
              </a:ext>
            </a:extLst>
          </p:cNvPr>
          <p:cNvSpPr>
            <a:spLocks xmlns:a="http://schemas.openxmlformats.org/drawingml/2006/main" noGrp="1"/>
          </p:cNvSpPr>
          <p:nvPr/>
        </p:nvSpPr>
        <p:spPr>
          <a:xfrm xmlns:a="http://schemas.openxmlformats.org/drawingml/2006/main">
            <a:off x="8001000" y="3209925"/>
            <a:ext cx="328612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75" b="0">
                <a:solidFill>
                  <a:srgbClr val="203040"/>
                </a:solidFill>
                <a:latin typeface="Arial"/>
                <a:ea typeface="Arial"/>
                <a:cs typeface="Arial"/>
              </a:defRPr>
            </a:defPPr>
            <a:lvl1pPr algn="l">
              <a:defRPr sz="1275" b="0">
                <a:solidFill>
                  <a:srgbClr val="203040"/>
                </a:solidFill>
                <a:latin typeface="Arial"/>
                <a:ea typeface="Arial"/>
                <a:cs typeface="Arial"/>
              </a:defRPr>
            </a:lvl1pPr>
            <a:lvl2pPr algn="l">
              <a:defRPr sz="1275" b="0">
                <a:solidFill>
                  <a:srgbClr val="203040"/>
                </a:solidFill>
                <a:latin typeface="Arial"/>
                <a:ea typeface="Arial"/>
                <a:cs typeface="Arial"/>
              </a:defRPr>
            </a:lvl2pPr>
            <a:lvl3pPr algn="l">
              <a:defRPr sz="1275" b="0">
                <a:solidFill>
                  <a:srgbClr val="203040"/>
                </a:solidFill>
                <a:latin typeface="Arial"/>
                <a:ea typeface="Arial"/>
                <a:cs typeface="Arial"/>
              </a:defRPr>
            </a:lvl3pPr>
            <a:lvl4pPr algn="l">
              <a:defRPr sz="1275" b="0">
                <a:solidFill>
                  <a:srgbClr val="203040"/>
                </a:solidFill>
                <a:latin typeface="Arial"/>
                <a:ea typeface="Arial"/>
                <a:cs typeface="Arial"/>
              </a:defRPr>
            </a:lvl4pPr>
            <a:lvl5pPr algn="l">
              <a:defRPr sz="1275" b="0">
                <a:solidFill>
                  <a:srgbClr val="203040"/>
                </a:solidFill>
                <a:latin typeface="Arial"/>
                <a:ea typeface="Arial"/>
                <a:cs typeface="Arial"/>
              </a:defRPr>
            </a:lvl5pPr>
            <a:lvl6pPr algn="l">
              <a:defRPr sz="1275" b="0">
                <a:solidFill>
                  <a:srgbClr val="203040"/>
                </a:solidFill>
                <a:latin typeface="Arial"/>
                <a:ea typeface="Arial"/>
                <a:cs typeface="Arial"/>
              </a:defRPr>
            </a:lvl6pPr>
            <a:lvl7pPr algn="l">
              <a:defRPr sz="1275" b="0">
                <a:solidFill>
                  <a:srgbClr val="203040"/>
                </a:solidFill>
                <a:latin typeface="Arial"/>
                <a:ea typeface="Arial"/>
                <a:cs typeface="Arial"/>
              </a:defRPr>
            </a:lvl7pPr>
            <a:lvl8pPr algn="l">
              <a:defRPr sz="1275" b="0">
                <a:solidFill>
                  <a:srgbClr val="203040"/>
                </a:solidFill>
                <a:latin typeface="Arial"/>
                <a:ea typeface="Arial"/>
                <a:cs typeface="Arial"/>
              </a:defRPr>
            </a:lvl8pPr>
            <a:lvl9pPr algn="l">
              <a:defRPr sz="1275" b="0">
                <a:solidFill>
                  <a:srgbClr val="203040"/>
                </a:solidFill>
                <a:latin typeface="Arial"/>
                <a:ea typeface="Arial"/>
                <a:cs typeface="Arial"/>
              </a:defRPr>
            </a:lvl9pPr>
          </a:lstStyle>
          <a:p xmlns:a="http://schemas.openxmlformats.org/drawingml/2006/main">
            <a:pPr algn="l">
              <a:defRPr sz="1275" b="0">
                <a:solidFill>
                  <a:srgbClr val="203040"/>
                </a:solidFill>
                <a:latin typeface="Arial"/>
                <a:ea typeface="Arial"/>
                <a:cs typeface="Arial"/>
              </a:defRPr>
            </a:pPr>
            <a:r>
              <a:rPr sz="1275" b="0">
                <a:solidFill>
                  <a:srgbClr val="203040"/>
                </a:solidFill>
                <a:latin typeface="Arial"/>
                <a:ea typeface="Arial"/>
                <a:cs typeface="Arial"/>
              </a:rPr>
              <a:t>Understand vibe coding</a:t>
            </a:r>
          </a:p>
        </p:txBody>
      </p:sp>
      <p:sp>
        <p:nvSpPr>
          <p:cNvPr id="12" name="">
            <a:extLst xmlns:a="http://schemas.openxmlformats.org/drawingml/2006/main">
              <a:ext uri="{FF2B5EF4-FFF2-40B4-BE49-F238E27FC236}">
                <a16:creationId xmlns:a16="http://schemas.microsoft.com/office/drawing/2014/main" id="{FAA278D3-DE65-4BDC-BA35-0FEF69CDB6E1}"/>
              </a:ext>
            </a:extLst>
          </p:cNvPr>
          <p:cNvSpPr>
            <a:spLocks xmlns:a="http://schemas.openxmlformats.org/drawingml/2006/main" noGrp="1"/>
          </p:cNvSpPr>
          <p:nvPr/>
        </p:nvSpPr>
        <p:spPr>
          <a:xfrm xmlns:a="http://schemas.openxmlformats.org/drawingml/2006/main">
            <a:off x="7791450" y="3581400"/>
            <a:ext cx="57150" cy="228600"/>
          </a:xfrm>
          <a:prstGeom xmlns:a="http://schemas.openxmlformats.org/drawingml/2006/main" prst="rect">
            <a:avLst/>
          </a:prstGeom>
          <a:solidFill xmlns:a="http://schemas.openxmlformats.org/drawingml/2006/main">
            <a:srgbClr val="0877B9"/>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9ABCA607-210D-436E-9BE5-754B3C1D685B}"/>
              </a:ext>
            </a:extLst>
          </p:cNvPr>
          <p:cNvSpPr>
            <a:spLocks xmlns:a="http://schemas.openxmlformats.org/drawingml/2006/main" noGrp="1"/>
          </p:cNvSpPr>
          <p:nvPr/>
        </p:nvSpPr>
        <p:spPr>
          <a:xfrm xmlns:a="http://schemas.openxmlformats.org/drawingml/2006/main">
            <a:off x="8001000" y="3581400"/>
            <a:ext cx="328612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75" b="0">
                <a:solidFill>
                  <a:srgbClr val="203040"/>
                </a:solidFill>
                <a:latin typeface="Arial"/>
                <a:ea typeface="Arial"/>
                <a:cs typeface="Arial"/>
              </a:defRPr>
            </a:defPPr>
            <a:lvl1pPr algn="l">
              <a:defRPr sz="1275" b="0">
                <a:solidFill>
                  <a:srgbClr val="203040"/>
                </a:solidFill>
                <a:latin typeface="Arial"/>
                <a:ea typeface="Arial"/>
                <a:cs typeface="Arial"/>
              </a:defRPr>
            </a:lvl1pPr>
            <a:lvl2pPr algn="l">
              <a:defRPr sz="1275" b="0">
                <a:solidFill>
                  <a:srgbClr val="203040"/>
                </a:solidFill>
                <a:latin typeface="Arial"/>
                <a:ea typeface="Arial"/>
                <a:cs typeface="Arial"/>
              </a:defRPr>
            </a:lvl2pPr>
            <a:lvl3pPr algn="l">
              <a:defRPr sz="1275" b="0">
                <a:solidFill>
                  <a:srgbClr val="203040"/>
                </a:solidFill>
                <a:latin typeface="Arial"/>
                <a:ea typeface="Arial"/>
                <a:cs typeface="Arial"/>
              </a:defRPr>
            </a:lvl3pPr>
            <a:lvl4pPr algn="l">
              <a:defRPr sz="1275" b="0">
                <a:solidFill>
                  <a:srgbClr val="203040"/>
                </a:solidFill>
                <a:latin typeface="Arial"/>
                <a:ea typeface="Arial"/>
                <a:cs typeface="Arial"/>
              </a:defRPr>
            </a:lvl4pPr>
            <a:lvl5pPr algn="l">
              <a:defRPr sz="1275" b="0">
                <a:solidFill>
                  <a:srgbClr val="203040"/>
                </a:solidFill>
                <a:latin typeface="Arial"/>
                <a:ea typeface="Arial"/>
                <a:cs typeface="Arial"/>
              </a:defRPr>
            </a:lvl5pPr>
            <a:lvl6pPr algn="l">
              <a:defRPr sz="1275" b="0">
                <a:solidFill>
                  <a:srgbClr val="203040"/>
                </a:solidFill>
                <a:latin typeface="Arial"/>
                <a:ea typeface="Arial"/>
                <a:cs typeface="Arial"/>
              </a:defRPr>
            </a:lvl6pPr>
            <a:lvl7pPr algn="l">
              <a:defRPr sz="1275" b="0">
                <a:solidFill>
                  <a:srgbClr val="203040"/>
                </a:solidFill>
                <a:latin typeface="Arial"/>
                <a:ea typeface="Arial"/>
                <a:cs typeface="Arial"/>
              </a:defRPr>
            </a:lvl7pPr>
            <a:lvl8pPr algn="l">
              <a:defRPr sz="1275" b="0">
                <a:solidFill>
                  <a:srgbClr val="203040"/>
                </a:solidFill>
                <a:latin typeface="Arial"/>
                <a:ea typeface="Arial"/>
                <a:cs typeface="Arial"/>
              </a:defRPr>
            </a:lvl8pPr>
            <a:lvl9pPr algn="l">
              <a:defRPr sz="1275" b="0">
                <a:solidFill>
                  <a:srgbClr val="203040"/>
                </a:solidFill>
                <a:latin typeface="Arial"/>
                <a:ea typeface="Arial"/>
                <a:cs typeface="Arial"/>
              </a:defRPr>
            </a:lvl9pPr>
          </a:lstStyle>
          <a:p xmlns:a="http://schemas.openxmlformats.org/drawingml/2006/main">
            <a:pPr algn="l">
              <a:defRPr sz="1275" b="0">
                <a:solidFill>
                  <a:srgbClr val="203040"/>
                </a:solidFill>
                <a:latin typeface="Arial"/>
                <a:ea typeface="Arial"/>
                <a:cs typeface="Arial"/>
              </a:defRPr>
            </a:pPr>
            <a:r>
              <a:rPr sz="1275" b="0">
                <a:solidFill>
                  <a:srgbClr val="203040"/>
                </a:solidFill>
                <a:latin typeface="Arial"/>
                <a:ea typeface="Arial"/>
                <a:cs typeface="Arial"/>
              </a:rPr>
              <a:t>Specify the task clearly</a:t>
            </a:r>
          </a:p>
        </p:txBody>
      </p:sp>
      <p:sp>
        <p:nvSpPr>
          <p:cNvPr id="14" name="">
            <a:extLst xmlns:a="http://schemas.openxmlformats.org/drawingml/2006/main">
              <a:ext uri="{FF2B5EF4-FFF2-40B4-BE49-F238E27FC236}">
                <a16:creationId xmlns:a16="http://schemas.microsoft.com/office/drawing/2014/main" id="{FFC78E9D-A315-43C3-AFA9-CAA1B5C972BA}"/>
              </a:ext>
            </a:extLst>
          </p:cNvPr>
          <p:cNvSpPr>
            <a:spLocks xmlns:a="http://schemas.openxmlformats.org/drawingml/2006/main" noGrp="1"/>
          </p:cNvSpPr>
          <p:nvPr/>
        </p:nvSpPr>
        <p:spPr>
          <a:xfrm xmlns:a="http://schemas.openxmlformats.org/drawingml/2006/main">
            <a:off x="7791450" y="3952875"/>
            <a:ext cx="57150" cy="228600"/>
          </a:xfrm>
          <a:prstGeom xmlns:a="http://schemas.openxmlformats.org/drawingml/2006/main" prst="rect">
            <a:avLst/>
          </a:prstGeom>
          <a:solidFill xmlns:a="http://schemas.openxmlformats.org/drawingml/2006/main">
            <a:srgbClr val="0877B9"/>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1C236878-3C92-4736-BAD9-8AC4D36A3B22}"/>
              </a:ext>
            </a:extLst>
          </p:cNvPr>
          <p:cNvSpPr>
            <a:spLocks xmlns:a="http://schemas.openxmlformats.org/drawingml/2006/main" noGrp="1"/>
          </p:cNvSpPr>
          <p:nvPr/>
        </p:nvSpPr>
        <p:spPr>
          <a:xfrm xmlns:a="http://schemas.openxmlformats.org/drawingml/2006/main">
            <a:off x="8001000" y="3952875"/>
            <a:ext cx="328612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75" b="0">
                <a:solidFill>
                  <a:srgbClr val="203040"/>
                </a:solidFill>
                <a:latin typeface="Arial"/>
                <a:ea typeface="Arial"/>
                <a:cs typeface="Arial"/>
              </a:defRPr>
            </a:defPPr>
            <a:lvl1pPr algn="l">
              <a:defRPr sz="1275" b="0">
                <a:solidFill>
                  <a:srgbClr val="203040"/>
                </a:solidFill>
                <a:latin typeface="Arial"/>
                <a:ea typeface="Arial"/>
                <a:cs typeface="Arial"/>
              </a:defRPr>
            </a:lvl1pPr>
            <a:lvl2pPr algn="l">
              <a:defRPr sz="1275" b="0">
                <a:solidFill>
                  <a:srgbClr val="203040"/>
                </a:solidFill>
                <a:latin typeface="Arial"/>
                <a:ea typeface="Arial"/>
                <a:cs typeface="Arial"/>
              </a:defRPr>
            </a:lvl2pPr>
            <a:lvl3pPr algn="l">
              <a:defRPr sz="1275" b="0">
                <a:solidFill>
                  <a:srgbClr val="203040"/>
                </a:solidFill>
                <a:latin typeface="Arial"/>
                <a:ea typeface="Arial"/>
                <a:cs typeface="Arial"/>
              </a:defRPr>
            </a:lvl3pPr>
            <a:lvl4pPr algn="l">
              <a:defRPr sz="1275" b="0">
                <a:solidFill>
                  <a:srgbClr val="203040"/>
                </a:solidFill>
                <a:latin typeface="Arial"/>
                <a:ea typeface="Arial"/>
                <a:cs typeface="Arial"/>
              </a:defRPr>
            </a:lvl4pPr>
            <a:lvl5pPr algn="l">
              <a:defRPr sz="1275" b="0">
                <a:solidFill>
                  <a:srgbClr val="203040"/>
                </a:solidFill>
                <a:latin typeface="Arial"/>
                <a:ea typeface="Arial"/>
                <a:cs typeface="Arial"/>
              </a:defRPr>
            </a:lvl5pPr>
            <a:lvl6pPr algn="l">
              <a:defRPr sz="1275" b="0">
                <a:solidFill>
                  <a:srgbClr val="203040"/>
                </a:solidFill>
                <a:latin typeface="Arial"/>
                <a:ea typeface="Arial"/>
                <a:cs typeface="Arial"/>
              </a:defRPr>
            </a:lvl6pPr>
            <a:lvl7pPr algn="l">
              <a:defRPr sz="1275" b="0">
                <a:solidFill>
                  <a:srgbClr val="203040"/>
                </a:solidFill>
                <a:latin typeface="Arial"/>
                <a:ea typeface="Arial"/>
                <a:cs typeface="Arial"/>
              </a:defRPr>
            </a:lvl7pPr>
            <a:lvl8pPr algn="l">
              <a:defRPr sz="1275" b="0">
                <a:solidFill>
                  <a:srgbClr val="203040"/>
                </a:solidFill>
                <a:latin typeface="Arial"/>
                <a:ea typeface="Arial"/>
                <a:cs typeface="Arial"/>
              </a:defRPr>
            </a:lvl8pPr>
            <a:lvl9pPr algn="l">
              <a:defRPr sz="1275" b="0">
                <a:solidFill>
                  <a:srgbClr val="203040"/>
                </a:solidFill>
                <a:latin typeface="Arial"/>
                <a:ea typeface="Arial"/>
                <a:cs typeface="Arial"/>
              </a:defRPr>
            </a:lvl9pPr>
          </a:lstStyle>
          <a:p xmlns:a="http://schemas.openxmlformats.org/drawingml/2006/main">
            <a:pPr algn="l">
              <a:defRPr sz="1275" b="0">
                <a:solidFill>
                  <a:srgbClr val="203040"/>
                </a:solidFill>
                <a:latin typeface="Arial"/>
                <a:ea typeface="Arial"/>
                <a:cs typeface="Arial"/>
              </a:defRPr>
            </a:pPr>
            <a:r>
              <a:rPr sz="1275" b="0">
                <a:solidFill>
                  <a:srgbClr val="203040"/>
                </a:solidFill>
                <a:latin typeface="Arial"/>
                <a:ea typeface="Arial"/>
                <a:cs typeface="Arial"/>
              </a:rPr>
              <a:t>Read code you did not write</a:t>
            </a:r>
          </a:p>
        </p:txBody>
      </p:sp>
      <p:sp>
        <p:nvSpPr>
          <p:cNvPr id="16" name="">
            <a:extLst xmlns:a="http://schemas.openxmlformats.org/drawingml/2006/main">
              <a:ext uri="{FF2B5EF4-FFF2-40B4-BE49-F238E27FC236}">
                <a16:creationId xmlns:a16="http://schemas.microsoft.com/office/drawing/2014/main" id="{CFFED266-0684-4CC7-9E9A-D201E4A8482D}"/>
              </a:ext>
            </a:extLst>
          </p:cNvPr>
          <p:cNvSpPr>
            <a:spLocks xmlns:a="http://schemas.openxmlformats.org/drawingml/2006/main" noGrp="1"/>
          </p:cNvSpPr>
          <p:nvPr/>
        </p:nvSpPr>
        <p:spPr>
          <a:xfrm xmlns:a="http://schemas.openxmlformats.org/drawingml/2006/main">
            <a:off x="7791450" y="4324350"/>
            <a:ext cx="57150" cy="228600"/>
          </a:xfrm>
          <a:prstGeom xmlns:a="http://schemas.openxmlformats.org/drawingml/2006/main" prst="rect">
            <a:avLst/>
          </a:prstGeom>
          <a:solidFill xmlns:a="http://schemas.openxmlformats.org/drawingml/2006/main">
            <a:srgbClr val="0877B9"/>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0866C86B-8FF7-433E-9143-3400A2DF1FC0}"/>
              </a:ext>
            </a:extLst>
          </p:cNvPr>
          <p:cNvSpPr>
            <a:spLocks xmlns:a="http://schemas.openxmlformats.org/drawingml/2006/main" noGrp="1"/>
          </p:cNvSpPr>
          <p:nvPr/>
        </p:nvSpPr>
        <p:spPr>
          <a:xfrm xmlns:a="http://schemas.openxmlformats.org/drawingml/2006/main">
            <a:off x="8001000" y="4324350"/>
            <a:ext cx="328612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75" b="0">
                <a:solidFill>
                  <a:srgbClr val="203040"/>
                </a:solidFill>
                <a:latin typeface="Arial"/>
                <a:ea typeface="Arial"/>
                <a:cs typeface="Arial"/>
              </a:defRPr>
            </a:defPPr>
            <a:lvl1pPr algn="l">
              <a:defRPr sz="1275" b="0">
                <a:solidFill>
                  <a:srgbClr val="203040"/>
                </a:solidFill>
                <a:latin typeface="Arial"/>
                <a:ea typeface="Arial"/>
                <a:cs typeface="Arial"/>
              </a:defRPr>
            </a:lvl1pPr>
            <a:lvl2pPr algn="l">
              <a:defRPr sz="1275" b="0">
                <a:solidFill>
                  <a:srgbClr val="203040"/>
                </a:solidFill>
                <a:latin typeface="Arial"/>
                <a:ea typeface="Arial"/>
                <a:cs typeface="Arial"/>
              </a:defRPr>
            </a:lvl2pPr>
            <a:lvl3pPr algn="l">
              <a:defRPr sz="1275" b="0">
                <a:solidFill>
                  <a:srgbClr val="203040"/>
                </a:solidFill>
                <a:latin typeface="Arial"/>
                <a:ea typeface="Arial"/>
                <a:cs typeface="Arial"/>
              </a:defRPr>
            </a:lvl3pPr>
            <a:lvl4pPr algn="l">
              <a:defRPr sz="1275" b="0">
                <a:solidFill>
                  <a:srgbClr val="203040"/>
                </a:solidFill>
                <a:latin typeface="Arial"/>
                <a:ea typeface="Arial"/>
                <a:cs typeface="Arial"/>
              </a:defRPr>
            </a:lvl4pPr>
            <a:lvl5pPr algn="l">
              <a:defRPr sz="1275" b="0">
                <a:solidFill>
                  <a:srgbClr val="203040"/>
                </a:solidFill>
                <a:latin typeface="Arial"/>
                <a:ea typeface="Arial"/>
                <a:cs typeface="Arial"/>
              </a:defRPr>
            </a:lvl5pPr>
            <a:lvl6pPr algn="l">
              <a:defRPr sz="1275" b="0">
                <a:solidFill>
                  <a:srgbClr val="203040"/>
                </a:solidFill>
                <a:latin typeface="Arial"/>
                <a:ea typeface="Arial"/>
                <a:cs typeface="Arial"/>
              </a:defRPr>
            </a:lvl6pPr>
            <a:lvl7pPr algn="l">
              <a:defRPr sz="1275" b="0">
                <a:solidFill>
                  <a:srgbClr val="203040"/>
                </a:solidFill>
                <a:latin typeface="Arial"/>
                <a:ea typeface="Arial"/>
                <a:cs typeface="Arial"/>
              </a:defRPr>
            </a:lvl7pPr>
            <a:lvl8pPr algn="l">
              <a:defRPr sz="1275" b="0">
                <a:solidFill>
                  <a:srgbClr val="203040"/>
                </a:solidFill>
                <a:latin typeface="Arial"/>
                <a:ea typeface="Arial"/>
                <a:cs typeface="Arial"/>
              </a:defRPr>
            </a:lvl8pPr>
            <a:lvl9pPr algn="l">
              <a:defRPr sz="1275" b="0">
                <a:solidFill>
                  <a:srgbClr val="203040"/>
                </a:solidFill>
                <a:latin typeface="Arial"/>
                <a:ea typeface="Arial"/>
                <a:cs typeface="Arial"/>
              </a:defRPr>
            </a:lvl9pPr>
          </a:lstStyle>
          <a:p xmlns:a="http://schemas.openxmlformats.org/drawingml/2006/main">
            <a:pPr algn="l">
              <a:defRPr sz="1275" b="0">
                <a:solidFill>
                  <a:srgbClr val="203040"/>
                </a:solidFill>
                <a:latin typeface="Arial"/>
                <a:ea typeface="Arial"/>
                <a:cs typeface="Arial"/>
              </a:defRPr>
            </a:pPr>
            <a:r>
              <a:rPr sz="1275" b="0">
                <a:solidFill>
                  <a:srgbClr val="203040"/>
                </a:solidFill>
                <a:latin typeface="Arial"/>
                <a:ea typeface="Arial"/>
                <a:cs typeface="Arial"/>
              </a:rPr>
              <a:t>Test before trusting</a:t>
            </a:r>
          </a:p>
        </p:txBody>
      </p:sp>
      <p:sp>
        <p:nvSpPr>
          <p:cNvPr id="18" name="">
            <a:extLst xmlns:a="http://schemas.openxmlformats.org/drawingml/2006/main">
              <a:ext uri="{FF2B5EF4-FFF2-40B4-BE49-F238E27FC236}">
                <a16:creationId xmlns:a16="http://schemas.microsoft.com/office/drawing/2014/main" id="{8E899F9F-A8AA-49FD-8E48-699B297D7FCE}"/>
              </a:ext>
            </a:extLst>
          </p:cNvPr>
          <p:cNvSpPr>
            <a:spLocks xmlns:a="http://schemas.openxmlformats.org/drawingml/2006/main" noGrp="1"/>
          </p:cNvSpPr>
          <p:nvPr/>
        </p:nvSpPr>
        <p:spPr>
          <a:xfrm xmlns:a="http://schemas.openxmlformats.org/drawingml/2006/main">
            <a:off x="7791450" y="4695825"/>
            <a:ext cx="57150" cy="228600"/>
          </a:xfrm>
          <a:prstGeom xmlns:a="http://schemas.openxmlformats.org/drawingml/2006/main" prst="rect">
            <a:avLst/>
          </a:prstGeom>
          <a:solidFill xmlns:a="http://schemas.openxmlformats.org/drawingml/2006/main">
            <a:srgbClr val="0877B9"/>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1CBF99B8-46D4-4E9B-A6F1-C14ACEE14AD2}"/>
              </a:ext>
            </a:extLst>
          </p:cNvPr>
          <p:cNvSpPr>
            <a:spLocks xmlns:a="http://schemas.openxmlformats.org/drawingml/2006/main" noGrp="1"/>
          </p:cNvSpPr>
          <p:nvPr/>
        </p:nvSpPr>
        <p:spPr>
          <a:xfrm xmlns:a="http://schemas.openxmlformats.org/drawingml/2006/main">
            <a:off x="8001000" y="4695825"/>
            <a:ext cx="328612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75" b="0">
                <a:solidFill>
                  <a:srgbClr val="203040"/>
                </a:solidFill>
                <a:latin typeface="Arial"/>
                <a:ea typeface="Arial"/>
                <a:cs typeface="Arial"/>
              </a:defRPr>
            </a:defPPr>
            <a:lvl1pPr algn="l">
              <a:defRPr sz="1275" b="0">
                <a:solidFill>
                  <a:srgbClr val="203040"/>
                </a:solidFill>
                <a:latin typeface="Arial"/>
                <a:ea typeface="Arial"/>
                <a:cs typeface="Arial"/>
              </a:defRPr>
            </a:lvl1pPr>
            <a:lvl2pPr algn="l">
              <a:defRPr sz="1275" b="0">
                <a:solidFill>
                  <a:srgbClr val="203040"/>
                </a:solidFill>
                <a:latin typeface="Arial"/>
                <a:ea typeface="Arial"/>
                <a:cs typeface="Arial"/>
              </a:defRPr>
            </a:lvl2pPr>
            <a:lvl3pPr algn="l">
              <a:defRPr sz="1275" b="0">
                <a:solidFill>
                  <a:srgbClr val="203040"/>
                </a:solidFill>
                <a:latin typeface="Arial"/>
                <a:ea typeface="Arial"/>
                <a:cs typeface="Arial"/>
              </a:defRPr>
            </a:lvl3pPr>
            <a:lvl4pPr algn="l">
              <a:defRPr sz="1275" b="0">
                <a:solidFill>
                  <a:srgbClr val="203040"/>
                </a:solidFill>
                <a:latin typeface="Arial"/>
                <a:ea typeface="Arial"/>
                <a:cs typeface="Arial"/>
              </a:defRPr>
            </a:lvl4pPr>
            <a:lvl5pPr algn="l">
              <a:defRPr sz="1275" b="0">
                <a:solidFill>
                  <a:srgbClr val="203040"/>
                </a:solidFill>
                <a:latin typeface="Arial"/>
                <a:ea typeface="Arial"/>
                <a:cs typeface="Arial"/>
              </a:defRPr>
            </a:lvl5pPr>
            <a:lvl6pPr algn="l">
              <a:defRPr sz="1275" b="0">
                <a:solidFill>
                  <a:srgbClr val="203040"/>
                </a:solidFill>
                <a:latin typeface="Arial"/>
                <a:ea typeface="Arial"/>
                <a:cs typeface="Arial"/>
              </a:defRPr>
            </a:lvl6pPr>
            <a:lvl7pPr algn="l">
              <a:defRPr sz="1275" b="0">
                <a:solidFill>
                  <a:srgbClr val="203040"/>
                </a:solidFill>
                <a:latin typeface="Arial"/>
                <a:ea typeface="Arial"/>
                <a:cs typeface="Arial"/>
              </a:defRPr>
            </a:lvl7pPr>
            <a:lvl8pPr algn="l">
              <a:defRPr sz="1275" b="0">
                <a:solidFill>
                  <a:srgbClr val="203040"/>
                </a:solidFill>
                <a:latin typeface="Arial"/>
                <a:ea typeface="Arial"/>
                <a:cs typeface="Arial"/>
              </a:defRPr>
            </a:lvl8pPr>
            <a:lvl9pPr algn="l">
              <a:defRPr sz="1275" b="0">
                <a:solidFill>
                  <a:srgbClr val="203040"/>
                </a:solidFill>
                <a:latin typeface="Arial"/>
                <a:ea typeface="Arial"/>
                <a:cs typeface="Arial"/>
              </a:defRPr>
            </a:lvl9pPr>
          </a:lstStyle>
          <a:p xmlns:a="http://schemas.openxmlformats.org/drawingml/2006/main">
            <a:pPr algn="l">
              <a:defRPr sz="1275" b="0">
                <a:solidFill>
                  <a:srgbClr val="203040"/>
                </a:solidFill>
                <a:latin typeface="Arial"/>
                <a:ea typeface="Arial"/>
                <a:cs typeface="Arial"/>
              </a:defRPr>
            </a:pPr>
            <a:r>
              <a:rPr sz="1275" b="0">
                <a:solidFill>
                  <a:srgbClr val="203040"/>
                </a:solidFill>
                <a:latin typeface="Arial"/>
                <a:ea typeface="Arial"/>
                <a:cs typeface="Arial"/>
              </a:rPr>
              <a:t>Check security and privacy</a:t>
            </a:r>
          </a:p>
        </p:txBody>
      </p:sp>
      <p:sp>
        <p:nvSpPr>
          <p:cNvPr id="20" name="">
            <a:extLst xmlns:a="http://schemas.openxmlformats.org/drawingml/2006/main">
              <a:ext uri="{FF2B5EF4-FFF2-40B4-BE49-F238E27FC236}">
                <a16:creationId xmlns:a16="http://schemas.microsoft.com/office/drawing/2014/main" id="{CCC571EB-B73B-4E83-819C-9F259AC149B5}"/>
              </a:ext>
            </a:extLst>
          </p:cNvPr>
          <p:cNvSpPr>
            <a:spLocks xmlns:a="http://schemas.openxmlformats.org/drawingml/2006/main" noGrp="1"/>
          </p:cNvSpPr>
          <p:nvPr/>
        </p:nvSpPr>
        <p:spPr>
          <a:xfrm xmlns:a="http://schemas.openxmlformats.org/drawingml/2006/main">
            <a:off x="7791450" y="5067300"/>
            <a:ext cx="57150" cy="228600"/>
          </a:xfrm>
          <a:prstGeom xmlns:a="http://schemas.openxmlformats.org/drawingml/2006/main" prst="rect">
            <a:avLst/>
          </a:prstGeom>
          <a:solidFill xmlns:a="http://schemas.openxmlformats.org/drawingml/2006/main">
            <a:srgbClr val="0877B9"/>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4B700DC3-6579-496C-87AC-6EB5D4F24871}"/>
              </a:ext>
            </a:extLst>
          </p:cNvPr>
          <p:cNvSpPr>
            <a:spLocks xmlns:a="http://schemas.openxmlformats.org/drawingml/2006/main" noGrp="1"/>
          </p:cNvSpPr>
          <p:nvPr/>
        </p:nvSpPr>
        <p:spPr>
          <a:xfrm xmlns:a="http://schemas.openxmlformats.org/drawingml/2006/main">
            <a:off x="8001000" y="5067300"/>
            <a:ext cx="328612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75" b="0">
                <a:solidFill>
                  <a:srgbClr val="203040"/>
                </a:solidFill>
                <a:latin typeface="Arial"/>
                <a:ea typeface="Arial"/>
                <a:cs typeface="Arial"/>
              </a:defRPr>
            </a:defPPr>
            <a:lvl1pPr algn="l">
              <a:defRPr sz="1275" b="0">
                <a:solidFill>
                  <a:srgbClr val="203040"/>
                </a:solidFill>
                <a:latin typeface="Arial"/>
                <a:ea typeface="Arial"/>
                <a:cs typeface="Arial"/>
              </a:defRPr>
            </a:lvl1pPr>
            <a:lvl2pPr algn="l">
              <a:defRPr sz="1275" b="0">
                <a:solidFill>
                  <a:srgbClr val="203040"/>
                </a:solidFill>
                <a:latin typeface="Arial"/>
                <a:ea typeface="Arial"/>
                <a:cs typeface="Arial"/>
              </a:defRPr>
            </a:lvl2pPr>
            <a:lvl3pPr algn="l">
              <a:defRPr sz="1275" b="0">
                <a:solidFill>
                  <a:srgbClr val="203040"/>
                </a:solidFill>
                <a:latin typeface="Arial"/>
                <a:ea typeface="Arial"/>
                <a:cs typeface="Arial"/>
              </a:defRPr>
            </a:lvl3pPr>
            <a:lvl4pPr algn="l">
              <a:defRPr sz="1275" b="0">
                <a:solidFill>
                  <a:srgbClr val="203040"/>
                </a:solidFill>
                <a:latin typeface="Arial"/>
                <a:ea typeface="Arial"/>
                <a:cs typeface="Arial"/>
              </a:defRPr>
            </a:lvl4pPr>
            <a:lvl5pPr algn="l">
              <a:defRPr sz="1275" b="0">
                <a:solidFill>
                  <a:srgbClr val="203040"/>
                </a:solidFill>
                <a:latin typeface="Arial"/>
                <a:ea typeface="Arial"/>
                <a:cs typeface="Arial"/>
              </a:defRPr>
            </a:lvl5pPr>
            <a:lvl6pPr algn="l">
              <a:defRPr sz="1275" b="0">
                <a:solidFill>
                  <a:srgbClr val="203040"/>
                </a:solidFill>
                <a:latin typeface="Arial"/>
                <a:ea typeface="Arial"/>
                <a:cs typeface="Arial"/>
              </a:defRPr>
            </a:lvl6pPr>
            <a:lvl7pPr algn="l">
              <a:defRPr sz="1275" b="0">
                <a:solidFill>
                  <a:srgbClr val="203040"/>
                </a:solidFill>
                <a:latin typeface="Arial"/>
                <a:ea typeface="Arial"/>
                <a:cs typeface="Arial"/>
              </a:defRPr>
            </a:lvl7pPr>
            <a:lvl8pPr algn="l">
              <a:defRPr sz="1275" b="0">
                <a:solidFill>
                  <a:srgbClr val="203040"/>
                </a:solidFill>
                <a:latin typeface="Arial"/>
                <a:ea typeface="Arial"/>
                <a:cs typeface="Arial"/>
              </a:defRPr>
            </a:lvl8pPr>
            <a:lvl9pPr algn="l">
              <a:defRPr sz="1275" b="0">
                <a:solidFill>
                  <a:srgbClr val="203040"/>
                </a:solidFill>
                <a:latin typeface="Arial"/>
                <a:ea typeface="Arial"/>
                <a:cs typeface="Arial"/>
              </a:defRPr>
            </a:lvl9pPr>
          </a:lstStyle>
          <a:p xmlns:a="http://schemas.openxmlformats.org/drawingml/2006/main">
            <a:pPr algn="l">
              <a:defRPr sz="1275" b="0">
                <a:solidFill>
                  <a:srgbClr val="203040"/>
                </a:solidFill>
                <a:latin typeface="Arial"/>
                <a:ea typeface="Arial"/>
                <a:cs typeface="Arial"/>
              </a:defRPr>
            </a:pPr>
            <a:r>
              <a:rPr sz="1275" b="0">
                <a:solidFill>
                  <a:srgbClr val="203040"/>
                </a:solidFill>
                <a:latin typeface="Arial"/>
                <a:ea typeface="Arial"/>
                <a:cs typeface="Arial"/>
              </a:rPr>
              <a:t>Use agents and tools responsibly</a:t>
            </a:r>
          </a:p>
        </p:txBody>
      </p:sp>
      <p:sp>
        <p:nvSpPr>
          <p:cNvPr id="22" name="">
            <a:extLst xmlns:a="http://schemas.openxmlformats.org/drawingml/2006/main">
              <a:ext uri="{FF2B5EF4-FFF2-40B4-BE49-F238E27FC236}">
                <a16:creationId xmlns:a16="http://schemas.microsoft.com/office/drawing/2014/main" id="{82F5120F-EE3F-4A42-80F1-4DE42EFDFE65}"/>
              </a:ext>
            </a:extLst>
          </p:cNvPr>
          <p:cNvSpPr>
            <a:spLocks xmlns:a="http://schemas.openxmlformats.org/drawingml/2006/main" noGrp="1"/>
          </p:cNvSpPr>
          <p:nvPr/>
        </p:nvSpPr>
        <p:spPr>
          <a:xfrm xmlns:a="http://schemas.openxmlformats.org/drawingml/2006/main">
            <a:off x="7791450" y="5514975"/>
            <a:ext cx="3429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5C6F7D"/>
                </a:solidFill>
                <a:latin typeface="Arial"/>
                <a:ea typeface="Arial"/>
                <a:cs typeface="Arial"/>
              </a:defRPr>
            </a:defPPr>
            <a:lvl1pPr algn="l">
              <a:defRPr sz="1200" b="0">
                <a:solidFill>
                  <a:srgbClr val="5C6F7D"/>
                </a:solidFill>
                <a:latin typeface="Arial"/>
                <a:ea typeface="Arial"/>
                <a:cs typeface="Arial"/>
              </a:defRPr>
            </a:lvl1pPr>
            <a:lvl2pPr algn="l">
              <a:defRPr sz="1200" b="0">
                <a:solidFill>
                  <a:srgbClr val="5C6F7D"/>
                </a:solidFill>
                <a:latin typeface="Arial"/>
                <a:ea typeface="Arial"/>
                <a:cs typeface="Arial"/>
              </a:defRPr>
            </a:lvl2pPr>
            <a:lvl3pPr algn="l">
              <a:defRPr sz="1200" b="0">
                <a:solidFill>
                  <a:srgbClr val="5C6F7D"/>
                </a:solidFill>
                <a:latin typeface="Arial"/>
                <a:ea typeface="Arial"/>
                <a:cs typeface="Arial"/>
              </a:defRPr>
            </a:lvl3pPr>
            <a:lvl4pPr algn="l">
              <a:defRPr sz="1200" b="0">
                <a:solidFill>
                  <a:srgbClr val="5C6F7D"/>
                </a:solidFill>
                <a:latin typeface="Arial"/>
                <a:ea typeface="Arial"/>
                <a:cs typeface="Arial"/>
              </a:defRPr>
            </a:lvl4pPr>
            <a:lvl5pPr algn="l">
              <a:defRPr sz="1200" b="0">
                <a:solidFill>
                  <a:srgbClr val="5C6F7D"/>
                </a:solidFill>
                <a:latin typeface="Arial"/>
                <a:ea typeface="Arial"/>
                <a:cs typeface="Arial"/>
              </a:defRPr>
            </a:lvl5pPr>
            <a:lvl6pPr algn="l">
              <a:defRPr sz="1200" b="0">
                <a:solidFill>
                  <a:srgbClr val="5C6F7D"/>
                </a:solidFill>
                <a:latin typeface="Arial"/>
                <a:ea typeface="Arial"/>
                <a:cs typeface="Arial"/>
              </a:defRPr>
            </a:lvl6pPr>
            <a:lvl7pPr algn="l">
              <a:defRPr sz="1200" b="0">
                <a:solidFill>
                  <a:srgbClr val="5C6F7D"/>
                </a:solidFill>
                <a:latin typeface="Arial"/>
                <a:ea typeface="Arial"/>
                <a:cs typeface="Arial"/>
              </a:defRPr>
            </a:lvl7pPr>
            <a:lvl8pPr algn="l">
              <a:defRPr sz="1200" b="0">
                <a:solidFill>
                  <a:srgbClr val="5C6F7D"/>
                </a:solidFill>
                <a:latin typeface="Arial"/>
                <a:ea typeface="Arial"/>
                <a:cs typeface="Arial"/>
              </a:defRPr>
            </a:lvl8pPr>
            <a:lvl9pPr algn="l">
              <a:defRPr sz="1200" b="0">
                <a:solidFill>
                  <a:srgbClr val="5C6F7D"/>
                </a:solidFill>
                <a:latin typeface="Arial"/>
                <a:ea typeface="Arial"/>
                <a:cs typeface="Arial"/>
              </a:defRPr>
            </a:lvl9pPr>
          </a:lstStyle>
          <a:p xmlns:a="http://schemas.openxmlformats.org/drawingml/2006/main">
            <a:pPr algn="l">
              <a:defRPr sz="1200" b="0">
                <a:solidFill>
                  <a:srgbClr val="5C6F7D"/>
                </a:solidFill>
                <a:latin typeface="Arial"/>
                <a:ea typeface="Arial"/>
                <a:cs typeface="Arial"/>
              </a:defRPr>
            </a:pPr>
            <a:r>
              <a:rPr sz="1200" b="0">
                <a:solidFill>
                  <a:srgbClr val="5C6F7D"/>
                </a:solidFill>
                <a:latin typeface="Arial"/>
                <a:ea typeface="Arial"/>
                <a:cs typeface="Arial"/>
              </a:rPr>
              <a:t>The course home links each topic to reading, assignments, and completed quizzes.</a:t>
            </a:r>
          </a:p>
        </p:txBody>
      </p:sp>
    </p:spTree>
    <p:extLst>
      <p:ext uri="{BB962C8B-B14F-4D97-AF65-F5344CB8AC3E}">
        <p14:creationId xmlns:p14="http://schemas.microsoft.com/office/powerpoint/2010/main" val="471191300"/>
      </p:ext>
    </p:extLst>
  </p:cSld>
</p:sld>
</file>

<file path=ppt/slides/slide3.xml><?xml version="1.0" encoding="utf-8"?>
<p:sld xmlns:p="http://schemas.openxmlformats.org/presentationml/2006/main">
  <p:cSld>
    <p:bg>
      <p:bgPr>
        <a:solidFill xmlns:a="http://schemas.openxmlformats.org/drawingml/2006/main">
          <a:srgbClr val="183044"/>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7989D176-CC80-44C8-B527-5A546C080B38}"/>
              </a:ext>
            </a:extLst>
          </p:cNvPr>
          <p:cNvSpPr>
            <a:spLocks xmlns:a="http://schemas.openxmlformats.org/drawingml/2006/main" noGrp="1"/>
          </p:cNvSpPr>
          <p:nvPr/>
        </p:nvSpPr>
        <p:spPr>
          <a:xfrm xmlns:a="http://schemas.openxmlformats.org/drawingml/2006/main">
            <a:off x="609600" y="314325"/>
            <a:ext cx="3619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50" b="1">
                <a:solidFill>
                  <a:srgbClr val="AFC7D7"/>
                </a:solidFill>
                <a:latin typeface="Arial"/>
                <a:ea typeface="Arial"/>
                <a:cs typeface="Arial"/>
              </a:defRPr>
            </a:defPPr>
            <a:lvl1pPr algn="l">
              <a:defRPr sz="1050" b="1">
                <a:solidFill>
                  <a:srgbClr val="AFC7D7"/>
                </a:solidFill>
                <a:latin typeface="Arial"/>
                <a:ea typeface="Arial"/>
                <a:cs typeface="Arial"/>
              </a:defRPr>
            </a:lvl1pPr>
            <a:lvl2pPr algn="l">
              <a:defRPr sz="1050" b="1">
                <a:solidFill>
                  <a:srgbClr val="AFC7D7"/>
                </a:solidFill>
                <a:latin typeface="Arial"/>
                <a:ea typeface="Arial"/>
                <a:cs typeface="Arial"/>
              </a:defRPr>
            </a:lvl2pPr>
            <a:lvl3pPr algn="l">
              <a:defRPr sz="1050" b="1">
                <a:solidFill>
                  <a:srgbClr val="AFC7D7"/>
                </a:solidFill>
                <a:latin typeface="Arial"/>
                <a:ea typeface="Arial"/>
                <a:cs typeface="Arial"/>
              </a:defRPr>
            </a:lvl3pPr>
            <a:lvl4pPr algn="l">
              <a:defRPr sz="1050" b="1">
                <a:solidFill>
                  <a:srgbClr val="AFC7D7"/>
                </a:solidFill>
                <a:latin typeface="Arial"/>
                <a:ea typeface="Arial"/>
                <a:cs typeface="Arial"/>
              </a:defRPr>
            </a:lvl4pPr>
            <a:lvl5pPr algn="l">
              <a:defRPr sz="1050" b="1">
                <a:solidFill>
                  <a:srgbClr val="AFC7D7"/>
                </a:solidFill>
                <a:latin typeface="Arial"/>
                <a:ea typeface="Arial"/>
                <a:cs typeface="Arial"/>
              </a:defRPr>
            </a:lvl5pPr>
            <a:lvl6pPr algn="l">
              <a:defRPr sz="1050" b="1">
                <a:solidFill>
                  <a:srgbClr val="AFC7D7"/>
                </a:solidFill>
                <a:latin typeface="Arial"/>
                <a:ea typeface="Arial"/>
                <a:cs typeface="Arial"/>
              </a:defRPr>
            </a:lvl6pPr>
            <a:lvl7pPr algn="l">
              <a:defRPr sz="1050" b="1">
                <a:solidFill>
                  <a:srgbClr val="AFC7D7"/>
                </a:solidFill>
                <a:latin typeface="Arial"/>
                <a:ea typeface="Arial"/>
                <a:cs typeface="Arial"/>
              </a:defRPr>
            </a:lvl7pPr>
            <a:lvl8pPr algn="l">
              <a:defRPr sz="1050" b="1">
                <a:solidFill>
                  <a:srgbClr val="AFC7D7"/>
                </a:solidFill>
                <a:latin typeface="Arial"/>
                <a:ea typeface="Arial"/>
                <a:cs typeface="Arial"/>
              </a:defRPr>
            </a:lvl8pPr>
            <a:lvl9pPr algn="l">
              <a:defRPr sz="1050" b="1">
                <a:solidFill>
                  <a:srgbClr val="AFC7D7"/>
                </a:solidFill>
                <a:latin typeface="Arial"/>
                <a:ea typeface="Arial"/>
                <a:cs typeface="Arial"/>
              </a:defRPr>
            </a:lvl9pPr>
          </a:lstStyle>
          <a:p xmlns:a="http://schemas.openxmlformats.org/drawingml/2006/main">
            <a:pPr algn="l">
              <a:defRPr sz="1050" b="1">
                <a:solidFill>
                  <a:srgbClr val="AFC7D7"/>
                </a:solidFill>
                <a:latin typeface="Arial"/>
                <a:ea typeface="Arial"/>
                <a:cs typeface="Arial"/>
              </a:defRPr>
            </a:pPr>
            <a:r>
              <a:rPr sz="1050" b="1">
                <a:solidFill>
                  <a:srgbClr val="AFC7D7"/>
                </a:solidFill>
                <a:latin typeface="Arial"/>
                <a:ea typeface="Arial"/>
                <a:cs typeface="Arial"/>
              </a:rPr>
              <a:t>HOW IT WORKS</a:t>
            </a:r>
          </a:p>
        </p:txBody>
      </p:sp>
      <p:sp>
        <p:nvSpPr>
          <p:cNvPr id="2" name="">
            <a:extLst xmlns:a="http://schemas.openxmlformats.org/drawingml/2006/main">
              <a:ext uri="{FF2B5EF4-FFF2-40B4-BE49-F238E27FC236}">
                <a16:creationId xmlns:a16="http://schemas.microsoft.com/office/drawing/2014/main" id="{01F64285-C82C-41A2-AF3E-D473793B05FE}"/>
              </a:ext>
            </a:extLst>
          </p:cNvPr>
          <p:cNvSpPr>
            <a:spLocks xmlns:a="http://schemas.openxmlformats.org/drawingml/2006/main" noGrp="1"/>
          </p:cNvSpPr>
          <p:nvPr/>
        </p:nvSpPr>
        <p:spPr>
          <a:xfrm xmlns:a="http://schemas.openxmlformats.org/drawingml/2006/main">
            <a:off x="609600" y="647700"/>
            <a:ext cx="108966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2850" b="1">
                <a:solidFill>
                  <a:srgbClr val="FFFFFF"/>
                </a:solidFill>
                <a:latin typeface="Arial"/>
                <a:ea typeface="Arial"/>
                <a:cs typeface="Arial"/>
              </a:defRPr>
            </a:defPPr>
            <a:lvl1pPr algn="l">
              <a:defRPr sz="2850" b="1">
                <a:solidFill>
                  <a:srgbClr val="FFFFFF"/>
                </a:solidFill>
                <a:latin typeface="Arial"/>
                <a:ea typeface="Arial"/>
                <a:cs typeface="Arial"/>
              </a:defRPr>
            </a:lvl1pPr>
            <a:lvl2pPr algn="l">
              <a:defRPr sz="2850" b="1">
                <a:solidFill>
                  <a:srgbClr val="FFFFFF"/>
                </a:solidFill>
                <a:latin typeface="Arial"/>
                <a:ea typeface="Arial"/>
                <a:cs typeface="Arial"/>
              </a:defRPr>
            </a:lvl2pPr>
            <a:lvl3pPr algn="l">
              <a:defRPr sz="2850" b="1">
                <a:solidFill>
                  <a:srgbClr val="FFFFFF"/>
                </a:solidFill>
                <a:latin typeface="Arial"/>
                <a:ea typeface="Arial"/>
                <a:cs typeface="Arial"/>
              </a:defRPr>
            </a:lvl3pPr>
            <a:lvl4pPr algn="l">
              <a:defRPr sz="2850" b="1">
                <a:solidFill>
                  <a:srgbClr val="FFFFFF"/>
                </a:solidFill>
                <a:latin typeface="Arial"/>
                <a:ea typeface="Arial"/>
                <a:cs typeface="Arial"/>
              </a:defRPr>
            </a:lvl4pPr>
            <a:lvl5pPr algn="l">
              <a:defRPr sz="2850" b="1">
                <a:solidFill>
                  <a:srgbClr val="FFFFFF"/>
                </a:solidFill>
                <a:latin typeface="Arial"/>
                <a:ea typeface="Arial"/>
                <a:cs typeface="Arial"/>
              </a:defRPr>
            </a:lvl5pPr>
            <a:lvl6pPr algn="l">
              <a:defRPr sz="2850" b="1">
                <a:solidFill>
                  <a:srgbClr val="FFFFFF"/>
                </a:solidFill>
                <a:latin typeface="Arial"/>
                <a:ea typeface="Arial"/>
                <a:cs typeface="Arial"/>
              </a:defRPr>
            </a:lvl6pPr>
            <a:lvl7pPr algn="l">
              <a:defRPr sz="2850" b="1">
                <a:solidFill>
                  <a:srgbClr val="FFFFFF"/>
                </a:solidFill>
                <a:latin typeface="Arial"/>
                <a:ea typeface="Arial"/>
                <a:cs typeface="Arial"/>
              </a:defRPr>
            </a:lvl7pPr>
            <a:lvl8pPr algn="l">
              <a:defRPr sz="2850" b="1">
                <a:solidFill>
                  <a:srgbClr val="FFFFFF"/>
                </a:solidFill>
                <a:latin typeface="Arial"/>
                <a:ea typeface="Arial"/>
                <a:cs typeface="Arial"/>
              </a:defRPr>
            </a:lvl8pPr>
            <a:lvl9pPr algn="l">
              <a:defRPr sz="2850" b="1">
                <a:solidFill>
                  <a:srgbClr val="FFFFFF"/>
                </a:solidFill>
                <a:latin typeface="Arial"/>
                <a:ea typeface="Arial"/>
                <a:cs typeface="Arial"/>
              </a:defRPr>
            </a:lvl9pPr>
          </a:lstStyle>
          <a:p xmlns:a="http://schemas.openxmlformats.org/drawingml/2006/main">
            <a:pPr algn="l">
              <a:defRPr sz="2850" b="1">
                <a:solidFill>
                  <a:srgbClr val="FFFFFF"/>
                </a:solidFill>
                <a:latin typeface="Arial"/>
                <a:ea typeface="Arial"/>
                <a:cs typeface="Arial"/>
              </a:defRPr>
            </a:pPr>
            <a:r>
              <a:rPr sz="2850" b="1">
                <a:solidFill>
                  <a:srgbClr val="FFFFFF"/>
                </a:solidFill>
                <a:latin typeface="Arial"/>
                <a:ea typeface="Arial"/>
                <a:cs typeface="Arial"/>
              </a:rPr>
              <a:t>Students can inspect a mistake, not just a score</a:t>
            </a:r>
          </a:p>
        </p:txBody>
      </p:sp>
      <p:sp>
        <p:nvSpPr>
          <p:cNvPr id="3" name="">
            <a:extLst xmlns:a="http://schemas.openxmlformats.org/drawingml/2006/main">
              <a:ext uri="{FF2B5EF4-FFF2-40B4-BE49-F238E27FC236}">
                <a16:creationId xmlns:a16="http://schemas.microsoft.com/office/drawing/2014/main" id="{98416365-62EC-42E4-96EE-5132B2E2F9F9}"/>
              </a:ext>
            </a:extLst>
          </p:cNvPr>
          <p:cNvSpPr>
            <a:spLocks xmlns:a="http://schemas.openxmlformats.org/drawingml/2006/main" noGrp="1"/>
          </p:cNvSpPr>
          <p:nvPr/>
        </p:nvSpPr>
        <p:spPr>
          <a:xfrm xmlns:a="http://schemas.openxmlformats.org/drawingml/2006/main">
            <a:off x="609600" y="1438275"/>
            <a:ext cx="10972800" cy="19050"/>
          </a:xfrm>
          <a:prstGeom xmlns:a="http://schemas.openxmlformats.org/drawingml/2006/main" prst="rect">
            <a:avLst/>
          </a:prstGeom>
          <a:solidFill xmlns:a="http://schemas.openxmlformats.org/drawingml/2006/main">
            <a:srgbClr val="426073"/>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56A491E-29A2-4203-851F-AA79A6A38E11}"/>
              </a:ext>
            </a:extLst>
          </p:cNvPr>
          <p:cNvSpPr>
            <a:spLocks xmlns:a="http://schemas.openxmlformats.org/drawingml/2006/main" noGrp="1"/>
          </p:cNvSpPr>
          <p:nvPr/>
        </p:nvSpPr>
        <p:spPr>
          <a:xfrm xmlns:a="http://schemas.openxmlformats.org/drawingml/2006/main">
            <a:off x="609600" y="6477000"/>
            <a:ext cx="5905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900" b="1">
                <a:solidFill>
                  <a:srgbClr val="AFC7D7"/>
                </a:solidFill>
                <a:latin typeface="Arial"/>
                <a:ea typeface="Arial"/>
                <a:cs typeface="Arial"/>
              </a:defRPr>
            </a:defPPr>
            <a:lvl1pPr algn="l">
              <a:defRPr sz="900" b="1">
                <a:solidFill>
                  <a:srgbClr val="AFC7D7"/>
                </a:solidFill>
                <a:latin typeface="Arial"/>
                <a:ea typeface="Arial"/>
                <a:cs typeface="Arial"/>
              </a:defRPr>
            </a:lvl1pPr>
            <a:lvl2pPr algn="l">
              <a:defRPr sz="900" b="1">
                <a:solidFill>
                  <a:srgbClr val="AFC7D7"/>
                </a:solidFill>
                <a:latin typeface="Arial"/>
                <a:ea typeface="Arial"/>
                <a:cs typeface="Arial"/>
              </a:defRPr>
            </a:lvl2pPr>
            <a:lvl3pPr algn="l">
              <a:defRPr sz="900" b="1">
                <a:solidFill>
                  <a:srgbClr val="AFC7D7"/>
                </a:solidFill>
                <a:latin typeface="Arial"/>
                <a:ea typeface="Arial"/>
                <a:cs typeface="Arial"/>
              </a:defRPr>
            </a:lvl3pPr>
            <a:lvl4pPr algn="l">
              <a:defRPr sz="900" b="1">
                <a:solidFill>
                  <a:srgbClr val="AFC7D7"/>
                </a:solidFill>
                <a:latin typeface="Arial"/>
                <a:ea typeface="Arial"/>
                <a:cs typeface="Arial"/>
              </a:defRPr>
            </a:lvl4pPr>
            <a:lvl5pPr algn="l">
              <a:defRPr sz="900" b="1">
                <a:solidFill>
                  <a:srgbClr val="AFC7D7"/>
                </a:solidFill>
                <a:latin typeface="Arial"/>
                <a:ea typeface="Arial"/>
                <a:cs typeface="Arial"/>
              </a:defRPr>
            </a:lvl5pPr>
            <a:lvl6pPr algn="l">
              <a:defRPr sz="900" b="1">
                <a:solidFill>
                  <a:srgbClr val="AFC7D7"/>
                </a:solidFill>
                <a:latin typeface="Arial"/>
                <a:ea typeface="Arial"/>
                <a:cs typeface="Arial"/>
              </a:defRPr>
            </a:lvl6pPr>
            <a:lvl7pPr algn="l">
              <a:defRPr sz="900" b="1">
                <a:solidFill>
                  <a:srgbClr val="AFC7D7"/>
                </a:solidFill>
                <a:latin typeface="Arial"/>
                <a:ea typeface="Arial"/>
                <a:cs typeface="Arial"/>
              </a:defRPr>
            </a:lvl7pPr>
            <a:lvl8pPr algn="l">
              <a:defRPr sz="900" b="1">
                <a:solidFill>
                  <a:srgbClr val="AFC7D7"/>
                </a:solidFill>
                <a:latin typeface="Arial"/>
                <a:ea typeface="Arial"/>
                <a:cs typeface="Arial"/>
              </a:defRPr>
            </a:lvl8pPr>
            <a:lvl9pPr algn="l">
              <a:defRPr sz="900" b="1">
                <a:solidFill>
                  <a:srgbClr val="AFC7D7"/>
                </a:solidFill>
                <a:latin typeface="Arial"/>
                <a:ea typeface="Arial"/>
                <a:cs typeface="Arial"/>
              </a:defRPr>
            </a:lvl9pPr>
          </a:lstStyle>
          <a:p xmlns:a="http://schemas.openxmlformats.org/drawingml/2006/main">
            <a:pPr algn="l">
              <a:defRPr sz="900" b="1">
                <a:solidFill>
                  <a:srgbClr val="AFC7D7"/>
                </a:solidFill>
                <a:latin typeface="Arial"/>
                <a:ea typeface="Arial"/>
                <a:cs typeface="Arial"/>
              </a:defRPr>
            </a:pPr>
            <a:r>
              <a:rPr sz="900" b="1">
                <a:solidFill>
                  <a:srgbClr val="AFC7D7"/>
                </a:solidFill>
                <a:latin typeface="Arial"/>
                <a:ea typeface="Arial"/>
                <a:cs typeface="Arial"/>
              </a:rPr>
              <a:t>CARMEN STUDY GUIDE  /  VIBE 101</a:t>
            </a:r>
          </a:p>
        </p:txBody>
      </p:sp>
      <p:sp>
        <p:nvSpPr>
          <p:cNvPr id="5" name="">
            <a:extLst xmlns:a="http://schemas.openxmlformats.org/drawingml/2006/main">
              <a:ext uri="{FF2B5EF4-FFF2-40B4-BE49-F238E27FC236}">
                <a16:creationId xmlns:a16="http://schemas.microsoft.com/office/drawing/2014/main" id="{7E85D27E-1B1E-4649-BDB7-4D87A41990E7}"/>
              </a:ext>
            </a:extLst>
          </p:cNvPr>
          <p:cNvSpPr>
            <a:spLocks xmlns:a="http://schemas.openxmlformats.org/drawingml/2006/main" noGrp="1"/>
          </p:cNvSpPr>
          <p:nvPr/>
        </p:nvSpPr>
        <p:spPr>
          <a:xfrm xmlns:a="http://schemas.openxmlformats.org/drawingml/2006/main">
            <a:off x="11239500" y="6457950"/>
            <a:ext cx="3429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r">
              <a:defRPr sz="900" b="0">
                <a:solidFill>
                  <a:srgbClr val="AFC7D7"/>
                </a:solidFill>
                <a:latin typeface="Arial"/>
                <a:ea typeface="Arial"/>
                <a:cs typeface="Arial"/>
              </a:defRPr>
            </a:defPPr>
            <a:lvl1pPr algn="r">
              <a:defRPr sz="900" b="0">
                <a:solidFill>
                  <a:srgbClr val="AFC7D7"/>
                </a:solidFill>
                <a:latin typeface="Arial"/>
                <a:ea typeface="Arial"/>
                <a:cs typeface="Arial"/>
              </a:defRPr>
            </a:lvl1pPr>
            <a:lvl2pPr algn="r">
              <a:defRPr sz="900" b="0">
                <a:solidFill>
                  <a:srgbClr val="AFC7D7"/>
                </a:solidFill>
                <a:latin typeface="Arial"/>
                <a:ea typeface="Arial"/>
                <a:cs typeface="Arial"/>
              </a:defRPr>
            </a:lvl2pPr>
            <a:lvl3pPr algn="r">
              <a:defRPr sz="900" b="0">
                <a:solidFill>
                  <a:srgbClr val="AFC7D7"/>
                </a:solidFill>
                <a:latin typeface="Arial"/>
                <a:ea typeface="Arial"/>
                <a:cs typeface="Arial"/>
              </a:defRPr>
            </a:lvl3pPr>
            <a:lvl4pPr algn="r">
              <a:defRPr sz="900" b="0">
                <a:solidFill>
                  <a:srgbClr val="AFC7D7"/>
                </a:solidFill>
                <a:latin typeface="Arial"/>
                <a:ea typeface="Arial"/>
                <a:cs typeface="Arial"/>
              </a:defRPr>
            </a:lvl4pPr>
            <a:lvl5pPr algn="r">
              <a:defRPr sz="900" b="0">
                <a:solidFill>
                  <a:srgbClr val="AFC7D7"/>
                </a:solidFill>
                <a:latin typeface="Arial"/>
                <a:ea typeface="Arial"/>
                <a:cs typeface="Arial"/>
              </a:defRPr>
            </a:lvl5pPr>
            <a:lvl6pPr algn="r">
              <a:defRPr sz="900" b="0">
                <a:solidFill>
                  <a:srgbClr val="AFC7D7"/>
                </a:solidFill>
                <a:latin typeface="Arial"/>
                <a:ea typeface="Arial"/>
                <a:cs typeface="Arial"/>
              </a:defRPr>
            </a:lvl6pPr>
            <a:lvl7pPr algn="r">
              <a:defRPr sz="900" b="0">
                <a:solidFill>
                  <a:srgbClr val="AFC7D7"/>
                </a:solidFill>
                <a:latin typeface="Arial"/>
                <a:ea typeface="Arial"/>
                <a:cs typeface="Arial"/>
              </a:defRPr>
            </a:lvl7pPr>
            <a:lvl8pPr algn="r">
              <a:defRPr sz="900" b="0">
                <a:solidFill>
                  <a:srgbClr val="AFC7D7"/>
                </a:solidFill>
                <a:latin typeface="Arial"/>
                <a:ea typeface="Arial"/>
                <a:cs typeface="Arial"/>
              </a:defRPr>
            </a:lvl8pPr>
            <a:lvl9pPr algn="r">
              <a:defRPr sz="900" b="0">
                <a:solidFill>
                  <a:srgbClr val="AFC7D7"/>
                </a:solidFill>
                <a:latin typeface="Arial"/>
                <a:ea typeface="Arial"/>
                <a:cs typeface="Arial"/>
              </a:defRPr>
            </a:lvl9pPr>
          </a:lstStyle>
          <a:p xmlns:a="http://schemas.openxmlformats.org/drawingml/2006/main">
            <a:pPr algn="r">
              <a:defRPr sz="900" b="0">
                <a:solidFill>
                  <a:srgbClr val="AFC7D7"/>
                </a:solidFill>
                <a:latin typeface="Arial"/>
                <a:ea typeface="Arial"/>
                <a:cs typeface="Arial"/>
              </a:defRPr>
            </a:pPr>
            <a:r>
              <a:rPr sz="900" b="0">
                <a:solidFill>
                  <a:srgbClr val="AFC7D7"/>
                </a:solidFill>
                <a:latin typeface="Arial"/>
                <a:ea typeface="Arial"/>
                <a:cs typeface="Arial"/>
              </a:rPr>
              <a:t>03</a:t>
            </a:r>
          </a:p>
        </p:txBody>
      </p:sp>
      <p:sp>
        <p:nvSpPr>
          <p:cNvPr id="6" name="">
            <a:extLst xmlns:a="http://schemas.openxmlformats.org/drawingml/2006/main">
              <a:ext uri="{FF2B5EF4-FFF2-40B4-BE49-F238E27FC236}">
                <a16:creationId xmlns:a16="http://schemas.microsoft.com/office/drawing/2014/main" id="{9E1CF630-DF0A-40EC-A379-CE48191D0480}"/>
              </a:ext>
            </a:extLst>
          </p:cNvPr>
          <p:cNvSpPr>
            <a:spLocks xmlns:a="http://schemas.openxmlformats.org/drawingml/2006/main" noGrp="1"/>
          </p:cNvSpPr>
          <p:nvPr/>
        </p:nvSpPr>
        <p:spPr>
          <a:xfrm xmlns:a="http://schemas.openxmlformats.org/drawingml/2006/main">
            <a:off x="609600" y="1685925"/>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50" b="1">
                <a:solidFill>
                  <a:srgbClr val="BBD0DD"/>
                </a:solidFill>
                <a:latin typeface="Arial"/>
                <a:ea typeface="Arial"/>
                <a:cs typeface="Arial"/>
              </a:defRPr>
            </a:defPPr>
            <a:lvl1pPr algn="l">
              <a:defRPr sz="1050" b="1">
                <a:solidFill>
                  <a:srgbClr val="BBD0DD"/>
                </a:solidFill>
                <a:latin typeface="Arial"/>
                <a:ea typeface="Arial"/>
                <a:cs typeface="Arial"/>
              </a:defRPr>
            </a:lvl1pPr>
            <a:lvl2pPr algn="l">
              <a:defRPr sz="1050" b="1">
                <a:solidFill>
                  <a:srgbClr val="BBD0DD"/>
                </a:solidFill>
                <a:latin typeface="Arial"/>
                <a:ea typeface="Arial"/>
                <a:cs typeface="Arial"/>
              </a:defRPr>
            </a:lvl2pPr>
            <a:lvl3pPr algn="l">
              <a:defRPr sz="1050" b="1">
                <a:solidFill>
                  <a:srgbClr val="BBD0DD"/>
                </a:solidFill>
                <a:latin typeface="Arial"/>
                <a:ea typeface="Arial"/>
                <a:cs typeface="Arial"/>
              </a:defRPr>
            </a:lvl3pPr>
            <a:lvl4pPr algn="l">
              <a:defRPr sz="1050" b="1">
                <a:solidFill>
                  <a:srgbClr val="BBD0DD"/>
                </a:solidFill>
                <a:latin typeface="Arial"/>
                <a:ea typeface="Arial"/>
                <a:cs typeface="Arial"/>
              </a:defRPr>
            </a:lvl4pPr>
            <a:lvl5pPr algn="l">
              <a:defRPr sz="1050" b="1">
                <a:solidFill>
                  <a:srgbClr val="BBD0DD"/>
                </a:solidFill>
                <a:latin typeface="Arial"/>
                <a:ea typeface="Arial"/>
                <a:cs typeface="Arial"/>
              </a:defRPr>
            </a:lvl5pPr>
            <a:lvl6pPr algn="l">
              <a:defRPr sz="1050" b="1">
                <a:solidFill>
                  <a:srgbClr val="BBD0DD"/>
                </a:solidFill>
                <a:latin typeface="Arial"/>
                <a:ea typeface="Arial"/>
                <a:cs typeface="Arial"/>
              </a:defRPr>
            </a:lvl6pPr>
            <a:lvl7pPr algn="l">
              <a:defRPr sz="1050" b="1">
                <a:solidFill>
                  <a:srgbClr val="BBD0DD"/>
                </a:solidFill>
                <a:latin typeface="Arial"/>
                <a:ea typeface="Arial"/>
                <a:cs typeface="Arial"/>
              </a:defRPr>
            </a:lvl7pPr>
            <a:lvl8pPr algn="l">
              <a:defRPr sz="1050" b="1">
                <a:solidFill>
                  <a:srgbClr val="BBD0DD"/>
                </a:solidFill>
                <a:latin typeface="Arial"/>
                <a:ea typeface="Arial"/>
                <a:cs typeface="Arial"/>
              </a:defRPr>
            </a:lvl8pPr>
            <a:lvl9pPr algn="l">
              <a:defRPr sz="1050" b="1">
                <a:solidFill>
                  <a:srgbClr val="BBD0DD"/>
                </a:solidFill>
                <a:latin typeface="Arial"/>
                <a:ea typeface="Arial"/>
                <a:cs typeface="Arial"/>
              </a:defRPr>
            </a:lvl9pPr>
          </a:lstStyle>
          <a:p xmlns:a="http://schemas.openxmlformats.org/drawingml/2006/main">
            <a:pPr algn="l">
              <a:defRPr sz="1050" b="1">
                <a:solidFill>
                  <a:srgbClr val="BBD0DD"/>
                </a:solidFill>
                <a:latin typeface="Arial"/>
                <a:ea typeface="Arial"/>
                <a:cs typeface="Arial"/>
              </a:defRPr>
            </a:pPr>
            <a:r>
              <a:rPr sz="1050" b="1">
                <a:solidFill>
                  <a:srgbClr val="BBD0DD"/>
                </a:solidFill>
                <a:latin typeface="Arial"/>
                <a:ea typeface="Arial"/>
                <a:cs typeface="Arial"/>
              </a:rPr>
              <a:t>COMPLETED QUIZ REVIEW</a:t>
            </a:r>
          </a:p>
        </p:txBody>
      </p:sp>
      <p:pic>
        <p:nvPicPr>
          <p:cNvPr id="7" name="">
            <a:extLst xmlns:a="http://schemas.openxmlformats.org/drawingml/2006/main">
              <a:ext uri="{FF2B5EF4-FFF2-40B4-BE49-F238E27FC236}">
                <a16:creationId xmlns:a16="http://schemas.microsoft.com/office/drawing/2014/main" id="{8BE2E180-9146-4AD0-9101-A3F68A437408}"/>
              </a:ext>
            </a:extLst>
          </p:cNvPr>
          <p:cNvPicPr>
            <a:picLocks xmlns:a="http://schemas.openxmlformats.org/drawingml/2006/main" noChangeAspect="1"/>
          </p:cNvPicPr>
          <p:nvPr/>
        </p:nvPicPr>
        <p:blipFill>
          <a:blip xmlns:r="http://schemas.openxmlformats.org/officeDocument/2006/relationships" xmlns:a="http://schemas.openxmlformats.org/drawingml/2006/main" r:embed="R96b28f67ee9f4588"/>
          <a:srcRect xmlns:a="http://schemas.openxmlformats.org/drawingml/2006/main" l="20500" t="29000" r="18000" b="10000"/>
          <a:stretch xmlns:a="http://schemas.openxmlformats.org/drawingml/2006/main"/>
        </p:blipFill>
        <p:spPr>
          <a:xfrm xmlns:a="http://schemas.openxmlformats.org/drawingml/2006/main">
            <a:off x="609600" y="2009775"/>
            <a:ext cx="6762750" cy="3819525"/>
          </a:xfrm>
          <a:prstGeom xmlns:a="http://schemas.openxmlformats.org/drawingml/2006/main" prst="roundRect">
            <a:avLst>
              <a:gd name="adj" fmla="val 2993"/>
            </a:avLst>
          </a:prstGeom>
        </p:spPr>
      </p:pic>
      <p:sp>
        <p:nvSpPr>
          <p:cNvPr id="8" name="">
            <a:extLst xmlns:a="http://schemas.openxmlformats.org/drawingml/2006/main">
              <a:ext uri="{FF2B5EF4-FFF2-40B4-BE49-F238E27FC236}">
                <a16:creationId xmlns:a16="http://schemas.microsoft.com/office/drawing/2014/main" id="{1A078FB7-6885-4E25-B743-B4F66EC5C145}"/>
              </a:ext>
            </a:extLst>
          </p:cNvPr>
          <p:cNvSpPr>
            <a:spLocks xmlns:a="http://schemas.openxmlformats.org/drawingml/2006/main" noGrp="1"/>
          </p:cNvSpPr>
          <p:nvPr/>
        </p:nvSpPr>
        <p:spPr>
          <a:xfrm xmlns:a="http://schemas.openxmlformats.org/drawingml/2006/main">
            <a:off x="609600" y="2009775"/>
            <a:ext cx="6762750" cy="3819525"/>
          </a:xfrm>
          <a:prstGeom xmlns:a="http://schemas.openxmlformats.org/drawingml/2006/main" prst="roundRect">
            <a:avLst>
              <a:gd name="adj" fmla="val 2993"/>
            </a:avLst>
          </a:prstGeom>
          <a:noFill xmlns:a="http://schemas.openxmlformats.org/drawingml/2006/main"/>
          <a:ln xmlns:a="http://schemas.openxmlformats.org/drawingml/2006/main" w="9525">
            <a:solidFill>
              <a:srgbClr val="D7E0E6"/>
            </a:solidFill>
            <a:prstDash val="solid"/>
          </a:ln>
        </p:spPr>
      </p:sp>
      <p:sp>
        <p:nvSpPr>
          <p:cNvPr id="9" name="">
            <a:extLst xmlns:a="http://schemas.openxmlformats.org/drawingml/2006/main">
              <a:ext uri="{FF2B5EF4-FFF2-40B4-BE49-F238E27FC236}">
                <a16:creationId xmlns:a16="http://schemas.microsoft.com/office/drawing/2014/main" id="{4FFB3228-ADDC-4DF6-8F53-E1E60AFD58D1}"/>
              </a:ext>
            </a:extLst>
          </p:cNvPr>
          <p:cNvSpPr>
            <a:spLocks xmlns:a="http://schemas.openxmlformats.org/drawingml/2006/main" noGrp="1"/>
          </p:cNvSpPr>
          <p:nvPr/>
        </p:nvSpPr>
        <p:spPr>
          <a:xfrm xmlns:a="http://schemas.openxmlformats.org/drawingml/2006/main">
            <a:off x="7810500" y="2009775"/>
            <a:ext cx="3771900" cy="1143000"/>
          </a:xfrm>
          <a:prstGeom xmlns:a="http://schemas.openxmlformats.org/drawingml/2006/main" prst="roundRect">
            <a:avLst>
              <a:gd name="adj" fmla="val 11667"/>
            </a:avLst>
          </a:prstGeom>
          <a:solidFill xmlns:a="http://schemas.openxmlformats.org/drawingml/2006/main">
            <a:srgbClr val="254357"/>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03A8FA40-325F-48E4-A950-6E9522851195}"/>
              </a:ext>
            </a:extLst>
          </p:cNvPr>
          <p:cNvSpPr>
            <a:spLocks xmlns:a="http://schemas.openxmlformats.org/drawingml/2006/main" noGrp="1"/>
          </p:cNvSpPr>
          <p:nvPr/>
        </p:nvSpPr>
        <p:spPr>
          <a:xfrm xmlns:a="http://schemas.openxmlformats.org/drawingml/2006/main">
            <a:off x="8115300" y="2200275"/>
            <a:ext cx="1905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2925" b="1">
                <a:solidFill>
                  <a:srgbClr val="FFFFFF"/>
                </a:solidFill>
                <a:latin typeface="Arial"/>
                <a:ea typeface="Arial"/>
                <a:cs typeface="Arial"/>
              </a:defRPr>
            </a:defPPr>
            <a:lvl1pPr algn="l">
              <a:defRPr sz="2925" b="1">
                <a:solidFill>
                  <a:srgbClr val="FFFFFF"/>
                </a:solidFill>
                <a:latin typeface="Arial"/>
                <a:ea typeface="Arial"/>
                <a:cs typeface="Arial"/>
              </a:defRPr>
            </a:lvl1pPr>
            <a:lvl2pPr algn="l">
              <a:defRPr sz="2925" b="1">
                <a:solidFill>
                  <a:srgbClr val="FFFFFF"/>
                </a:solidFill>
                <a:latin typeface="Arial"/>
                <a:ea typeface="Arial"/>
                <a:cs typeface="Arial"/>
              </a:defRPr>
            </a:lvl2pPr>
            <a:lvl3pPr algn="l">
              <a:defRPr sz="2925" b="1">
                <a:solidFill>
                  <a:srgbClr val="FFFFFF"/>
                </a:solidFill>
                <a:latin typeface="Arial"/>
                <a:ea typeface="Arial"/>
                <a:cs typeface="Arial"/>
              </a:defRPr>
            </a:lvl3pPr>
            <a:lvl4pPr algn="l">
              <a:defRPr sz="2925" b="1">
                <a:solidFill>
                  <a:srgbClr val="FFFFFF"/>
                </a:solidFill>
                <a:latin typeface="Arial"/>
                <a:ea typeface="Arial"/>
                <a:cs typeface="Arial"/>
              </a:defRPr>
            </a:lvl4pPr>
            <a:lvl5pPr algn="l">
              <a:defRPr sz="2925" b="1">
                <a:solidFill>
                  <a:srgbClr val="FFFFFF"/>
                </a:solidFill>
                <a:latin typeface="Arial"/>
                <a:ea typeface="Arial"/>
                <a:cs typeface="Arial"/>
              </a:defRPr>
            </a:lvl5pPr>
            <a:lvl6pPr algn="l">
              <a:defRPr sz="2925" b="1">
                <a:solidFill>
                  <a:srgbClr val="FFFFFF"/>
                </a:solidFill>
                <a:latin typeface="Arial"/>
                <a:ea typeface="Arial"/>
                <a:cs typeface="Arial"/>
              </a:defRPr>
            </a:lvl6pPr>
            <a:lvl7pPr algn="l">
              <a:defRPr sz="2925" b="1">
                <a:solidFill>
                  <a:srgbClr val="FFFFFF"/>
                </a:solidFill>
                <a:latin typeface="Arial"/>
                <a:ea typeface="Arial"/>
                <a:cs typeface="Arial"/>
              </a:defRPr>
            </a:lvl7pPr>
            <a:lvl8pPr algn="l">
              <a:defRPr sz="2925" b="1">
                <a:solidFill>
                  <a:srgbClr val="FFFFFF"/>
                </a:solidFill>
                <a:latin typeface="Arial"/>
                <a:ea typeface="Arial"/>
                <a:cs typeface="Arial"/>
              </a:defRPr>
            </a:lvl8pPr>
            <a:lvl9pPr algn="l">
              <a:defRPr sz="2925" b="1">
                <a:solidFill>
                  <a:srgbClr val="FFFFFF"/>
                </a:solidFill>
                <a:latin typeface="Arial"/>
                <a:ea typeface="Arial"/>
                <a:cs typeface="Arial"/>
              </a:defRPr>
            </a:lvl9pPr>
          </a:lstStyle>
          <a:p xmlns:a="http://schemas.openxmlformats.org/drawingml/2006/main">
            <a:pPr algn="l">
              <a:defRPr sz="2925" b="1">
                <a:solidFill>
                  <a:srgbClr val="FFFFFF"/>
                </a:solidFill>
                <a:latin typeface="Arial"/>
                <a:ea typeface="Arial"/>
                <a:cs typeface="Arial"/>
              </a:defRPr>
            </a:pPr>
            <a:r>
              <a:rPr sz="2925" b="1">
                <a:solidFill>
                  <a:srgbClr val="FFFFFF"/>
                </a:solidFill>
                <a:latin typeface="Arial"/>
                <a:ea typeface="Arial"/>
                <a:cs typeface="Arial"/>
              </a:rPr>
              <a:t>18 / 20</a:t>
            </a:r>
          </a:p>
        </p:txBody>
      </p:sp>
      <p:sp>
        <p:nvSpPr>
          <p:cNvPr id="11" name="">
            <a:extLst xmlns:a="http://schemas.openxmlformats.org/drawingml/2006/main">
              <a:ext uri="{FF2B5EF4-FFF2-40B4-BE49-F238E27FC236}">
                <a16:creationId xmlns:a16="http://schemas.microsoft.com/office/drawing/2014/main" id="{3F5B9A0D-8AB1-4778-873D-E17B9A10932B}"/>
              </a:ext>
            </a:extLst>
          </p:cNvPr>
          <p:cNvSpPr>
            <a:spLocks xmlns:a="http://schemas.openxmlformats.org/drawingml/2006/main" noGrp="1"/>
          </p:cNvSpPr>
          <p:nvPr/>
        </p:nvSpPr>
        <p:spPr>
          <a:xfrm xmlns:a="http://schemas.openxmlformats.org/drawingml/2006/main">
            <a:off x="8115300" y="2686050"/>
            <a:ext cx="2095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75" b="0">
                <a:solidFill>
                  <a:srgbClr val="BBD0DD"/>
                </a:solidFill>
                <a:latin typeface="Arial"/>
                <a:ea typeface="Arial"/>
                <a:cs typeface="Arial"/>
              </a:defRPr>
            </a:defPPr>
            <a:lvl1pPr algn="l">
              <a:defRPr sz="1275" b="0">
                <a:solidFill>
                  <a:srgbClr val="BBD0DD"/>
                </a:solidFill>
                <a:latin typeface="Arial"/>
                <a:ea typeface="Arial"/>
                <a:cs typeface="Arial"/>
              </a:defRPr>
            </a:lvl1pPr>
            <a:lvl2pPr algn="l">
              <a:defRPr sz="1275" b="0">
                <a:solidFill>
                  <a:srgbClr val="BBD0DD"/>
                </a:solidFill>
                <a:latin typeface="Arial"/>
                <a:ea typeface="Arial"/>
                <a:cs typeface="Arial"/>
              </a:defRPr>
            </a:lvl2pPr>
            <a:lvl3pPr algn="l">
              <a:defRPr sz="1275" b="0">
                <a:solidFill>
                  <a:srgbClr val="BBD0DD"/>
                </a:solidFill>
                <a:latin typeface="Arial"/>
                <a:ea typeface="Arial"/>
                <a:cs typeface="Arial"/>
              </a:defRPr>
            </a:lvl3pPr>
            <a:lvl4pPr algn="l">
              <a:defRPr sz="1275" b="0">
                <a:solidFill>
                  <a:srgbClr val="BBD0DD"/>
                </a:solidFill>
                <a:latin typeface="Arial"/>
                <a:ea typeface="Arial"/>
                <a:cs typeface="Arial"/>
              </a:defRPr>
            </a:lvl4pPr>
            <a:lvl5pPr algn="l">
              <a:defRPr sz="1275" b="0">
                <a:solidFill>
                  <a:srgbClr val="BBD0DD"/>
                </a:solidFill>
                <a:latin typeface="Arial"/>
                <a:ea typeface="Arial"/>
                <a:cs typeface="Arial"/>
              </a:defRPr>
            </a:lvl5pPr>
            <a:lvl6pPr algn="l">
              <a:defRPr sz="1275" b="0">
                <a:solidFill>
                  <a:srgbClr val="BBD0DD"/>
                </a:solidFill>
                <a:latin typeface="Arial"/>
                <a:ea typeface="Arial"/>
                <a:cs typeface="Arial"/>
              </a:defRPr>
            </a:lvl6pPr>
            <a:lvl7pPr algn="l">
              <a:defRPr sz="1275" b="0">
                <a:solidFill>
                  <a:srgbClr val="BBD0DD"/>
                </a:solidFill>
                <a:latin typeface="Arial"/>
                <a:ea typeface="Arial"/>
                <a:cs typeface="Arial"/>
              </a:defRPr>
            </a:lvl7pPr>
            <a:lvl8pPr algn="l">
              <a:defRPr sz="1275" b="0">
                <a:solidFill>
                  <a:srgbClr val="BBD0DD"/>
                </a:solidFill>
                <a:latin typeface="Arial"/>
                <a:ea typeface="Arial"/>
                <a:cs typeface="Arial"/>
              </a:defRPr>
            </a:lvl8pPr>
            <a:lvl9pPr algn="l">
              <a:defRPr sz="1275" b="0">
                <a:solidFill>
                  <a:srgbClr val="BBD0DD"/>
                </a:solidFill>
                <a:latin typeface="Arial"/>
                <a:ea typeface="Arial"/>
                <a:cs typeface="Arial"/>
              </a:defRPr>
            </a:lvl9pPr>
          </a:lstStyle>
          <a:p xmlns:a="http://schemas.openxmlformats.org/drawingml/2006/main">
            <a:pPr algn="l">
              <a:defRPr sz="1275" b="0">
                <a:solidFill>
                  <a:srgbClr val="BBD0DD"/>
                </a:solidFill>
                <a:latin typeface="Arial"/>
                <a:ea typeface="Arial"/>
                <a:cs typeface="Arial"/>
              </a:defRPr>
            </a:pPr>
            <a:r>
              <a:rPr sz="1275" b="0">
                <a:solidFill>
                  <a:srgbClr val="BBD0DD"/>
                </a:solidFill>
                <a:latin typeface="Arial"/>
                <a:ea typeface="Arial"/>
                <a:cs typeface="Arial"/>
              </a:rPr>
              <a:t>Quiz 1 score</a:t>
            </a:r>
          </a:p>
        </p:txBody>
      </p:sp>
      <p:sp>
        <p:nvSpPr>
          <p:cNvPr id="12" name="">
            <a:extLst xmlns:a="http://schemas.openxmlformats.org/drawingml/2006/main">
              <a:ext uri="{FF2B5EF4-FFF2-40B4-BE49-F238E27FC236}">
                <a16:creationId xmlns:a16="http://schemas.microsoft.com/office/drawing/2014/main" id="{B2F33800-A7B3-43F3-8F69-FBDCBE44EB4A}"/>
              </a:ext>
            </a:extLst>
          </p:cNvPr>
          <p:cNvSpPr>
            <a:spLocks xmlns:a="http://schemas.openxmlformats.org/drawingml/2006/main" noGrp="1"/>
          </p:cNvSpPr>
          <p:nvPr/>
        </p:nvSpPr>
        <p:spPr>
          <a:xfrm xmlns:a="http://schemas.openxmlformats.org/drawingml/2006/main">
            <a:off x="7810500" y="3438525"/>
            <a:ext cx="35623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650" b="0">
                <a:solidFill>
                  <a:srgbClr val="FFFFFF"/>
                </a:solidFill>
                <a:latin typeface="Arial"/>
                <a:ea typeface="Arial"/>
                <a:cs typeface="Arial"/>
              </a:defRPr>
            </a:defPPr>
            <a:lvl1pPr algn="l">
              <a:defRPr sz="1650" b="0">
                <a:solidFill>
                  <a:srgbClr val="FFFFFF"/>
                </a:solidFill>
                <a:latin typeface="Arial"/>
                <a:ea typeface="Arial"/>
                <a:cs typeface="Arial"/>
              </a:defRPr>
            </a:lvl1pPr>
            <a:lvl2pPr algn="l">
              <a:defRPr sz="1650" b="0">
                <a:solidFill>
                  <a:srgbClr val="FFFFFF"/>
                </a:solidFill>
                <a:latin typeface="Arial"/>
                <a:ea typeface="Arial"/>
                <a:cs typeface="Arial"/>
              </a:defRPr>
            </a:lvl2pPr>
            <a:lvl3pPr algn="l">
              <a:defRPr sz="1650" b="0">
                <a:solidFill>
                  <a:srgbClr val="FFFFFF"/>
                </a:solidFill>
                <a:latin typeface="Arial"/>
                <a:ea typeface="Arial"/>
                <a:cs typeface="Arial"/>
              </a:defRPr>
            </a:lvl3pPr>
            <a:lvl4pPr algn="l">
              <a:defRPr sz="1650" b="0">
                <a:solidFill>
                  <a:srgbClr val="FFFFFF"/>
                </a:solidFill>
                <a:latin typeface="Arial"/>
                <a:ea typeface="Arial"/>
                <a:cs typeface="Arial"/>
              </a:defRPr>
            </a:lvl4pPr>
            <a:lvl5pPr algn="l">
              <a:defRPr sz="1650" b="0">
                <a:solidFill>
                  <a:srgbClr val="FFFFFF"/>
                </a:solidFill>
                <a:latin typeface="Arial"/>
                <a:ea typeface="Arial"/>
                <a:cs typeface="Arial"/>
              </a:defRPr>
            </a:lvl5pPr>
            <a:lvl6pPr algn="l">
              <a:defRPr sz="1650" b="0">
                <a:solidFill>
                  <a:srgbClr val="FFFFFF"/>
                </a:solidFill>
                <a:latin typeface="Arial"/>
                <a:ea typeface="Arial"/>
                <a:cs typeface="Arial"/>
              </a:defRPr>
            </a:lvl6pPr>
            <a:lvl7pPr algn="l">
              <a:defRPr sz="1650" b="0">
                <a:solidFill>
                  <a:srgbClr val="FFFFFF"/>
                </a:solidFill>
                <a:latin typeface="Arial"/>
                <a:ea typeface="Arial"/>
                <a:cs typeface="Arial"/>
              </a:defRPr>
            </a:lvl7pPr>
            <a:lvl8pPr algn="l">
              <a:defRPr sz="1650" b="0">
                <a:solidFill>
                  <a:srgbClr val="FFFFFF"/>
                </a:solidFill>
                <a:latin typeface="Arial"/>
                <a:ea typeface="Arial"/>
                <a:cs typeface="Arial"/>
              </a:defRPr>
            </a:lvl8pPr>
            <a:lvl9pPr algn="l">
              <a:defRPr sz="1650" b="0">
                <a:solidFill>
                  <a:srgbClr val="FFFFFF"/>
                </a:solidFill>
                <a:latin typeface="Arial"/>
                <a:ea typeface="Arial"/>
                <a:cs typeface="Arial"/>
              </a:defRPr>
            </a:lvl9pPr>
          </a:lstStyle>
          <a:p xmlns:a="http://schemas.openxmlformats.org/drawingml/2006/main">
            <a:pPr algn="l">
              <a:defRPr sz="1650" b="0">
                <a:solidFill>
                  <a:srgbClr val="FFFFFF"/>
                </a:solidFill>
                <a:latin typeface="Arial"/>
                <a:ea typeface="Arial"/>
                <a:cs typeface="Arial"/>
              </a:defRPr>
            </a:pPr>
            <a:r>
              <a:rPr sz="1650" b="0">
                <a:solidFill>
                  <a:srgbClr val="FFFFFF"/>
                </a:solidFill>
                <a:latin typeface="Arial"/>
                <a:ea typeface="Arial"/>
                <a:cs typeface="Arial"/>
              </a:rPr>
              <a:t>Question 4 makes the gap concrete: the student chose Describe and Refine; the review shows Read and Test.</a:t>
            </a:r>
          </a:p>
        </p:txBody>
      </p:sp>
      <p:sp>
        <p:nvSpPr>
          <p:cNvPr id="13" name="">
            <a:extLst xmlns:a="http://schemas.openxmlformats.org/drawingml/2006/main">
              <a:ext uri="{FF2B5EF4-FFF2-40B4-BE49-F238E27FC236}">
                <a16:creationId xmlns:a16="http://schemas.microsoft.com/office/drawing/2014/main" id="{03ECF812-40B2-401D-8471-7672BA28D95D}"/>
              </a:ext>
            </a:extLst>
          </p:cNvPr>
          <p:cNvSpPr>
            <a:spLocks xmlns:a="http://schemas.openxmlformats.org/drawingml/2006/main" noGrp="1"/>
          </p:cNvSpPr>
          <p:nvPr/>
        </p:nvSpPr>
        <p:spPr>
          <a:xfrm xmlns:a="http://schemas.openxmlformats.org/drawingml/2006/main">
            <a:off x="7810500" y="4829175"/>
            <a:ext cx="3562350" cy="590550"/>
          </a:xfrm>
          <a:prstGeom xmlns:a="http://schemas.openxmlformats.org/drawingml/2006/main" prst="roundRect">
            <a:avLst>
              <a:gd name="adj" fmla="val 19355"/>
            </a:avLst>
          </a:prstGeom>
          <a:solidFill xmlns:a="http://schemas.openxmlformats.org/drawingml/2006/main">
            <a:srgbClr val="293F51"/>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F24045DC-35F5-4544-8F6A-6C917131AAEA}"/>
              </a:ext>
            </a:extLst>
          </p:cNvPr>
          <p:cNvSpPr>
            <a:spLocks xmlns:a="http://schemas.openxmlformats.org/drawingml/2006/main" noGrp="1"/>
          </p:cNvSpPr>
          <p:nvPr/>
        </p:nvSpPr>
        <p:spPr>
          <a:xfrm xmlns:a="http://schemas.openxmlformats.org/drawingml/2006/main">
            <a:off x="8001000" y="5019675"/>
            <a:ext cx="3143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200" b="1">
                <a:solidFill>
                  <a:srgbClr val="DCE8EE"/>
                </a:solidFill>
                <a:latin typeface="Arial"/>
                <a:ea typeface="Arial"/>
                <a:cs typeface="Arial"/>
              </a:defRPr>
            </a:defPPr>
            <a:lvl1pPr algn="ctr">
              <a:defRPr sz="1200" b="1">
                <a:solidFill>
                  <a:srgbClr val="DCE8EE"/>
                </a:solidFill>
                <a:latin typeface="Arial"/>
                <a:ea typeface="Arial"/>
                <a:cs typeface="Arial"/>
              </a:defRPr>
            </a:lvl1pPr>
            <a:lvl2pPr algn="ctr">
              <a:defRPr sz="1200" b="1">
                <a:solidFill>
                  <a:srgbClr val="DCE8EE"/>
                </a:solidFill>
                <a:latin typeface="Arial"/>
                <a:ea typeface="Arial"/>
                <a:cs typeface="Arial"/>
              </a:defRPr>
            </a:lvl2pPr>
            <a:lvl3pPr algn="ctr">
              <a:defRPr sz="1200" b="1">
                <a:solidFill>
                  <a:srgbClr val="DCE8EE"/>
                </a:solidFill>
                <a:latin typeface="Arial"/>
                <a:ea typeface="Arial"/>
                <a:cs typeface="Arial"/>
              </a:defRPr>
            </a:lvl3pPr>
            <a:lvl4pPr algn="ctr">
              <a:defRPr sz="1200" b="1">
                <a:solidFill>
                  <a:srgbClr val="DCE8EE"/>
                </a:solidFill>
                <a:latin typeface="Arial"/>
                <a:ea typeface="Arial"/>
                <a:cs typeface="Arial"/>
              </a:defRPr>
            </a:lvl4pPr>
            <a:lvl5pPr algn="ctr">
              <a:defRPr sz="1200" b="1">
                <a:solidFill>
                  <a:srgbClr val="DCE8EE"/>
                </a:solidFill>
                <a:latin typeface="Arial"/>
                <a:ea typeface="Arial"/>
                <a:cs typeface="Arial"/>
              </a:defRPr>
            </a:lvl5pPr>
            <a:lvl6pPr algn="ctr">
              <a:defRPr sz="1200" b="1">
                <a:solidFill>
                  <a:srgbClr val="DCE8EE"/>
                </a:solidFill>
                <a:latin typeface="Arial"/>
                <a:ea typeface="Arial"/>
                <a:cs typeface="Arial"/>
              </a:defRPr>
            </a:lvl6pPr>
            <a:lvl7pPr algn="ctr">
              <a:defRPr sz="1200" b="1">
                <a:solidFill>
                  <a:srgbClr val="DCE8EE"/>
                </a:solidFill>
                <a:latin typeface="Arial"/>
                <a:ea typeface="Arial"/>
                <a:cs typeface="Arial"/>
              </a:defRPr>
            </a:lvl7pPr>
            <a:lvl8pPr algn="ctr">
              <a:defRPr sz="1200" b="1">
                <a:solidFill>
                  <a:srgbClr val="DCE8EE"/>
                </a:solidFill>
                <a:latin typeface="Arial"/>
                <a:ea typeface="Arial"/>
                <a:cs typeface="Arial"/>
              </a:defRPr>
            </a:lvl8pPr>
            <a:lvl9pPr algn="ctr">
              <a:defRPr sz="1200" b="1">
                <a:solidFill>
                  <a:srgbClr val="DCE8EE"/>
                </a:solidFill>
                <a:latin typeface="Arial"/>
                <a:ea typeface="Arial"/>
                <a:cs typeface="Arial"/>
              </a:defRPr>
            </a:lvl9pPr>
          </a:lstStyle>
          <a:p xmlns:a="http://schemas.openxmlformats.org/drawingml/2006/main">
            <a:pPr algn="ctr">
              <a:defRPr sz="1200" b="1">
                <a:solidFill>
                  <a:srgbClr val="DCE8EE"/>
                </a:solidFill>
                <a:latin typeface="Arial"/>
                <a:ea typeface="Arial"/>
                <a:cs typeface="Arial"/>
              </a:defRPr>
            </a:pPr>
            <a:r>
              <a:rPr sz="1200" b="1">
                <a:solidFill>
                  <a:srgbClr val="DCE8EE"/>
                </a:solidFill>
                <a:latin typeface="Arial"/>
                <a:ea typeface="Arial"/>
                <a:cs typeface="Arial"/>
              </a:rPr>
              <a:t>SPECIFY  &gt;  TRY  &gt;  REVIEW</a:t>
            </a:r>
          </a:p>
        </p:txBody>
      </p:sp>
      <p:sp>
        <p:nvSpPr>
          <p:cNvPr id="15" name="">
            <a:extLst xmlns:a="http://schemas.openxmlformats.org/drawingml/2006/main">
              <a:ext uri="{FF2B5EF4-FFF2-40B4-BE49-F238E27FC236}">
                <a16:creationId xmlns:a16="http://schemas.microsoft.com/office/drawing/2014/main" id="{1F43401E-5F92-4F63-BEC8-A20AAA25EAA9}"/>
              </a:ext>
            </a:extLst>
          </p:cNvPr>
          <p:cNvSpPr>
            <a:spLocks xmlns:a="http://schemas.openxmlformats.org/drawingml/2006/main" noGrp="1"/>
          </p:cNvSpPr>
          <p:nvPr/>
        </p:nvSpPr>
        <p:spPr>
          <a:xfrm xmlns:a="http://schemas.openxmlformats.org/drawingml/2006/main">
            <a:off x="7810500" y="5591175"/>
            <a:ext cx="3562350" cy="390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75" b="0">
                <a:solidFill>
                  <a:srgbClr val="BBD0DD"/>
                </a:solidFill>
                <a:latin typeface="Arial"/>
                <a:ea typeface="Arial"/>
                <a:cs typeface="Arial"/>
              </a:defRPr>
            </a:defPPr>
            <a:lvl1pPr algn="l">
              <a:defRPr sz="1275" b="0">
                <a:solidFill>
                  <a:srgbClr val="BBD0DD"/>
                </a:solidFill>
                <a:latin typeface="Arial"/>
                <a:ea typeface="Arial"/>
                <a:cs typeface="Arial"/>
              </a:defRPr>
            </a:lvl1pPr>
            <a:lvl2pPr algn="l">
              <a:defRPr sz="1275" b="0">
                <a:solidFill>
                  <a:srgbClr val="BBD0DD"/>
                </a:solidFill>
                <a:latin typeface="Arial"/>
                <a:ea typeface="Arial"/>
                <a:cs typeface="Arial"/>
              </a:defRPr>
            </a:lvl2pPr>
            <a:lvl3pPr algn="l">
              <a:defRPr sz="1275" b="0">
                <a:solidFill>
                  <a:srgbClr val="BBD0DD"/>
                </a:solidFill>
                <a:latin typeface="Arial"/>
                <a:ea typeface="Arial"/>
                <a:cs typeface="Arial"/>
              </a:defRPr>
            </a:lvl3pPr>
            <a:lvl4pPr algn="l">
              <a:defRPr sz="1275" b="0">
                <a:solidFill>
                  <a:srgbClr val="BBD0DD"/>
                </a:solidFill>
                <a:latin typeface="Arial"/>
                <a:ea typeface="Arial"/>
                <a:cs typeface="Arial"/>
              </a:defRPr>
            </a:lvl4pPr>
            <a:lvl5pPr algn="l">
              <a:defRPr sz="1275" b="0">
                <a:solidFill>
                  <a:srgbClr val="BBD0DD"/>
                </a:solidFill>
                <a:latin typeface="Arial"/>
                <a:ea typeface="Arial"/>
                <a:cs typeface="Arial"/>
              </a:defRPr>
            </a:lvl5pPr>
            <a:lvl6pPr algn="l">
              <a:defRPr sz="1275" b="0">
                <a:solidFill>
                  <a:srgbClr val="BBD0DD"/>
                </a:solidFill>
                <a:latin typeface="Arial"/>
                <a:ea typeface="Arial"/>
                <a:cs typeface="Arial"/>
              </a:defRPr>
            </a:lvl6pPr>
            <a:lvl7pPr algn="l">
              <a:defRPr sz="1275" b="0">
                <a:solidFill>
                  <a:srgbClr val="BBD0DD"/>
                </a:solidFill>
                <a:latin typeface="Arial"/>
                <a:ea typeface="Arial"/>
                <a:cs typeface="Arial"/>
              </a:defRPr>
            </a:lvl7pPr>
            <a:lvl8pPr algn="l">
              <a:defRPr sz="1275" b="0">
                <a:solidFill>
                  <a:srgbClr val="BBD0DD"/>
                </a:solidFill>
                <a:latin typeface="Arial"/>
                <a:ea typeface="Arial"/>
                <a:cs typeface="Arial"/>
              </a:defRPr>
            </a:lvl8pPr>
            <a:lvl9pPr algn="l">
              <a:defRPr sz="1275" b="0">
                <a:solidFill>
                  <a:srgbClr val="BBD0DD"/>
                </a:solidFill>
                <a:latin typeface="Arial"/>
                <a:ea typeface="Arial"/>
                <a:cs typeface="Arial"/>
              </a:defRPr>
            </a:lvl9pPr>
          </a:lstStyle>
          <a:p xmlns:a="http://schemas.openxmlformats.org/drawingml/2006/main">
            <a:pPr algn="l">
              <a:defRPr sz="1275" b="0">
                <a:solidFill>
                  <a:srgbClr val="BBD0DD"/>
                </a:solidFill>
                <a:latin typeface="Arial"/>
                <a:ea typeface="Arial"/>
                <a:cs typeface="Arial"/>
              </a:defRPr>
            </a:pPr>
            <a:r>
              <a:rPr sz="1275" b="0">
                <a:solidFill>
                  <a:srgbClr val="BBD0DD"/>
                </a:solidFill>
                <a:latin typeface="Arial"/>
                <a:ea typeface="Arial"/>
                <a:cs typeface="Arial"/>
              </a:rPr>
              <a:t>The review gives the learner a specific next thing to revisit.</a:t>
            </a:r>
          </a:p>
        </p:txBody>
      </p:sp>
    </p:spTree>
    <p:extLst>
      <p:ext uri="{BB962C8B-B14F-4D97-AF65-F5344CB8AC3E}">
        <p14:creationId xmlns:p14="http://schemas.microsoft.com/office/powerpoint/2010/main" val="1518685403"/>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FBA3ACA9-F87A-4007-A236-9F712249C578}"/>
              </a:ext>
            </a:extLst>
          </p:cNvPr>
          <p:cNvSpPr>
            <a:spLocks xmlns:a="http://schemas.openxmlformats.org/drawingml/2006/main" noGrp="1"/>
          </p:cNvSpPr>
          <p:nvPr/>
        </p:nvSpPr>
        <p:spPr>
          <a:xfrm xmlns:a="http://schemas.openxmlformats.org/drawingml/2006/main">
            <a:off x="609600" y="314325"/>
            <a:ext cx="3619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50" b="1">
                <a:solidFill>
                  <a:srgbClr val="0877B9"/>
                </a:solidFill>
                <a:latin typeface="Arial"/>
                <a:ea typeface="Arial"/>
                <a:cs typeface="Arial"/>
              </a:defRPr>
            </a:defPPr>
            <a:lvl1pPr algn="l">
              <a:defRPr sz="1050" b="1">
                <a:solidFill>
                  <a:srgbClr val="0877B9"/>
                </a:solidFill>
                <a:latin typeface="Arial"/>
                <a:ea typeface="Arial"/>
                <a:cs typeface="Arial"/>
              </a:defRPr>
            </a:lvl1pPr>
            <a:lvl2pPr algn="l">
              <a:defRPr sz="1050" b="1">
                <a:solidFill>
                  <a:srgbClr val="0877B9"/>
                </a:solidFill>
                <a:latin typeface="Arial"/>
                <a:ea typeface="Arial"/>
                <a:cs typeface="Arial"/>
              </a:defRPr>
            </a:lvl2pPr>
            <a:lvl3pPr algn="l">
              <a:defRPr sz="1050" b="1">
                <a:solidFill>
                  <a:srgbClr val="0877B9"/>
                </a:solidFill>
                <a:latin typeface="Arial"/>
                <a:ea typeface="Arial"/>
                <a:cs typeface="Arial"/>
              </a:defRPr>
            </a:lvl3pPr>
            <a:lvl4pPr algn="l">
              <a:defRPr sz="1050" b="1">
                <a:solidFill>
                  <a:srgbClr val="0877B9"/>
                </a:solidFill>
                <a:latin typeface="Arial"/>
                <a:ea typeface="Arial"/>
                <a:cs typeface="Arial"/>
              </a:defRPr>
            </a:lvl4pPr>
            <a:lvl5pPr algn="l">
              <a:defRPr sz="1050" b="1">
                <a:solidFill>
                  <a:srgbClr val="0877B9"/>
                </a:solidFill>
                <a:latin typeface="Arial"/>
                <a:ea typeface="Arial"/>
                <a:cs typeface="Arial"/>
              </a:defRPr>
            </a:lvl5pPr>
            <a:lvl6pPr algn="l">
              <a:defRPr sz="1050" b="1">
                <a:solidFill>
                  <a:srgbClr val="0877B9"/>
                </a:solidFill>
                <a:latin typeface="Arial"/>
                <a:ea typeface="Arial"/>
                <a:cs typeface="Arial"/>
              </a:defRPr>
            </a:lvl6pPr>
            <a:lvl7pPr algn="l">
              <a:defRPr sz="1050" b="1">
                <a:solidFill>
                  <a:srgbClr val="0877B9"/>
                </a:solidFill>
                <a:latin typeface="Arial"/>
                <a:ea typeface="Arial"/>
                <a:cs typeface="Arial"/>
              </a:defRPr>
            </a:lvl7pPr>
            <a:lvl8pPr algn="l">
              <a:defRPr sz="1050" b="1">
                <a:solidFill>
                  <a:srgbClr val="0877B9"/>
                </a:solidFill>
                <a:latin typeface="Arial"/>
                <a:ea typeface="Arial"/>
                <a:cs typeface="Arial"/>
              </a:defRPr>
            </a:lvl8pPr>
            <a:lvl9pPr algn="l">
              <a:defRPr sz="1050" b="1">
                <a:solidFill>
                  <a:srgbClr val="0877B9"/>
                </a:solidFill>
                <a:latin typeface="Arial"/>
                <a:ea typeface="Arial"/>
                <a:cs typeface="Arial"/>
              </a:defRPr>
            </a:lvl9pPr>
          </a:lstStyle>
          <a:p xmlns:a="http://schemas.openxmlformats.org/drawingml/2006/main">
            <a:pPr algn="l">
              <a:defRPr sz="1050" b="1">
                <a:solidFill>
                  <a:srgbClr val="0877B9"/>
                </a:solidFill>
                <a:latin typeface="Arial"/>
                <a:ea typeface="Arial"/>
                <a:cs typeface="Arial"/>
              </a:defRPr>
            </a:pPr>
            <a:r>
              <a:rPr sz="1050" b="1">
                <a:solidFill>
                  <a:srgbClr val="0877B9"/>
                </a:solidFill>
                <a:latin typeface="Arial"/>
                <a:ea typeface="Arial"/>
                <a:cs typeface="Arial"/>
              </a:rPr>
              <a:t>TECHNOLOGY</a:t>
            </a:r>
          </a:p>
        </p:txBody>
      </p:sp>
      <p:sp>
        <p:nvSpPr>
          <p:cNvPr id="2" name="">
            <a:extLst xmlns:a="http://schemas.openxmlformats.org/drawingml/2006/main">
              <a:ext uri="{FF2B5EF4-FFF2-40B4-BE49-F238E27FC236}">
                <a16:creationId xmlns:a16="http://schemas.microsoft.com/office/drawing/2014/main" id="{CCC5B40C-1814-433B-9DDD-9471D0DAC468}"/>
              </a:ext>
            </a:extLst>
          </p:cNvPr>
          <p:cNvSpPr>
            <a:spLocks xmlns:a="http://schemas.openxmlformats.org/drawingml/2006/main" noGrp="1"/>
          </p:cNvSpPr>
          <p:nvPr/>
        </p:nvSpPr>
        <p:spPr>
          <a:xfrm xmlns:a="http://schemas.openxmlformats.org/drawingml/2006/main">
            <a:off x="609600" y="647700"/>
            <a:ext cx="108966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2850" b="1">
                <a:solidFill>
                  <a:srgbClr val="183044"/>
                </a:solidFill>
                <a:latin typeface="Arial"/>
                <a:ea typeface="Arial"/>
                <a:cs typeface="Arial"/>
              </a:defRPr>
            </a:defPPr>
            <a:lvl1pPr algn="l">
              <a:defRPr sz="2850" b="1">
                <a:solidFill>
                  <a:srgbClr val="183044"/>
                </a:solidFill>
                <a:latin typeface="Arial"/>
                <a:ea typeface="Arial"/>
                <a:cs typeface="Arial"/>
              </a:defRPr>
            </a:lvl1pPr>
            <a:lvl2pPr algn="l">
              <a:defRPr sz="2850" b="1">
                <a:solidFill>
                  <a:srgbClr val="183044"/>
                </a:solidFill>
                <a:latin typeface="Arial"/>
                <a:ea typeface="Arial"/>
                <a:cs typeface="Arial"/>
              </a:defRPr>
            </a:lvl2pPr>
            <a:lvl3pPr algn="l">
              <a:defRPr sz="2850" b="1">
                <a:solidFill>
                  <a:srgbClr val="183044"/>
                </a:solidFill>
                <a:latin typeface="Arial"/>
                <a:ea typeface="Arial"/>
                <a:cs typeface="Arial"/>
              </a:defRPr>
            </a:lvl3pPr>
            <a:lvl4pPr algn="l">
              <a:defRPr sz="2850" b="1">
                <a:solidFill>
                  <a:srgbClr val="183044"/>
                </a:solidFill>
                <a:latin typeface="Arial"/>
                <a:ea typeface="Arial"/>
                <a:cs typeface="Arial"/>
              </a:defRPr>
            </a:lvl4pPr>
            <a:lvl5pPr algn="l">
              <a:defRPr sz="2850" b="1">
                <a:solidFill>
                  <a:srgbClr val="183044"/>
                </a:solidFill>
                <a:latin typeface="Arial"/>
                <a:ea typeface="Arial"/>
                <a:cs typeface="Arial"/>
              </a:defRPr>
            </a:lvl5pPr>
            <a:lvl6pPr algn="l">
              <a:defRPr sz="2850" b="1">
                <a:solidFill>
                  <a:srgbClr val="183044"/>
                </a:solidFill>
                <a:latin typeface="Arial"/>
                <a:ea typeface="Arial"/>
                <a:cs typeface="Arial"/>
              </a:defRPr>
            </a:lvl6pPr>
            <a:lvl7pPr algn="l">
              <a:defRPr sz="2850" b="1">
                <a:solidFill>
                  <a:srgbClr val="183044"/>
                </a:solidFill>
                <a:latin typeface="Arial"/>
                <a:ea typeface="Arial"/>
                <a:cs typeface="Arial"/>
              </a:defRPr>
            </a:lvl7pPr>
            <a:lvl8pPr algn="l">
              <a:defRPr sz="2850" b="1">
                <a:solidFill>
                  <a:srgbClr val="183044"/>
                </a:solidFill>
                <a:latin typeface="Arial"/>
                <a:ea typeface="Arial"/>
                <a:cs typeface="Arial"/>
              </a:defRPr>
            </a:lvl8pPr>
            <a:lvl9pPr algn="l">
              <a:defRPr sz="2850" b="1">
                <a:solidFill>
                  <a:srgbClr val="183044"/>
                </a:solidFill>
                <a:latin typeface="Arial"/>
                <a:ea typeface="Arial"/>
                <a:cs typeface="Arial"/>
              </a:defRPr>
            </a:lvl9pPr>
          </a:lstStyle>
          <a:p xmlns:a="http://schemas.openxmlformats.org/drawingml/2006/main">
            <a:pPr algn="l">
              <a:defRPr sz="2850" b="1">
                <a:solidFill>
                  <a:srgbClr val="183044"/>
                </a:solidFill>
                <a:latin typeface="Arial"/>
                <a:ea typeface="Arial"/>
                <a:cs typeface="Arial"/>
              </a:defRPr>
            </a:pPr>
            <a:r>
              <a:rPr sz="2850" b="1">
                <a:solidFill>
                  <a:srgbClr val="183044"/>
                </a:solidFill>
                <a:latin typeface="Arial"/>
                <a:ea typeface="Arial"/>
                <a:cs typeface="Arial"/>
              </a:rPr>
              <a:t>A small local stack powers the course demo</a:t>
            </a:r>
          </a:p>
        </p:txBody>
      </p:sp>
      <p:sp>
        <p:nvSpPr>
          <p:cNvPr id="3" name="">
            <a:extLst xmlns:a="http://schemas.openxmlformats.org/drawingml/2006/main">
              <a:ext uri="{FF2B5EF4-FFF2-40B4-BE49-F238E27FC236}">
                <a16:creationId xmlns:a16="http://schemas.microsoft.com/office/drawing/2014/main" id="{8F83DC13-E035-4BE8-9A43-31531D7CBECF}"/>
              </a:ext>
            </a:extLst>
          </p:cNvPr>
          <p:cNvSpPr>
            <a:spLocks xmlns:a="http://schemas.openxmlformats.org/drawingml/2006/main" noGrp="1"/>
          </p:cNvSpPr>
          <p:nvPr/>
        </p:nvSpPr>
        <p:spPr>
          <a:xfrm xmlns:a="http://schemas.openxmlformats.org/drawingml/2006/main">
            <a:off x="609600" y="1438275"/>
            <a:ext cx="10972800" cy="19050"/>
          </a:xfrm>
          <a:prstGeom xmlns:a="http://schemas.openxmlformats.org/drawingml/2006/main" prst="rect">
            <a:avLst/>
          </a:prstGeom>
          <a:solidFill xmlns:a="http://schemas.openxmlformats.org/drawingml/2006/main">
            <a:srgbClr val="D7E0E6"/>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7BA4CE7A-F65B-4373-81C1-32D943994305}"/>
              </a:ext>
            </a:extLst>
          </p:cNvPr>
          <p:cNvSpPr>
            <a:spLocks xmlns:a="http://schemas.openxmlformats.org/drawingml/2006/main" noGrp="1"/>
          </p:cNvSpPr>
          <p:nvPr/>
        </p:nvSpPr>
        <p:spPr>
          <a:xfrm xmlns:a="http://schemas.openxmlformats.org/drawingml/2006/main">
            <a:off x="609600" y="6477000"/>
            <a:ext cx="5905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900" b="1">
                <a:solidFill>
                  <a:srgbClr val="5C6F7D"/>
                </a:solidFill>
                <a:latin typeface="Arial"/>
                <a:ea typeface="Arial"/>
                <a:cs typeface="Arial"/>
              </a:defRPr>
            </a:defPPr>
            <a:lvl1pPr algn="l">
              <a:defRPr sz="900" b="1">
                <a:solidFill>
                  <a:srgbClr val="5C6F7D"/>
                </a:solidFill>
                <a:latin typeface="Arial"/>
                <a:ea typeface="Arial"/>
                <a:cs typeface="Arial"/>
              </a:defRPr>
            </a:lvl1pPr>
            <a:lvl2pPr algn="l">
              <a:defRPr sz="900" b="1">
                <a:solidFill>
                  <a:srgbClr val="5C6F7D"/>
                </a:solidFill>
                <a:latin typeface="Arial"/>
                <a:ea typeface="Arial"/>
                <a:cs typeface="Arial"/>
              </a:defRPr>
            </a:lvl2pPr>
            <a:lvl3pPr algn="l">
              <a:defRPr sz="900" b="1">
                <a:solidFill>
                  <a:srgbClr val="5C6F7D"/>
                </a:solidFill>
                <a:latin typeface="Arial"/>
                <a:ea typeface="Arial"/>
                <a:cs typeface="Arial"/>
              </a:defRPr>
            </a:lvl3pPr>
            <a:lvl4pPr algn="l">
              <a:defRPr sz="900" b="1">
                <a:solidFill>
                  <a:srgbClr val="5C6F7D"/>
                </a:solidFill>
                <a:latin typeface="Arial"/>
                <a:ea typeface="Arial"/>
                <a:cs typeface="Arial"/>
              </a:defRPr>
            </a:lvl4pPr>
            <a:lvl5pPr algn="l">
              <a:defRPr sz="900" b="1">
                <a:solidFill>
                  <a:srgbClr val="5C6F7D"/>
                </a:solidFill>
                <a:latin typeface="Arial"/>
                <a:ea typeface="Arial"/>
                <a:cs typeface="Arial"/>
              </a:defRPr>
            </a:lvl5pPr>
            <a:lvl6pPr algn="l">
              <a:defRPr sz="900" b="1">
                <a:solidFill>
                  <a:srgbClr val="5C6F7D"/>
                </a:solidFill>
                <a:latin typeface="Arial"/>
                <a:ea typeface="Arial"/>
                <a:cs typeface="Arial"/>
              </a:defRPr>
            </a:lvl6pPr>
            <a:lvl7pPr algn="l">
              <a:defRPr sz="900" b="1">
                <a:solidFill>
                  <a:srgbClr val="5C6F7D"/>
                </a:solidFill>
                <a:latin typeface="Arial"/>
                <a:ea typeface="Arial"/>
                <a:cs typeface="Arial"/>
              </a:defRPr>
            </a:lvl7pPr>
            <a:lvl8pPr algn="l">
              <a:defRPr sz="900" b="1">
                <a:solidFill>
                  <a:srgbClr val="5C6F7D"/>
                </a:solidFill>
                <a:latin typeface="Arial"/>
                <a:ea typeface="Arial"/>
                <a:cs typeface="Arial"/>
              </a:defRPr>
            </a:lvl8pPr>
            <a:lvl9pPr algn="l">
              <a:defRPr sz="900" b="1">
                <a:solidFill>
                  <a:srgbClr val="5C6F7D"/>
                </a:solidFill>
                <a:latin typeface="Arial"/>
                <a:ea typeface="Arial"/>
                <a:cs typeface="Arial"/>
              </a:defRPr>
            </a:lvl9pPr>
          </a:lstStyle>
          <a:p xmlns:a="http://schemas.openxmlformats.org/drawingml/2006/main">
            <a:pPr algn="l">
              <a:defRPr sz="900" b="1">
                <a:solidFill>
                  <a:srgbClr val="5C6F7D"/>
                </a:solidFill>
                <a:latin typeface="Arial"/>
                <a:ea typeface="Arial"/>
                <a:cs typeface="Arial"/>
              </a:defRPr>
            </a:pPr>
            <a:r>
              <a:rPr sz="900" b="1">
                <a:solidFill>
                  <a:srgbClr val="5C6F7D"/>
                </a:solidFill>
                <a:latin typeface="Arial"/>
                <a:ea typeface="Arial"/>
                <a:cs typeface="Arial"/>
              </a:rPr>
              <a:t>CARMEN STUDY GUIDE  /  VIBE 101</a:t>
            </a:r>
          </a:p>
        </p:txBody>
      </p:sp>
      <p:sp>
        <p:nvSpPr>
          <p:cNvPr id="5" name="">
            <a:extLst xmlns:a="http://schemas.openxmlformats.org/drawingml/2006/main">
              <a:ext uri="{FF2B5EF4-FFF2-40B4-BE49-F238E27FC236}">
                <a16:creationId xmlns:a16="http://schemas.microsoft.com/office/drawing/2014/main" id="{060964B0-8E4F-44A0-89A4-DA6120FDFB31}"/>
              </a:ext>
            </a:extLst>
          </p:cNvPr>
          <p:cNvSpPr>
            <a:spLocks xmlns:a="http://schemas.openxmlformats.org/drawingml/2006/main" noGrp="1"/>
          </p:cNvSpPr>
          <p:nvPr/>
        </p:nvSpPr>
        <p:spPr>
          <a:xfrm xmlns:a="http://schemas.openxmlformats.org/drawingml/2006/main">
            <a:off x="11239500" y="6457950"/>
            <a:ext cx="3429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r">
              <a:defRPr sz="900" b="0">
                <a:solidFill>
                  <a:srgbClr val="5C6F7D"/>
                </a:solidFill>
                <a:latin typeface="Arial"/>
                <a:ea typeface="Arial"/>
                <a:cs typeface="Arial"/>
              </a:defRPr>
            </a:defPPr>
            <a:lvl1pPr algn="r">
              <a:defRPr sz="900" b="0">
                <a:solidFill>
                  <a:srgbClr val="5C6F7D"/>
                </a:solidFill>
                <a:latin typeface="Arial"/>
                <a:ea typeface="Arial"/>
                <a:cs typeface="Arial"/>
              </a:defRPr>
            </a:lvl1pPr>
            <a:lvl2pPr algn="r">
              <a:defRPr sz="900" b="0">
                <a:solidFill>
                  <a:srgbClr val="5C6F7D"/>
                </a:solidFill>
                <a:latin typeface="Arial"/>
                <a:ea typeface="Arial"/>
                <a:cs typeface="Arial"/>
              </a:defRPr>
            </a:lvl2pPr>
            <a:lvl3pPr algn="r">
              <a:defRPr sz="900" b="0">
                <a:solidFill>
                  <a:srgbClr val="5C6F7D"/>
                </a:solidFill>
                <a:latin typeface="Arial"/>
                <a:ea typeface="Arial"/>
                <a:cs typeface="Arial"/>
              </a:defRPr>
            </a:lvl3pPr>
            <a:lvl4pPr algn="r">
              <a:defRPr sz="900" b="0">
                <a:solidFill>
                  <a:srgbClr val="5C6F7D"/>
                </a:solidFill>
                <a:latin typeface="Arial"/>
                <a:ea typeface="Arial"/>
                <a:cs typeface="Arial"/>
              </a:defRPr>
            </a:lvl4pPr>
            <a:lvl5pPr algn="r">
              <a:defRPr sz="900" b="0">
                <a:solidFill>
                  <a:srgbClr val="5C6F7D"/>
                </a:solidFill>
                <a:latin typeface="Arial"/>
                <a:ea typeface="Arial"/>
                <a:cs typeface="Arial"/>
              </a:defRPr>
            </a:lvl5pPr>
            <a:lvl6pPr algn="r">
              <a:defRPr sz="900" b="0">
                <a:solidFill>
                  <a:srgbClr val="5C6F7D"/>
                </a:solidFill>
                <a:latin typeface="Arial"/>
                <a:ea typeface="Arial"/>
                <a:cs typeface="Arial"/>
              </a:defRPr>
            </a:lvl6pPr>
            <a:lvl7pPr algn="r">
              <a:defRPr sz="900" b="0">
                <a:solidFill>
                  <a:srgbClr val="5C6F7D"/>
                </a:solidFill>
                <a:latin typeface="Arial"/>
                <a:ea typeface="Arial"/>
                <a:cs typeface="Arial"/>
              </a:defRPr>
            </a:lvl7pPr>
            <a:lvl8pPr algn="r">
              <a:defRPr sz="900" b="0">
                <a:solidFill>
                  <a:srgbClr val="5C6F7D"/>
                </a:solidFill>
                <a:latin typeface="Arial"/>
                <a:ea typeface="Arial"/>
                <a:cs typeface="Arial"/>
              </a:defRPr>
            </a:lvl8pPr>
            <a:lvl9pPr algn="r">
              <a:defRPr sz="900" b="0">
                <a:solidFill>
                  <a:srgbClr val="5C6F7D"/>
                </a:solidFill>
                <a:latin typeface="Arial"/>
                <a:ea typeface="Arial"/>
                <a:cs typeface="Arial"/>
              </a:defRPr>
            </a:lvl9pPr>
          </a:lstStyle>
          <a:p xmlns:a="http://schemas.openxmlformats.org/drawingml/2006/main">
            <a:pPr algn="r">
              <a:defRPr sz="900" b="0">
                <a:solidFill>
                  <a:srgbClr val="5C6F7D"/>
                </a:solidFill>
                <a:latin typeface="Arial"/>
                <a:ea typeface="Arial"/>
                <a:cs typeface="Arial"/>
              </a:defRPr>
            </a:pPr>
            <a:r>
              <a:rPr sz="900" b="0">
                <a:solidFill>
                  <a:srgbClr val="5C6F7D"/>
                </a:solidFill>
                <a:latin typeface="Arial"/>
                <a:ea typeface="Arial"/>
                <a:cs typeface="Arial"/>
              </a:rPr>
              <a:t>04</a:t>
            </a:r>
          </a:p>
        </p:txBody>
      </p:sp>
      <p:sp>
        <p:nvSpPr>
          <p:cNvPr id="6" name="">
            <a:extLst xmlns:a="http://schemas.openxmlformats.org/drawingml/2006/main">
              <a:ext uri="{FF2B5EF4-FFF2-40B4-BE49-F238E27FC236}">
                <a16:creationId xmlns:a16="http://schemas.microsoft.com/office/drawing/2014/main" id="{200D2E7C-8CD6-4F86-B0FE-2A13240C94C5}"/>
              </a:ext>
            </a:extLst>
          </p:cNvPr>
          <p:cNvSpPr>
            <a:spLocks xmlns:a="http://schemas.openxmlformats.org/drawingml/2006/main" noGrp="1"/>
          </p:cNvSpPr>
          <p:nvPr/>
        </p:nvSpPr>
        <p:spPr>
          <a:xfrm xmlns:a="http://schemas.openxmlformats.org/drawingml/2006/main">
            <a:off x="685800" y="2238375"/>
            <a:ext cx="3257550" cy="2047875"/>
          </a:xfrm>
          <a:prstGeom xmlns:a="http://schemas.openxmlformats.org/drawingml/2006/main" prst="roundRect">
            <a:avLst>
              <a:gd name="adj" fmla="val 8372"/>
            </a:avLst>
          </a:prstGeom>
          <a:solidFill xmlns:a="http://schemas.openxmlformats.org/drawingml/2006/main">
            <a:srgbClr val="F4F7F9"/>
          </a:solidFill>
          <a:ln xmlns:a="http://schemas.openxmlformats.org/drawingml/2006/main" w="9525">
            <a:solidFill>
              <a:srgbClr val="D7E0E6"/>
            </a:solidFill>
            <a:prstDash val="solid"/>
          </a:ln>
        </p:spPr>
      </p:sp>
      <p:sp>
        <p:nvSpPr>
          <p:cNvPr id="7" name="">
            <a:extLst xmlns:a="http://schemas.openxmlformats.org/drawingml/2006/main">
              <a:ext uri="{FF2B5EF4-FFF2-40B4-BE49-F238E27FC236}">
                <a16:creationId xmlns:a16="http://schemas.microsoft.com/office/drawing/2014/main" id="{A7A4D19D-5435-408C-8F55-83005AEC94DD}"/>
              </a:ext>
            </a:extLst>
          </p:cNvPr>
          <p:cNvSpPr>
            <a:spLocks xmlns:a="http://schemas.openxmlformats.org/drawingml/2006/main" noGrp="1"/>
          </p:cNvSpPr>
          <p:nvPr/>
        </p:nvSpPr>
        <p:spPr>
          <a:xfrm xmlns:a="http://schemas.openxmlformats.org/drawingml/2006/main">
            <a:off x="952500" y="2495550"/>
            <a:ext cx="2667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50" b="1">
                <a:solidFill>
                  <a:srgbClr val="0877B9"/>
                </a:solidFill>
                <a:latin typeface="Arial"/>
                <a:ea typeface="Arial"/>
                <a:cs typeface="Arial"/>
              </a:defRPr>
            </a:defPPr>
            <a:lvl1pPr algn="l">
              <a:defRPr sz="1050" b="1">
                <a:solidFill>
                  <a:srgbClr val="0877B9"/>
                </a:solidFill>
                <a:latin typeface="Arial"/>
                <a:ea typeface="Arial"/>
                <a:cs typeface="Arial"/>
              </a:defRPr>
            </a:lvl1pPr>
            <a:lvl2pPr algn="l">
              <a:defRPr sz="1050" b="1">
                <a:solidFill>
                  <a:srgbClr val="0877B9"/>
                </a:solidFill>
                <a:latin typeface="Arial"/>
                <a:ea typeface="Arial"/>
                <a:cs typeface="Arial"/>
              </a:defRPr>
            </a:lvl2pPr>
            <a:lvl3pPr algn="l">
              <a:defRPr sz="1050" b="1">
                <a:solidFill>
                  <a:srgbClr val="0877B9"/>
                </a:solidFill>
                <a:latin typeface="Arial"/>
                <a:ea typeface="Arial"/>
                <a:cs typeface="Arial"/>
              </a:defRPr>
            </a:lvl3pPr>
            <a:lvl4pPr algn="l">
              <a:defRPr sz="1050" b="1">
                <a:solidFill>
                  <a:srgbClr val="0877B9"/>
                </a:solidFill>
                <a:latin typeface="Arial"/>
                <a:ea typeface="Arial"/>
                <a:cs typeface="Arial"/>
              </a:defRPr>
            </a:lvl4pPr>
            <a:lvl5pPr algn="l">
              <a:defRPr sz="1050" b="1">
                <a:solidFill>
                  <a:srgbClr val="0877B9"/>
                </a:solidFill>
                <a:latin typeface="Arial"/>
                <a:ea typeface="Arial"/>
                <a:cs typeface="Arial"/>
              </a:defRPr>
            </a:lvl5pPr>
            <a:lvl6pPr algn="l">
              <a:defRPr sz="1050" b="1">
                <a:solidFill>
                  <a:srgbClr val="0877B9"/>
                </a:solidFill>
                <a:latin typeface="Arial"/>
                <a:ea typeface="Arial"/>
                <a:cs typeface="Arial"/>
              </a:defRPr>
            </a:lvl6pPr>
            <a:lvl7pPr algn="l">
              <a:defRPr sz="1050" b="1">
                <a:solidFill>
                  <a:srgbClr val="0877B9"/>
                </a:solidFill>
                <a:latin typeface="Arial"/>
                <a:ea typeface="Arial"/>
                <a:cs typeface="Arial"/>
              </a:defRPr>
            </a:lvl7pPr>
            <a:lvl8pPr algn="l">
              <a:defRPr sz="1050" b="1">
                <a:solidFill>
                  <a:srgbClr val="0877B9"/>
                </a:solidFill>
                <a:latin typeface="Arial"/>
                <a:ea typeface="Arial"/>
                <a:cs typeface="Arial"/>
              </a:defRPr>
            </a:lvl8pPr>
            <a:lvl9pPr algn="l">
              <a:defRPr sz="1050" b="1">
                <a:solidFill>
                  <a:srgbClr val="0877B9"/>
                </a:solidFill>
                <a:latin typeface="Arial"/>
                <a:ea typeface="Arial"/>
                <a:cs typeface="Arial"/>
              </a:defRPr>
            </a:lvl9pPr>
          </a:lstStyle>
          <a:p xmlns:a="http://schemas.openxmlformats.org/drawingml/2006/main">
            <a:pPr algn="l">
              <a:defRPr sz="1050" b="1">
                <a:solidFill>
                  <a:srgbClr val="0877B9"/>
                </a:solidFill>
                <a:latin typeface="Arial"/>
                <a:ea typeface="Arial"/>
                <a:cs typeface="Arial"/>
              </a:defRPr>
            </a:pPr>
            <a:r>
              <a:rPr sz="1050" b="1">
                <a:solidFill>
                  <a:srgbClr val="0877B9"/>
                </a:solidFill>
                <a:latin typeface="Arial"/>
                <a:ea typeface="Arial"/>
                <a:cs typeface="Arial"/>
              </a:rPr>
              <a:t>BROWSER</a:t>
            </a:r>
          </a:p>
        </p:txBody>
      </p:sp>
      <p:sp>
        <p:nvSpPr>
          <p:cNvPr id="8" name="">
            <a:extLst xmlns:a="http://schemas.openxmlformats.org/drawingml/2006/main">
              <a:ext uri="{FF2B5EF4-FFF2-40B4-BE49-F238E27FC236}">
                <a16:creationId xmlns:a16="http://schemas.microsoft.com/office/drawing/2014/main" id="{5C4E1FC2-B64B-4DEA-A022-8F329E138788}"/>
              </a:ext>
            </a:extLst>
          </p:cNvPr>
          <p:cNvSpPr>
            <a:spLocks xmlns:a="http://schemas.openxmlformats.org/drawingml/2006/main" noGrp="1"/>
          </p:cNvSpPr>
          <p:nvPr/>
        </p:nvSpPr>
        <p:spPr>
          <a:xfrm xmlns:a="http://schemas.openxmlformats.org/drawingml/2006/main">
            <a:off x="952500" y="2895600"/>
            <a:ext cx="271462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2025" b="1">
                <a:solidFill>
                  <a:srgbClr val="183044"/>
                </a:solidFill>
                <a:latin typeface="Arial"/>
                <a:ea typeface="Arial"/>
                <a:cs typeface="Arial"/>
              </a:defRPr>
            </a:defPPr>
            <a:lvl1pPr algn="l">
              <a:defRPr sz="2025" b="1">
                <a:solidFill>
                  <a:srgbClr val="183044"/>
                </a:solidFill>
                <a:latin typeface="Arial"/>
                <a:ea typeface="Arial"/>
                <a:cs typeface="Arial"/>
              </a:defRPr>
            </a:lvl1pPr>
            <a:lvl2pPr algn="l">
              <a:defRPr sz="2025" b="1">
                <a:solidFill>
                  <a:srgbClr val="183044"/>
                </a:solidFill>
                <a:latin typeface="Arial"/>
                <a:ea typeface="Arial"/>
                <a:cs typeface="Arial"/>
              </a:defRPr>
            </a:lvl2pPr>
            <a:lvl3pPr algn="l">
              <a:defRPr sz="2025" b="1">
                <a:solidFill>
                  <a:srgbClr val="183044"/>
                </a:solidFill>
                <a:latin typeface="Arial"/>
                <a:ea typeface="Arial"/>
                <a:cs typeface="Arial"/>
              </a:defRPr>
            </a:lvl3pPr>
            <a:lvl4pPr algn="l">
              <a:defRPr sz="2025" b="1">
                <a:solidFill>
                  <a:srgbClr val="183044"/>
                </a:solidFill>
                <a:latin typeface="Arial"/>
                <a:ea typeface="Arial"/>
                <a:cs typeface="Arial"/>
              </a:defRPr>
            </a:lvl4pPr>
            <a:lvl5pPr algn="l">
              <a:defRPr sz="2025" b="1">
                <a:solidFill>
                  <a:srgbClr val="183044"/>
                </a:solidFill>
                <a:latin typeface="Arial"/>
                <a:ea typeface="Arial"/>
                <a:cs typeface="Arial"/>
              </a:defRPr>
            </a:lvl5pPr>
            <a:lvl6pPr algn="l">
              <a:defRPr sz="2025" b="1">
                <a:solidFill>
                  <a:srgbClr val="183044"/>
                </a:solidFill>
                <a:latin typeface="Arial"/>
                <a:ea typeface="Arial"/>
                <a:cs typeface="Arial"/>
              </a:defRPr>
            </a:lvl6pPr>
            <a:lvl7pPr algn="l">
              <a:defRPr sz="2025" b="1">
                <a:solidFill>
                  <a:srgbClr val="183044"/>
                </a:solidFill>
                <a:latin typeface="Arial"/>
                <a:ea typeface="Arial"/>
                <a:cs typeface="Arial"/>
              </a:defRPr>
            </a:lvl7pPr>
            <a:lvl8pPr algn="l">
              <a:defRPr sz="2025" b="1">
                <a:solidFill>
                  <a:srgbClr val="183044"/>
                </a:solidFill>
                <a:latin typeface="Arial"/>
                <a:ea typeface="Arial"/>
                <a:cs typeface="Arial"/>
              </a:defRPr>
            </a:lvl8pPr>
            <a:lvl9pPr algn="l">
              <a:defRPr sz="2025" b="1">
                <a:solidFill>
                  <a:srgbClr val="183044"/>
                </a:solidFill>
                <a:latin typeface="Arial"/>
                <a:ea typeface="Arial"/>
                <a:cs typeface="Arial"/>
              </a:defRPr>
            </a:lvl9pPr>
          </a:lstStyle>
          <a:p xmlns:a="http://schemas.openxmlformats.org/drawingml/2006/main">
            <a:pPr algn="l">
              <a:defRPr sz="2025" b="1">
                <a:solidFill>
                  <a:srgbClr val="183044"/>
                </a:solidFill>
                <a:latin typeface="Arial"/>
                <a:ea typeface="Arial"/>
                <a:cs typeface="Arial"/>
              </a:defRPr>
            </a:pPr>
            <a:r>
              <a:rPr sz="2025" b="1">
                <a:solidFill>
                  <a:srgbClr val="183044"/>
                </a:solidFill>
                <a:latin typeface="Arial"/>
                <a:ea typeface="Arial"/>
                <a:cs typeface="Arial"/>
              </a:rPr>
              <a:t>HTML / CSS / JS</a:t>
            </a:r>
          </a:p>
        </p:txBody>
      </p:sp>
      <p:sp>
        <p:nvSpPr>
          <p:cNvPr id="9" name="">
            <a:extLst xmlns:a="http://schemas.openxmlformats.org/drawingml/2006/main">
              <a:ext uri="{FF2B5EF4-FFF2-40B4-BE49-F238E27FC236}">
                <a16:creationId xmlns:a16="http://schemas.microsoft.com/office/drawing/2014/main" id="{EC58F5B7-40A0-4A20-850B-82D63702CC9A}"/>
              </a:ext>
            </a:extLst>
          </p:cNvPr>
          <p:cNvSpPr>
            <a:spLocks xmlns:a="http://schemas.openxmlformats.org/drawingml/2006/main" noGrp="1"/>
          </p:cNvSpPr>
          <p:nvPr/>
        </p:nvSpPr>
        <p:spPr>
          <a:xfrm xmlns:a="http://schemas.openxmlformats.org/drawingml/2006/main">
            <a:off x="952500" y="3486150"/>
            <a:ext cx="26670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50" b="0">
                <a:solidFill>
                  <a:srgbClr val="5C6F7D"/>
                </a:solidFill>
                <a:latin typeface="Arial"/>
                <a:ea typeface="Arial"/>
                <a:cs typeface="Arial"/>
              </a:defRPr>
            </a:defPPr>
            <a:lvl1pPr algn="l">
              <a:defRPr sz="1350" b="0">
                <a:solidFill>
                  <a:srgbClr val="5C6F7D"/>
                </a:solidFill>
                <a:latin typeface="Arial"/>
                <a:ea typeface="Arial"/>
                <a:cs typeface="Arial"/>
              </a:defRPr>
            </a:lvl1pPr>
            <a:lvl2pPr algn="l">
              <a:defRPr sz="1350" b="0">
                <a:solidFill>
                  <a:srgbClr val="5C6F7D"/>
                </a:solidFill>
                <a:latin typeface="Arial"/>
                <a:ea typeface="Arial"/>
                <a:cs typeface="Arial"/>
              </a:defRPr>
            </a:lvl2pPr>
            <a:lvl3pPr algn="l">
              <a:defRPr sz="1350" b="0">
                <a:solidFill>
                  <a:srgbClr val="5C6F7D"/>
                </a:solidFill>
                <a:latin typeface="Arial"/>
                <a:ea typeface="Arial"/>
                <a:cs typeface="Arial"/>
              </a:defRPr>
            </a:lvl3pPr>
            <a:lvl4pPr algn="l">
              <a:defRPr sz="1350" b="0">
                <a:solidFill>
                  <a:srgbClr val="5C6F7D"/>
                </a:solidFill>
                <a:latin typeface="Arial"/>
                <a:ea typeface="Arial"/>
                <a:cs typeface="Arial"/>
              </a:defRPr>
            </a:lvl4pPr>
            <a:lvl5pPr algn="l">
              <a:defRPr sz="1350" b="0">
                <a:solidFill>
                  <a:srgbClr val="5C6F7D"/>
                </a:solidFill>
                <a:latin typeface="Arial"/>
                <a:ea typeface="Arial"/>
                <a:cs typeface="Arial"/>
              </a:defRPr>
            </a:lvl5pPr>
            <a:lvl6pPr algn="l">
              <a:defRPr sz="1350" b="0">
                <a:solidFill>
                  <a:srgbClr val="5C6F7D"/>
                </a:solidFill>
                <a:latin typeface="Arial"/>
                <a:ea typeface="Arial"/>
                <a:cs typeface="Arial"/>
              </a:defRPr>
            </a:lvl6pPr>
            <a:lvl7pPr algn="l">
              <a:defRPr sz="1350" b="0">
                <a:solidFill>
                  <a:srgbClr val="5C6F7D"/>
                </a:solidFill>
                <a:latin typeface="Arial"/>
                <a:ea typeface="Arial"/>
                <a:cs typeface="Arial"/>
              </a:defRPr>
            </a:lvl7pPr>
            <a:lvl8pPr algn="l">
              <a:defRPr sz="1350" b="0">
                <a:solidFill>
                  <a:srgbClr val="5C6F7D"/>
                </a:solidFill>
                <a:latin typeface="Arial"/>
                <a:ea typeface="Arial"/>
                <a:cs typeface="Arial"/>
              </a:defRPr>
            </a:lvl8pPr>
            <a:lvl9pPr algn="l">
              <a:defRPr sz="1350" b="0">
                <a:solidFill>
                  <a:srgbClr val="5C6F7D"/>
                </a:solidFill>
                <a:latin typeface="Arial"/>
                <a:ea typeface="Arial"/>
                <a:cs typeface="Arial"/>
              </a:defRPr>
            </a:lvl9pPr>
          </a:lstStyle>
          <a:p xmlns:a="http://schemas.openxmlformats.org/drawingml/2006/main">
            <a:pPr algn="l">
              <a:defRPr sz="1350" b="0">
                <a:solidFill>
                  <a:srgbClr val="5C6F7D"/>
                </a:solidFill>
                <a:latin typeface="Arial"/>
                <a:ea typeface="Arial"/>
                <a:cs typeface="Arial"/>
              </a:defRPr>
            </a:pPr>
            <a:r>
              <a:rPr sz="1350" b="0">
                <a:solidFill>
                  <a:srgbClr val="5C6F7D"/>
                </a:solidFill>
                <a:latin typeface="Arial"/>
                <a:ea typeface="Arial"/>
                <a:cs typeface="Arial"/>
              </a:rPr>
              <a:t>Canvas-style course pages</a:t>
            </a:r>
          </a:p>
          <a:p xmlns:a="http://schemas.openxmlformats.org/drawingml/2006/main">
            <a:pPr algn="l">
              <a:defRPr sz="1350" b="0">
                <a:solidFill>
                  <a:srgbClr val="5C6F7D"/>
                </a:solidFill>
                <a:latin typeface="Arial"/>
                <a:ea typeface="Arial"/>
                <a:cs typeface="Arial"/>
              </a:defRPr>
            </a:pPr>
            <a:r>
              <a:rPr sz="1350" b="0">
                <a:solidFill>
                  <a:srgbClr val="5C6F7D"/>
                </a:solidFill>
                <a:latin typeface="Arial"/>
                <a:ea typeface="Arial"/>
                <a:cs typeface="Arial"/>
              </a:rPr>
              <a:t>Quiz review and grade drawer</a:t>
            </a:r>
          </a:p>
        </p:txBody>
      </p:sp>
      <p:sp>
        <p:nvSpPr>
          <p:cNvPr id="10" name="">
            <a:extLst xmlns:a="http://schemas.openxmlformats.org/drawingml/2006/main">
              <a:ext uri="{FF2B5EF4-FFF2-40B4-BE49-F238E27FC236}">
                <a16:creationId xmlns:a16="http://schemas.microsoft.com/office/drawing/2014/main" id="{6DB5C0A5-48FC-4E79-8CA7-B94EEC96DF99}"/>
              </a:ext>
            </a:extLst>
          </p:cNvPr>
          <p:cNvSpPr>
            <a:spLocks xmlns:a="http://schemas.openxmlformats.org/drawingml/2006/main" noGrp="1"/>
          </p:cNvSpPr>
          <p:nvPr/>
        </p:nvSpPr>
        <p:spPr>
          <a:xfrm xmlns:a="http://schemas.openxmlformats.org/drawingml/2006/main">
            <a:off x="4438650" y="2238375"/>
            <a:ext cx="3257550" cy="2047875"/>
          </a:xfrm>
          <a:prstGeom xmlns:a="http://schemas.openxmlformats.org/drawingml/2006/main" prst="roundRect">
            <a:avLst>
              <a:gd name="adj" fmla="val 8372"/>
            </a:avLst>
          </a:prstGeom>
          <a:solidFill xmlns:a="http://schemas.openxmlformats.org/drawingml/2006/main">
            <a:srgbClr val="183044"/>
          </a:solidFill>
          <a:ln xmlns:a="http://schemas.openxmlformats.org/drawingml/2006/main" w="9525">
            <a:solidFill>
              <a:srgbClr val="183044"/>
            </a:solidFill>
            <a:prstDash val="solid"/>
          </a:ln>
        </p:spPr>
      </p:sp>
      <p:sp>
        <p:nvSpPr>
          <p:cNvPr id="11" name="">
            <a:extLst xmlns:a="http://schemas.openxmlformats.org/drawingml/2006/main">
              <a:ext uri="{FF2B5EF4-FFF2-40B4-BE49-F238E27FC236}">
                <a16:creationId xmlns:a16="http://schemas.microsoft.com/office/drawing/2014/main" id="{823A1C6C-1346-4972-AF01-170F3CE1C778}"/>
              </a:ext>
            </a:extLst>
          </p:cNvPr>
          <p:cNvSpPr>
            <a:spLocks xmlns:a="http://schemas.openxmlformats.org/drawingml/2006/main" noGrp="1"/>
          </p:cNvSpPr>
          <p:nvPr/>
        </p:nvSpPr>
        <p:spPr>
          <a:xfrm xmlns:a="http://schemas.openxmlformats.org/drawingml/2006/main">
            <a:off x="4705350" y="2495550"/>
            <a:ext cx="2667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50" b="1">
                <a:solidFill>
                  <a:srgbClr val="BBD0DD"/>
                </a:solidFill>
                <a:latin typeface="Arial"/>
                <a:ea typeface="Arial"/>
                <a:cs typeface="Arial"/>
              </a:defRPr>
            </a:defPPr>
            <a:lvl1pPr algn="l">
              <a:defRPr sz="1050" b="1">
                <a:solidFill>
                  <a:srgbClr val="BBD0DD"/>
                </a:solidFill>
                <a:latin typeface="Arial"/>
                <a:ea typeface="Arial"/>
                <a:cs typeface="Arial"/>
              </a:defRPr>
            </a:lvl1pPr>
            <a:lvl2pPr algn="l">
              <a:defRPr sz="1050" b="1">
                <a:solidFill>
                  <a:srgbClr val="BBD0DD"/>
                </a:solidFill>
                <a:latin typeface="Arial"/>
                <a:ea typeface="Arial"/>
                <a:cs typeface="Arial"/>
              </a:defRPr>
            </a:lvl2pPr>
            <a:lvl3pPr algn="l">
              <a:defRPr sz="1050" b="1">
                <a:solidFill>
                  <a:srgbClr val="BBD0DD"/>
                </a:solidFill>
                <a:latin typeface="Arial"/>
                <a:ea typeface="Arial"/>
                <a:cs typeface="Arial"/>
              </a:defRPr>
            </a:lvl3pPr>
            <a:lvl4pPr algn="l">
              <a:defRPr sz="1050" b="1">
                <a:solidFill>
                  <a:srgbClr val="BBD0DD"/>
                </a:solidFill>
                <a:latin typeface="Arial"/>
                <a:ea typeface="Arial"/>
                <a:cs typeface="Arial"/>
              </a:defRPr>
            </a:lvl4pPr>
            <a:lvl5pPr algn="l">
              <a:defRPr sz="1050" b="1">
                <a:solidFill>
                  <a:srgbClr val="BBD0DD"/>
                </a:solidFill>
                <a:latin typeface="Arial"/>
                <a:ea typeface="Arial"/>
                <a:cs typeface="Arial"/>
              </a:defRPr>
            </a:lvl5pPr>
            <a:lvl6pPr algn="l">
              <a:defRPr sz="1050" b="1">
                <a:solidFill>
                  <a:srgbClr val="BBD0DD"/>
                </a:solidFill>
                <a:latin typeface="Arial"/>
                <a:ea typeface="Arial"/>
                <a:cs typeface="Arial"/>
              </a:defRPr>
            </a:lvl6pPr>
            <a:lvl7pPr algn="l">
              <a:defRPr sz="1050" b="1">
                <a:solidFill>
                  <a:srgbClr val="BBD0DD"/>
                </a:solidFill>
                <a:latin typeface="Arial"/>
                <a:ea typeface="Arial"/>
                <a:cs typeface="Arial"/>
              </a:defRPr>
            </a:lvl7pPr>
            <a:lvl8pPr algn="l">
              <a:defRPr sz="1050" b="1">
                <a:solidFill>
                  <a:srgbClr val="BBD0DD"/>
                </a:solidFill>
                <a:latin typeface="Arial"/>
                <a:ea typeface="Arial"/>
                <a:cs typeface="Arial"/>
              </a:defRPr>
            </a:lvl8pPr>
            <a:lvl9pPr algn="l">
              <a:defRPr sz="1050" b="1">
                <a:solidFill>
                  <a:srgbClr val="BBD0DD"/>
                </a:solidFill>
                <a:latin typeface="Arial"/>
                <a:ea typeface="Arial"/>
                <a:cs typeface="Arial"/>
              </a:defRPr>
            </a:lvl9pPr>
          </a:lstStyle>
          <a:p xmlns:a="http://schemas.openxmlformats.org/drawingml/2006/main">
            <a:pPr algn="l">
              <a:defRPr sz="1050" b="1">
                <a:solidFill>
                  <a:srgbClr val="BBD0DD"/>
                </a:solidFill>
                <a:latin typeface="Arial"/>
                <a:ea typeface="Arial"/>
                <a:cs typeface="Arial"/>
              </a:defRPr>
            </a:pPr>
            <a:r>
              <a:rPr sz="1050" b="1">
                <a:solidFill>
                  <a:srgbClr val="BBD0DD"/>
                </a:solidFill>
                <a:latin typeface="Arial"/>
                <a:ea typeface="Arial"/>
                <a:cs typeface="Arial"/>
              </a:rPr>
              <a:t>APP SERVER</a:t>
            </a:r>
          </a:p>
        </p:txBody>
      </p:sp>
      <p:sp>
        <p:nvSpPr>
          <p:cNvPr id="12" name="">
            <a:extLst xmlns:a="http://schemas.openxmlformats.org/drawingml/2006/main">
              <a:ext uri="{FF2B5EF4-FFF2-40B4-BE49-F238E27FC236}">
                <a16:creationId xmlns:a16="http://schemas.microsoft.com/office/drawing/2014/main" id="{42010C81-D6E2-4283-9D13-F6A049677315}"/>
              </a:ext>
            </a:extLst>
          </p:cNvPr>
          <p:cNvSpPr>
            <a:spLocks xmlns:a="http://schemas.openxmlformats.org/drawingml/2006/main" noGrp="1"/>
          </p:cNvSpPr>
          <p:nvPr/>
        </p:nvSpPr>
        <p:spPr>
          <a:xfrm xmlns:a="http://schemas.openxmlformats.org/drawingml/2006/main">
            <a:off x="4705350" y="2895600"/>
            <a:ext cx="271462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2025" b="1">
                <a:solidFill>
                  <a:srgbClr val="FFFFFF"/>
                </a:solidFill>
                <a:latin typeface="Arial"/>
                <a:ea typeface="Arial"/>
                <a:cs typeface="Arial"/>
              </a:defRPr>
            </a:defPPr>
            <a:lvl1pPr algn="l">
              <a:defRPr sz="2025" b="1">
                <a:solidFill>
                  <a:srgbClr val="FFFFFF"/>
                </a:solidFill>
                <a:latin typeface="Arial"/>
                <a:ea typeface="Arial"/>
                <a:cs typeface="Arial"/>
              </a:defRPr>
            </a:lvl1pPr>
            <a:lvl2pPr algn="l">
              <a:defRPr sz="2025" b="1">
                <a:solidFill>
                  <a:srgbClr val="FFFFFF"/>
                </a:solidFill>
                <a:latin typeface="Arial"/>
                <a:ea typeface="Arial"/>
                <a:cs typeface="Arial"/>
              </a:defRPr>
            </a:lvl2pPr>
            <a:lvl3pPr algn="l">
              <a:defRPr sz="2025" b="1">
                <a:solidFill>
                  <a:srgbClr val="FFFFFF"/>
                </a:solidFill>
                <a:latin typeface="Arial"/>
                <a:ea typeface="Arial"/>
                <a:cs typeface="Arial"/>
              </a:defRPr>
            </a:lvl3pPr>
            <a:lvl4pPr algn="l">
              <a:defRPr sz="2025" b="1">
                <a:solidFill>
                  <a:srgbClr val="FFFFFF"/>
                </a:solidFill>
                <a:latin typeface="Arial"/>
                <a:ea typeface="Arial"/>
                <a:cs typeface="Arial"/>
              </a:defRPr>
            </a:lvl4pPr>
            <a:lvl5pPr algn="l">
              <a:defRPr sz="2025" b="1">
                <a:solidFill>
                  <a:srgbClr val="FFFFFF"/>
                </a:solidFill>
                <a:latin typeface="Arial"/>
                <a:ea typeface="Arial"/>
                <a:cs typeface="Arial"/>
              </a:defRPr>
            </a:lvl5pPr>
            <a:lvl6pPr algn="l">
              <a:defRPr sz="2025" b="1">
                <a:solidFill>
                  <a:srgbClr val="FFFFFF"/>
                </a:solidFill>
                <a:latin typeface="Arial"/>
                <a:ea typeface="Arial"/>
                <a:cs typeface="Arial"/>
              </a:defRPr>
            </a:lvl6pPr>
            <a:lvl7pPr algn="l">
              <a:defRPr sz="2025" b="1">
                <a:solidFill>
                  <a:srgbClr val="FFFFFF"/>
                </a:solidFill>
                <a:latin typeface="Arial"/>
                <a:ea typeface="Arial"/>
                <a:cs typeface="Arial"/>
              </a:defRPr>
            </a:lvl7pPr>
            <a:lvl8pPr algn="l">
              <a:defRPr sz="2025" b="1">
                <a:solidFill>
                  <a:srgbClr val="FFFFFF"/>
                </a:solidFill>
                <a:latin typeface="Arial"/>
                <a:ea typeface="Arial"/>
                <a:cs typeface="Arial"/>
              </a:defRPr>
            </a:lvl8pPr>
            <a:lvl9pPr algn="l">
              <a:defRPr sz="2025" b="1">
                <a:solidFill>
                  <a:srgbClr val="FFFFFF"/>
                </a:solidFill>
                <a:latin typeface="Arial"/>
                <a:ea typeface="Arial"/>
                <a:cs typeface="Arial"/>
              </a:defRPr>
            </a:lvl9pPr>
          </a:lstStyle>
          <a:p xmlns:a="http://schemas.openxmlformats.org/drawingml/2006/main">
            <a:pPr algn="l">
              <a:defRPr sz="2025" b="1">
                <a:solidFill>
                  <a:srgbClr val="FFFFFF"/>
                </a:solidFill>
                <a:latin typeface="Arial"/>
                <a:ea typeface="Arial"/>
                <a:cs typeface="Arial"/>
              </a:defRPr>
            </a:pPr>
            <a:r>
              <a:rPr sz="2025" b="1">
                <a:solidFill>
                  <a:srgbClr val="FFFFFF"/>
                </a:solidFill>
                <a:latin typeface="Arial"/>
                <a:ea typeface="Arial"/>
                <a:cs typeface="Arial"/>
              </a:rPr>
              <a:t>Python + FastAPI</a:t>
            </a:r>
          </a:p>
        </p:txBody>
      </p:sp>
      <p:sp>
        <p:nvSpPr>
          <p:cNvPr id="13" name="">
            <a:extLst xmlns:a="http://schemas.openxmlformats.org/drawingml/2006/main">
              <a:ext uri="{FF2B5EF4-FFF2-40B4-BE49-F238E27FC236}">
                <a16:creationId xmlns:a16="http://schemas.microsoft.com/office/drawing/2014/main" id="{3FA03CC9-E40A-428D-A780-5870F5001DD9}"/>
              </a:ext>
            </a:extLst>
          </p:cNvPr>
          <p:cNvSpPr>
            <a:spLocks xmlns:a="http://schemas.openxmlformats.org/drawingml/2006/main" noGrp="1"/>
          </p:cNvSpPr>
          <p:nvPr/>
        </p:nvSpPr>
        <p:spPr>
          <a:xfrm xmlns:a="http://schemas.openxmlformats.org/drawingml/2006/main">
            <a:off x="4705350" y="3486150"/>
            <a:ext cx="26670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50" b="0">
                <a:solidFill>
                  <a:srgbClr val="DCE8EE"/>
                </a:solidFill>
                <a:latin typeface="Arial"/>
                <a:ea typeface="Arial"/>
                <a:cs typeface="Arial"/>
              </a:defRPr>
            </a:defPPr>
            <a:lvl1pPr algn="l">
              <a:defRPr sz="1350" b="0">
                <a:solidFill>
                  <a:srgbClr val="DCE8EE"/>
                </a:solidFill>
                <a:latin typeface="Arial"/>
                <a:ea typeface="Arial"/>
                <a:cs typeface="Arial"/>
              </a:defRPr>
            </a:lvl1pPr>
            <a:lvl2pPr algn="l">
              <a:defRPr sz="1350" b="0">
                <a:solidFill>
                  <a:srgbClr val="DCE8EE"/>
                </a:solidFill>
                <a:latin typeface="Arial"/>
                <a:ea typeface="Arial"/>
                <a:cs typeface="Arial"/>
              </a:defRPr>
            </a:lvl2pPr>
            <a:lvl3pPr algn="l">
              <a:defRPr sz="1350" b="0">
                <a:solidFill>
                  <a:srgbClr val="DCE8EE"/>
                </a:solidFill>
                <a:latin typeface="Arial"/>
                <a:ea typeface="Arial"/>
                <a:cs typeface="Arial"/>
              </a:defRPr>
            </a:lvl3pPr>
            <a:lvl4pPr algn="l">
              <a:defRPr sz="1350" b="0">
                <a:solidFill>
                  <a:srgbClr val="DCE8EE"/>
                </a:solidFill>
                <a:latin typeface="Arial"/>
                <a:ea typeface="Arial"/>
                <a:cs typeface="Arial"/>
              </a:defRPr>
            </a:lvl4pPr>
            <a:lvl5pPr algn="l">
              <a:defRPr sz="1350" b="0">
                <a:solidFill>
                  <a:srgbClr val="DCE8EE"/>
                </a:solidFill>
                <a:latin typeface="Arial"/>
                <a:ea typeface="Arial"/>
                <a:cs typeface="Arial"/>
              </a:defRPr>
            </a:lvl5pPr>
            <a:lvl6pPr algn="l">
              <a:defRPr sz="1350" b="0">
                <a:solidFill>
                  <a:srgbClr val="DCE8EE"/>
                </a:solidFill>
                <a:latin typeface="Arial"/>
                <a:ea typeface="Arial"/>
                <a:cs typeface="Arial"/>
              </a:defRPr>
            </a:lvl6pPr>
            <a:lvl7pPr algn="l">
              <a:defRPr sz="1350" b="0">
                <a:solidFill>
                  <a:srgbClr val="DCE8EE"/>
                </a:solidFill>
                <a:latin typeface="Arial"/>
                <a:ea typeface="Arial"/>
                <a:cs typeface="Arial"/>
              </a:defRPr>
            </a:lvl7pPr>
            <a:lvl8pPr algn="l">
              <a:defRPr sz="1350" b="0">
                <a:solidFill>
                  <a:srgbClr val="DCE8EE"/>
                </a:solidFill>
                <a:latin typeface="Arial"/>
                <a:ea typeface="Arial"/>
                <a:cs typeface="Arial"/>
              </a:defRPr>
            </a:lvl8pPr>
            <a:lvl9pPr algn="l">
              <a:defRPr sz="1350" b="0">
                <a:solidFill>
                  <a:srgbClr val="DCE8EE"/>
                </a:solidFill>
                <a:latin typeface="Arial"/>
                <a:ea typeface="Arial"/>
                <a:cs typeface="Arial"/>
              </a:defRPr>
            </a:lvl9pPr>
          </a:lstStyle>
          <a:p xmlns:a="http://schemas.openxmlformats.org/drawingml/2006/main">
            <a:pPr algn="l">
              <a:defRPr sz="1350" b="0">
                <a:solidFill>
                  <a:srgbClr val="DCE8EE"/>
                </a:solidFill>
                <a:latin typeface="Arial"/>
                <a:ea typeface="Arial"/>
                <a:cs typeface="Arial"/>
              </a:defRPr>
            </a:pPr>
            <a:r>
              <a:rPr sz="1350" b="0">
                <a:solidFill>
                  <a:srgbClr val="DCE8EE"/>
                </a:solidFill>
                <a:latin typeface="Arial"/>
                <a:ea typeface="Arial"/>
                <a:cs typeface="Arial"/>
              </a:rPr>
              <a:t>Course pages and mock</a:t>
            </a:r>
          </a:p>
          <a:p xmlns:a="http://schemas.openxmlformats.org/drawingml/2006/main">
            <a:pPr algn="l">
              <a:defRPr sz="1350" b="0">
                <a:solidFill>
                  <a:srgbClr val="DCE8EE"/>
                </a:solidFill>
                <a:latin typeface="Arial"/>
                <a:ea typeface="Arial"/>
                <a:cs typeface="Arial"/>
              </a:defRPr>
            </a:pPr>
            <a:r>
              <a:rPr sz="1350" b="0">
                <a:solidFill>
                  <a:srgbClr val="DCE8EE"/>
                </a:solidFill>
                <a:latin typeface="Arial"/>
                <a:ea typeface="Arial"/>
                <a:cs typeface="Arial"/>
              </a:rPr>
              <a:t>Canvas API endpoints</a:t>
            </a:r>
          </a:p>
        </p:txBody>
      </p:sp>
      <p:sp>
        <p:nvSpPr>
          <p:cNvPr id="14" name="">
            <a:extLst xmlns:a="http://schemas.openxmlformats.org/drawingml/2006/main">
              <a:ext uri="{FF2B5EF4-FFF2-40B4-BE49-F238E27FC236}">
                <a16:creationId xmlns:a16="http://schemas.microsoft.com/office/drawing/2014/main" id="{71C33DF3-679B-492E-961C-D4E6A04772C9}"/>
              </a:ext>
            </a:extLst>
          </p:cNvPr>
          <p:cNvSpPr>
            <a:spLocks xmlns:a="http://schemas.openxmlformats.org/drawingml/2006/main" noGrp="1"/>
          </p:cNvSpPr>
          <p:nvPr/>
        </p:nvSpPr>
        <p:spPr>
          <a:xfrm xmlns:a="http://schemas.openxmlformats.org/drawingml/2006/main">
            <a:off x="8191500" y="2238375"/>
            <a:ext cx="3257550" cy="2047875"/>
          </a:xfrm>
          <a:prstGeom xmlns:a="http://schemas.openxmlformats.org/drawingml/2006/main" prst="roundRect">
            <a:avLst>
              <a:gd name="adj" fmla="val 8372"/>
            </a:avLst>
          </a:prstGeom>
          <a:solidFill xmlns:a="http://schemas.openxmlformats.org/drawingml/2006/main">
            <a:srgbClr val="F4F7F9"/>
          </a:solidFill>
          <a:ln xmlns:a="http://schemas.openxmlformats.org/drawingml/2006/main" w="9525">
            <a:solidFill>
              <a:srgbClr val="D7E0E6"/>
            </a:solidFill>
            <a:prstDash val="solid"/>
          </a:ln>
        </p:spPr>
      </p:sp>
      <p:sp>
        <p:nvSpPr>
          <p:cNvPr id="15" name="">
            <a:extLst xmlns:a="http://schemas.openxmlformats.org/drawingml/2006/main">
              <a:ext uri="{FF2B5EF4-FFF2-40B4-BE49-F238E27FC236}">
                <a16:creationId xmlns:a16="http://schemas.microsoft.com/office/drawing/2014/main" id="{EA4D9A78-CCD6-46A0-8A35-AF9CEA6666AF}"/>
              </a:ext>
            </a:extLst>
          </p:cNvPr>
          <p:cNvSpPr>
            <a:spLocks xmlns:a="http://schemas.openxmlformats.org/drawingml/2006/main" noGrp="1"/>
          </p:cNvSpPr>
          <p:nvPr/>
        </p:nvSpPr>
        <p:spPr>
          <a:xfrm xmlns:a="http://schemas.openxmlformats.org/drawingml/2006/main">
            <a:off x="8458200" y="2495550"/>
            <a:ext cx="2667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50" b="1">
                <a:solidFill>
                  <a:srgbClr val="0877B9"/>
                </a:solidFill>
                <a:latin typeface="Arial"/>
                <a:ea typeface="Arial"/>
                <a:cs typeface="Arial"/>
              </a:defRPr>
            </a:defPPr>
            <a:lvl1pPr algn="l">
              <a:defRPr sz="1050" b="1">
                <a:solidFill>
                  <a:srgbClr val="0877B9"/>
                </a:solidFill>
                <a:latin typeface="Arial"/>
                <a:ea typeface="Arial"/>
                <a:cs typeface="Arial"/>
              </a:defRPr>
            </a:lvl1pPr>
            <a:lvl2pPr algn="l">
              <a:defRPr sz="1050" b="1">
                <a:solidFill>
                  <a:srgbClr val="0877B9"/>
                </a:solidFill>
                <a:latin typeface="Arial"/>
                <a:ea typeface="Arial"/>
                <a:cs typeface="Arial"/>
              </a:defRPr>
            </a:lvl2pPr>
            <a:lvl3pPr algn="l">
              <a:defRPr sz="1050" b="1">
                <a:solidFill>
                  <a:srgbClr val="0877B9"/>
                </a:solidFill>
                <a:latin typeface="Arial"/>
                <a:ea typeface="Arial"/>
                <a:cs typeface="Arial"/>
              </a:defRPr>
            </a:lvl3pPr>
            <a:lvl4pPr algn="l">
              <a:defRPr sz="1050" b="1">
                <a:solidFill>
                  <a:srgbClr val="0877B9"/>
                </a:solidFill>
                <a:latin typeface="Arial"/>
                <a:ea typeface="Arial"/>
                <a:cs typeface="Arial"/>
              </a:defRPr>
            </a:lvl4pPr>
            <a:lvl5pPr algn="l">
              <a:defRPr sz="1050" b="1">
                <a:solidFill>
                  <a:srgbClr val="0877B9"/>
                </a:solidFill>
                <a:latin typeface="Arial"/>
                <a:ea typeface="Arial"/>
                <a:cs typeface="Arial"/>
              </a:defRPr>
            </a:lvl5pPr>
            <a:lvl6pPr algn="l">
              <a:defRPr sz="1050" b="1">
                <a:solidFill>
                  <a:srgbClr val="0877B9"/>
                </a:solidFill>
                <a:latin typeface="Arial"/>
                <a:ea typeface="Arial"/>
                <a:cs typeface="Arial"/>
              </a:defRPr>
            </a:lvl6pPr>
            <a:lvl7pPr algn="l">
              <a:defRPr sz="1050" b="1">
                <a:solidFill>
                  <a:srgbClr val="0877B9"/>
                </a:solidFill>
                <a:latin typeface="Arial"/>
                <a:ea typeface="Arial"/>
                <a:cs typeface="Arial"/>
              </a:defRPr>
            </a:lvl7pPr>
            <a:lvl8pPr algn="l">
              <a:defRPr sz="1050" b="1">
                <a:solidFill>
                  <a:srgbClr val="0877B9"/>
                </a:solidFill>
                <a:latin typeface="Arial"/>
                <a:ea typeface="Arial"/>
                <a:cs typeface="Arial"/>
              </a:defRPr>
            </a:lvl8pPr>
            <a:lvl9pPr algn="l">
              <a:defRPr sz="1050" b="1">
                <a:solidFill>
                  <a:srgbClr val="0877B9"/>
                </a:solidFill>
                <a:latin typeface="Arial"/>
                <a:ea typeface="Arial"/>
                <a:cs typeface="Arial"/>
              </a:defRPr>
            </a:lvl9pPr>
          </a:lstStyle>
          <a:p xmlns:a="http://schemas.openxmlformats.org/drawingml/2006/main">
            <a:pPr algn="l">
              <a:defRPr sz="1050" b="1">
                <a:solidFill>
                  <a:srgbClr val="0877B9"/>
                </a:solidFill>
                <a:latin typeface="Arial"/>
                <a:ea typeface="Arial"/>
                <a:cs typeface="Arial"/>
              </a:defRPr>
            </a:pPr>
            <a:r>
              <a:rPr sz="1050" b="1">
                <a:solidFill>
                  <a:srgbClr val="0877B9"/>
                </a:solidFill>
                <a:latin typeface="Arial"/>
                <a:ea typeface="Arial"/>
                <a:cs typeface="Arial"/>
              </a:rPr>
              <a:t>LOCAL DATA</a:t>
            </a:r>
          </a:p>
        </p:txBody>
      </p:sp>
      <p:sp>
        <p:nvSpPr>
          <p:cNvPr id="16" name="">
            <a:extLst xmlns:a="http://schemas.openxmlformats.org/drawingml/2006/main">
              <a:ext uri="{FF2B5EF4-FFF2-40B4-BE49-F238E27FC236}">
                <a16:creationId xmlns:a16="http://schemas.microsoft.com/office/drawing/2014/main" id="{9E3946B1-B6BF-400E-9498-9CEE4457BAA0}"/>
              </a:ext>
            </a:extLst>
          </p:cNvPr>
          <p:cNvSpPr>
            <a:spLocks xmlns:a="http://schemas.openxmlformats.org/drawingml/2006/main" noGrp="1"/>
          </p:cNvSpPr>
          <p:nvPr/>
        </p:nvSpPr>
        <p:spPr>
          <a:xfrm xmlns:a="http://schemas.openxmlformats.org/drawingml/2006/main">
            <a:off x="8458200" y="2895600"/>
            <a:ext cx="271462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2025" b="1">
                <a:solidFill>
                  <a:srgbClr val="183044"/>
                </a:solidFill>
                <a:latin typeface="Arial"/>
                <a:ea typeface="Arial"/>
                <a:cs typeface="Arial"/>
              </a:defRPr>
            </a:defPPr>
            <a:lvl1pPr algn="l">
              <a:defRPr sz="2025" b="1">
                <a:solidFill>
                  <a:srgbClr val="183044"/>
                </a:solidFill>
                <a:latin typeface="Arial"/>
                <a:ea typeface="Arial"/>
                <a:cs typeface="Arial"/>
              </a:defRPr>
            </a:lvl1pPr>
            <a:lvl2pPr algn="l">
              <a:defRPr sz="2025" b="1">
                <a:solidFill>
                  <a:srgbClr val="183044"/>
                </a:solidFill>
                <a:latin typeface="Arial"/>
                <a:ea typeface="Arial"/>
                <a:cs typeface="Arial"/>
              </a:defRPr>
            </a:lvl2pPr>
            <a:lvl3pPr algn="l">
              <a:defRPr sz="2025" b="1">
                <a:solidFill>
                  <a:srgbClr val="183044"/>
                </a:solidFill>
                <a:latin typeface="Arial"/>
                <a:ea typeface="Arial"/>
                <a:cs typeface="Arial"/>
              </a:defRPr>
            </a:lvl3pPr>
            <a:lvl4pPr algn="l">
              <a:defRPr sz="2025" b="1">
                <a:solidFill>
                  <a:srgbClr val="183044"/>
                </a:solidFill>
                <a:latin typeface="Arial"/>
                <a:ea typeface="Arial"/>
                <a:cs typeface="Arial"/>
              </a:defRPr>
            </a:lvl4pPr>
            <a:lvl5pPr algn="l">
              <a:defRPr sz="2025" b="1">
                <a:solidFill>
                  <a:srgbClr val="183044"/>
                </a:solidFill>
                <a:latin typeface="Arial"/>
                <a:ea typeface="Arial"/>
                <a:cs typeface="Arial"/>
              </a:defRPr>
            </a:lvl5pPr>
            <a:lvl6pPr algn="l">
              <a:defRPr sz="2025" b="1">
                <a:solidFill>
                  <a:srgbClr val="183044"/>
                </a:solidFill>
                <a:latin typeface="Arial"/>
                <a:ea typeface="Arial"/>
                <a:cs typeface="Arial"/>
              </a:defRPr>
            </a:lvl6pPr>
            <a:lvl7pPr algn="l">
              <a:defRPr sz="2025" b="1">
                <a:solidFill>
                  <a:srgbClr val="183044"/>
                </a:solidFill>
                <a:latin typeface="Arial"/>
                <a:ea typeface="Arial"/>
                <a:cs typeface="Arial"/>
              </a:defRPr>
            </a:lvl7pPr>
            <a:lvl8pPr algn="l">
              <a:defRPr sz="2025" b="1">
                <a:solidFill>
                  <a:srgbClr val="183044"/>
                </a:solidFill>
                <a:latin typeface="Arial"/>
                <a:ea typeface="Arial"/>
                <a:cs typeface="Arial"/>
              </a:defRPr>
            </a:lvl8pPr>
            <a:lvl9pPr algn="l">
              <a:defRPr sz="2025" b="1">
                <a:solidFill>
                  <a:srgbClr val="183044"/>
                </a:solidFill>
                <a:latin typeface="Arial"/>
                <a:ea typeface="Arial"/>
                <a:cs typeface="Arial"/>
              </a:defRPr>
            </a:lvl9pPr>
          </a:lstStyle>
          <a:p xmlns:a="http://schemas.openxmlformats.org/drawingml/2006/main">
            <a:pPr algn="l">
              <a:defRPr sz="2025" b="1">
                <a:solidFill>
                  <a:srgbClr val="183044"/>
                </a:solidFill>
                <a:latin typeface="Arial"/>
                <a:ea typeface="Arial"/>
                <a:cs typeface="Arial"/>
              </a:defRPr>
            </a:pPr>
            <a:r>
              <a:rPr sz="2025" b="1">
                <a:solidFill>
                  <a:srgbClr val="183044"/>
                </a:solidFill>
                <a:latin typeface="Arial"/>
                <a:ea typeface="Arial"/>
                <a:cs typeface="Arial"/>
              </a:rPr>
              <a:t>SQLite + JSON</a:t>
            </a:r>
          </a:p>
        </p:txBody>
      </p:sp>
      <p:sp>
        <p:nvSpPr>
          <p:cNvPr id="17" name="">
            <a:extLst xmlns:a="http://schemas.openxmlformats.org/drawingml/2006/main">
              <a:ext uri="{FF2B5EF4-FFF2-40B4-BE49-F238E27FC236}">
                <a16:creationId xmlns:a16="http://schemas.microsoft.com/office/drawing/2014/main" id="{EA0B9B17-F5B7-4F6F-BC6F-A2013B2BF0E5}"/>
              </a:ext>
            </a:extLst>
          </p:cNvPr>
          <p:cNvSpPr>
            <a:spLocks xmlns:a="http://schemas.openxmlformats.org/drawingml/2006/main" noGrp="1"/>
          </p:cNvSpPr>
          <p:nvPr/>
        </p:nvSpPr>
        <p:spPr>
          <a:xfrm xmlns:a="http://schemas.openxmlformats.org/drawingml/2006/main">
            <a:off x="8458200" y="3486150"/>
            <a:ext cx="26670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50" b="0">
                <a:solidFill>
                  <a:srgbClr val="5C6F7D"/>
                </a:solidFill>
                <a:latin typeface="Arial"/>
                <a:ea typeface="Arial"/>
                <a:cs typeface="Arial"/>
              </a:defRPr>
            </a:defPPr>
            <a:lvl1pPr algn="l">
              <a:defRPr sz="1350" b="0">
                <a:solidFill>
                  <a:srgbClr val="5C6F7D"/>
                </a:solidFill>
                <a:latin typeface="Arial"/>
                <a:ea typeface="Arial"/>
                <a:cs typeface="Arial"/>
              </a:defRPr>
            </a:lvl1pPr>
            <a:lvl2pPr algn="l">
              <a:defRPr sz="1350" b="0">
                <a:solidFill>
                  <a:srgbClr val="5C6F7D"/>
                </a:solidFill>
                <a:latin typeface="Arial"/>
                <a:ea typeface="Arial"/>
                <a:cs typeface="Arial"/>
              </a:defRPr>
            </a:lvl2pPr>
            <a:lvl3pPr algn="l">
              <a:defRPr sz="1350" b="0">
                <a:solidFill>
                  <a:srgbClr val="5C6F7D"/>
                </a:solidFill>
                <a:latin typeface="Arial"/>
                <a:ea typeface="Arial"/>
                <a:cs typeface="Arial"/>
              </a:defRPr>
            </a:lvl3pPr>
            <a:lvl4pPr algn="l">
              <a:defRPr sz="1350" b="0">
                <a:solidFill>
                  <a:srgbClr val="5C6F7D"/>
                </a:solidFill>
                <a:latin typeface="Arial"/>
                <a:ea typeface="Arial"/>
                <a:cs typeface="Arial"/>
              </a:defRPr>
            </a:lvl4pPr>
            <a:lvl5pPr algn="l">
              <a:defRPr sz="1350" b="0">
                <a:solidFill>
                  <a:srgbClr val="5C6F7D"/>
                </a:solidFill>
                <a:latin typeface="Arial"/>
                <a:ea typeface="Arial"/>
                <a:cs typeface="Arial"/>
              </a:defRPr>
            </a:lvl5pPr>
            <a:lvl6pPr algn="l">
              <a:defRPr sz="1350" b="0">
                <a:solidFill>
                  <a:srgbClr val="5C6F7D"/>
                </a:solidFill>
                <a:latin typeface="Arial"/>
                <a:ea typeface="Arial"/>
                <a:cs typeface="Arial"/>
              </a:defRPr>
            </a:lvl6pPr>
            <a:lvl7pPr algn="l">
              <a:defRPr sz="1350" b="0">
                <a:solidFill>
                  <a:srgbClr val="5C6F7D"/>
                </a:solidFill>
                <a:latin typeface="Arial"/>
                <a:ea typeface="Arial"/>
                <a:cs typeface="Arial"/>
              </a:defRPr>
            </a:lvl7pPr>
            <a:lvl8pPr algn="l">
              <a:defRPr sz="1350" b="0">
                <a:solidFill>
                  <a:srgbClr val="5C6F7D"/>
                </a:solidFill>
                <a:latin typeface="Arial"/>
                <a:ea typeface="Arial"/>
                <a:cs typeface="Arial"/>
              </a:defRPr>
            </a:lvl8pPr>
            <a:lvl9pPr algn="l">
              <a:defRPr sz="1350" b="0">
                <a:solidFill>
                  <a:srgbClr val="5C6F7D"/>
                </a:solidFill>
                <a:latin typeface="Arial"/>
                <a:ea typeface="Arial"/>
                <a:cs typeface="Arial"/>
              </a:defRPr>
            </a:lvl9pPr>
          </a:lstStyle>
          <a:p xmlns:a="http://schemas.openxmlformats.org/drawingml/2006/main">
            <a:pPr algn="l">
              <a:defRPr sz="1350" b="0">
                <a:solidFill>
                  <a:srgbClr val="5C6F7D"/>
                </a:solidFill>
                <a:latin typeface="Arial"/>
                <a:ea typeface="Arial"/>
                <a:cs typeface="Arial"/>
              </a:defRPr>
            </a:pPr>
            <a:r>
              <a:rPr sz="1350" b="0">
                <a:solidFill>
                  <a:srgbClr val="5C6F7D"/>
                </a:solidFill>
                <a:latin typeface="Arial"/>
                <a:ea typeface="Arial"/>
                <a:cs typeface="Arial"/>
              </a:rPr>
              <a:t>Seeded VIBE 101 content</a:t>
            </a:r>
          </a:p>
          <a:p xmlns:a="http://schemas.openxmlformats.org/drawingml/2006/main">
            <a:pPr algn="l">
              <a:defRPr sz="1350" b="0">
                <a:solidFill>
                  <a:srgbClr val="5C6F7D"/>
                </a:solidFill>
                <a:latin typeface="Arial"/>
                <a:ea typeface="Arial"/>
                <a:cs typeface="Arial"/>
              </a:defRPr>
            </a:pPr>
            <a:r>
              <a:rPr sz="1350" b="0">
                <a:solidFill>
                  <a:srgbClr val="5C6F7D"/>
                </a:solidFill>
                <a:latin typeface="Arial"/>
                <a:ea typeface="Arial"/>
                <a:cs typeface="Arial"/>
              </a:rPr>
              <a:t>and fictional demo records</a:t>
            </a:r>
          </a:p>
        </p:txBody>
      </p:sp>
      <p:sp>
        <p:nvSpPr>
          <p:cNvPr id="18" name="">
            <a:extLst xmlns:a="http://schemas.openxmlformats.org/drawingml/2006/main">
              <a:ext uri="{FF2B5EF4-FFF2-40B4-BE49-F238E27FC236}">
                <a16:creationId xmlns:a16="http://schemas.microsoft.com/office/drawing/2014/main" id="{32E60967-431C-4937-BA8C-7C29F442CF1E}"/>
              </a:ext>
            </a:extLst>
          </p:cNvPr>
          <p:cNvSpPr>
            <a:spLocks xmlns:a="http://schemas.openxmlformats.org/drawingml/2006/main" noGrp="1"/>
          </p:cNvSpPr>
          <p:nvPr/>
        </p:nvSpPr>
        <p:spPr>
          <a:xfrm xmlns:a="http://schemas.openxmlformats.org/drawingml/2006/main">
            <a:off x="3943350" y="3114675"/>
            <a:ext cx="400050" cy="28575"/>
          </a:xfrm>
          <a:prstGeom xmlns:a="http://schemas.openxmlformats.org/drawingml/2006/main" prst="rect">
            <a:avLst/>
          </a:prstGeom>
          <a:solidFill xmlns:a="http://schemas.openxmlformats.org/drawingml/2006/main">
            <a:srgbClr val="0877B9"/>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D6C1C3A1-91C5-4ED6-BB91-8444BAE5F10E}"/>
              </a:ext>
            </a:extLst>
          </p:cNvPr>
          <p:cNvSpPr>
            <a:spLocks xmlns:a="http://schemas.openxmlformats.org/drawingml/2006/main" noGrp="1"/>
          </p:cNvSpPr>
          <p:nvPr/>
        </p:nvSpPr>
        <p:spPr>
          <a:xfrm xmlns:a="http://schemas.openxmlformats.org/drawingml/2006/main">
            <a:off x="7696200" y="3114675"/>
            <a:ext cx="400050" cy="28575"/>
          </a:xfrm>
          <a:prstGeom xmlns:a="http://schemas.openxmlformats.org/drawingml/2006/main" prst="rect">
            <a:avLst/>
          </a:prstGeom>
          <a:solidFill xmlns:a="http://schemas.openxmlformats.org/drawingml/2006/main">
            <a:srgbClr val="0877B9"/>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F3ACA5FE-45F8-4461-A5B5-C03A7CC708EC}"/>
              </a:ext>
            </a:extLst>
          </p:cNvPr>
          <p:cNvSpPr>
            <a:spLocks xmlns:a="http://schemas.openxmlformats.org/drawingml/2006/main" noGrp="1"/>
          </p:cNvSpPr>
          <p:nvPr/>
        </p:nvSpPr>
        <p:spPr>
          <a:xfrm xmlns:a="http://schemas.openxmlformats.org/drawingml/2006/main">
            <a:off x="685800" y="4610100"/>
            <a:ext cx="10763250" cy="1066800"/>
          </a:xfrm>
          <a:prstGeom xmlns:a="http://schemas.openxmlformats.org/drawingml/2006/main" prst="roundRect">
            <a:avLst>
              <a:gd name="adj" fmla="val 12500"/>
            </a:avLst>
          </a:prstGeom>
          <a:solidFill xmlns:a="http://schemas.openxmlformats.org/drawingml/2006/main">
            <a:srgbClr val="EAF4FA"/>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0494F2A6-A366-468E-ADDA-E29C23F266AC}"/>
              </a:ext>
            </a:extLst>
          </p:cNvPr>
          <p:cNvSpPr>
            <a:spLocks xmlns:a="http://schemas.openxmlformats.org/drawingml/2006/main" noGrp="1"/>
          </p:cNvSpPr>
          <p:nvPr/>
        </p:nvSpPr>
        <p:spPr>
          <a:xfrm xmlns:a="http://schemas.openxmlformats.org/drawingml/2006/main">
            <a:off x="952500" y="4781550"/>
            <a:ext cx="23241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50" b="1">
                <a:solidFill>
                  <a:srgbClr val="0877B9"/>
                </a:solidFill>
                <a:latin typeface="Arial"/>
                <a:ea typeface="Arial"/>
                <a:cs typeface="Arial"/>
              </a:defRPr>
            </a:defPPr>
            <a:lvl1pPr algn="l">
              <a:defRPr sz="1050" b="1">
                <a:solidFill>
                  <a:srgbClr val="0877B9"/>
                </a:solidFill>
                <a:latin typeface="Arial"/>
                <a:ea typeface="Arial"/>
                <a:cs typeface="Arial"/>
              </a:defRPr>
            </a:lvl1pPr>
            <a:lvl2pPr algn="l">
              <a:defRPr sz="1050" b="1">
                <a:solidFill>
                  <a:srgbClr val="0877B9"/>
                </a:solidFill>
                <a:latin typeface="Arial"/>
                <a:ea typeface="Arial"/>
                <a:cs typeface="Arial"/>
              </a:defRPr>
            </a:lvl2pPr>
            <a:lvl3pPr algn="l">
              <a:defRPr sz="1050" b="1">
                <a:solidFill>
                  <a:srgbClr val="0877B9"/>
                </a:solidFill>
                <a:latin typeface="Arial"/>
                <a:ea typeface="Arial"/>
                <a:cs typeface="Arial"/>
              </a:defRPr>
            </a:lvl3pPr>
            <a:lvl4pPr algn="l">
              <a:defRPr sz="1050" b="1">
                <a:solidFill>
                  <a:srgbClr val="0877B9"/>
                </a:solidFill>
                <a:latin typeface="Arial"/>
                <a:ea typeface="Arial"/>
                <a:cs typeface="Arial"/>
              </a:defRPr>
            </a:lvl4pPr>
            <a:lvl5pPr algn="l">
              <a:defRPr sz="1050" b="1">
                <a:solidFill>
                  <a:srgbClr val="0877B9"/>
                </a:solidFill>
                <a:latin typeface="Arial"/>
                <a:ea typeface="Arial"/>
                <a:cs typeface="Arial"/>
              </a:defRPr>
            </a:lvl5pPr>
            <a:lvl6pPr algn="l">
              <a:defRPr sz="1050" b="1">
                <a:solidFill>
                  <a:srgbClr val="0877B9"/>
                </a:solidFill>
                <a:latin typeface="Arial"/>
                <a:ea typeface="Arial"/>
                <a:cs typeface="Arial"/>
              </a:defRPr>
            </a:lvl6pPr>
            <a:lvl7pPr algn="l">
              <a:defRPr sz="1050" b="1">
                <a:solidFill>
                  <a:srgbClr val="0877B9"/>
                </a:solidFill>
                <a:latin typeface="Arial"/>
                <a:ea typeface="Arial"/>
                <a:cs typeface="Arial"/>
              </a:defRPr>
            </a:lvl7pPr>
            <a:lvl8pPr algn="l">
              <a:defRPr sz="1050" b="1">
                <a:solidFill>
                  <a:srgbClr val="0877B9"/>
                </a:solidFill>
                <a:latin typeface="Arial"/>
                <a:ea typeface="Arial"/>
                <a:cs typeface="Arial"/>
              </a:defRPr>
            </a:lvl8pPr>
            <a:lvl9pPr algn="l">
              <a:defRPr sz="1050" b="1">
                <a:solidFill>
                  <a:srgbClr val="0877B9"/>
                </a:solidFill>
                <a:latin typeface="Arial"/>
                <a:ea typeface="Arial"/>
                <a:cs typeface="Arial"/>
              </a:defRPr>
            </a:lvl9pPr>
          </a:lstStyle>
          <a:p xmlns:a="http://schemas.openxmlformats.org/drawingml/2006/main">
            <a:pPr algn="l">
              <a:defRPr sz="1050" b="1">
                <a:solidFill>
                  <a:srgbClr val="0877B9"/>
                </a:solidFill>
                <a:latin typeface="Arial"/>
                <a:ea typeface="Arial"/>
                <a:cs typeface="Arial"/>
              </a:defRPr>
            </a:pPr>
            <a:r>
              <a:rPr sz="1050" b="1">
                <a:solidFill>
                  <a:srgbClr val="0877B9"/>
                </a:solidFill>
                <a:latin typeface="Arial"/>
                <a:ea typeface="Arial"/>
                <a:cs typeface="Arial"/>
              </a:rPr>
              <a:t>OPTIONAL INTEGRATIONS</a:t>
            </a:r>
          </a:p>
        </p:txBody>
      </p:sp>
      <p:sp>
        <p:nvSpPr>
          <p:cNvPr id="22" name="">
            <a:extLst xmlns:a="http://schemas.openxmlformats.org/drawingml/2006/main">
              <a:ext uri="{FF2B5EF4-FFF2-40B4-BE49-F238E27FC236}">
                <a16:creationId xmlns:a16="http://schemas.microsoft.com/office/drawing/2014/main" id="{E1E04A48-431B-4228-9F4E-1F4C803C4D93}"/>
              </a:ext>
            </a:extLst>
          </p:cNvPr>
          <p:cNvSpPr>
            <a:spLocks xmlns:a="http://schemas.openxmlformats.org/drawingml/2006/main" noGrp="1"/>
          </p:cNvSpPr>
          <p:nvPr/>
        </p:nvSpPr>
        <p:spPr>
          <a:xfrm xmlns:a="http://schemas.openxmlformats.org/drawingml/2006/main">
            <a:off x="952500" y="5105400"/>
            <a:ext cx="10067925"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50" b="0">
                <a:solidFill>
                  <a:srgbClr val="203040"/>
                </a:solidFill>
                <a:latin typeface="Arial"/>
                <a:ea typeface="Arial"/>
                <a:cs typeface="Arial"/>
              </a:defRPr>
            </a:defPPr>
            <a:lvl1pPr algn="l">
              <a:defRPr sz="1350" b="0">
                <a:solidFill>
                  <a:srgbClr val="203040"/>
                </a:solidFill>
                <a:latin typeface="Arial"/>
                <a:ea typeface="Arial"/>
                <a:cs typeface="Arial"/>
              </a:defRPr>
            </a:lvl1pPr>
            <a:lvl2pPr algn="l">
              <a:defRPr sz="1350" b="0">
                <a:solidFill>
                  <a:srgbClr val="203040"/>
                </a:solidFill>
                <a:latin typeface="Arial"/>
                <a:ea typeface="Arial"/>
                <a:cs typeface="Arial"/>
              </a:defRPr>
            </a:lvl2pPr>
            <a:lvl3pPr algn="l">
              <a:defRPr sz="1350" b="0">
                <a:solidFill>
                  <a:srgbClr val="203040"/>
                </a:solidFill>
                <a:latin typeface="Arial"/>
                <a:ea typeface="Arial"/>
                <a:cs typeface="Arial"/>
              </a:defRPr>
            </a:lvl3pPr>
            <a:lvl4pPr algn="l">
              <a:defRPr sz="1350" b="0">
                <a:solidFill>
                  <a:srgbClr val="203040"/>
                </a:solidFill>
                <a:latin typeface="Arial"/>
                <a:ea typeface="Arial"/>
                <a:cs typeface="Arial"/>
              </a:defRPr>
            </a:lvl4pPr>
            <a:lvl5pPr algn="l">
              <a:defRPr sz="1350" b="0">
                <a:solidFill>
                  <a:srgbClr val="203040"/>
                </a:solidFill>
                <a:latin typeface="Arial"/>
                <a:ea typeface="Arial"/>
                <a:cs typeface="Arial"/>
              </a:defRPr>
            </a:lvl5pPr>
            <a:lvl6pPr algn="l">
              <a:defRPr sz="1350" b="0">
                <a:solidFill>
                  <a:srgbClr val="203040"/>
                </a:solidFill>
                <a:latin typeface="Arial"/>
                <a:ea typeface="Arial"/>
                <a:cs typeface="Arial"/>
              </a:defRPr>
            </a:lvl6pPr>
            <a:lvl7pPr algn="l">
              <a:defRPr sz="1350" b="0">
                <a:solidFill>
                  <a:srgbClr val="203040"/>
                </a:solidFill>
                <a:latin typeface="Arial"/>
                <a:ea typeface="Arial"/>
                <a:cs typeface="Arial"/>
              </a:defRPr>
            </a:lvl7pPr>
            <a:lvl8pPr algn="l">
              <a:defRPr sz="1350" b="0">
                <a:solidFill>
                  <a:srgbClr val="203040"/>
                </a:solidFill>
                <a:latin typeface="Arial"/>
                <a:ea typeface="Arial"/>
                <a:cs typeface="Arial"/>
              </a:defRPr>
            </a:lvl8pPr>
            <a:lvl9pPr algn="l">
              <a:defRPr sz="1350" b="0">
                <a:solidFill>
                  <a:srgbClr val="203040"/>
                </a:solidFill>
                <a:latin typeface="Arial"/>
                <a:ea typeface="Arial"/>
                <a:cs typeface="Arial"/>
              </a:defRPr>
            </a:lvl9pPr>
          </a:lstStyle>
          <a:p xmlns:a="http://schemas.openxmlformats.org/drawingml/2006/main">
            <a:pPr algn="l">
              <a:defRPr sz="1350" b="0">
                <a:solidFill>
                  <a:srgbClr val="203040"/>
                </a:solidFill>
                <a:latin typeface="Arial"/>
                <a:ea typeface="Arial"/>
                <a:cs typeface="Arial"/>
              </a:defRPr>
            </a:pPr>
            <a:r>
              <a:rPr sz="1350" b="0">
                <a:solidFill>
                  <a:srgbClr val="203040"/>
                </a:solidFill>
                <a:latin typeface="Arial"/>
                <a:ea typeface="Arial"/>
                <a:cs typeface="Arial"/>
              </a:rPr>
              <a:t>Supabase-backed analytics and the protected study tutor are separate server-side integrations. The live click-through uses local SQLite and fictional records.</a:t>
            </a:r>
          </a:p>
        </p:txBody>
      </p:sp>
    </p:spTree>
    <p:extLst>
      <p:ext uri="{BB962C8B-B14F-4D97-AF65-F5344CB8AC3E}">
        <p14:creationId xmlns:p14="http://schemas.microsoft.com/office/powerpoint/2010/main" val="977098488"/>
      </p:ext>
    </p:extLst>
  </p:cSld>
</p:sld>
</file>

<file path=ppt/slides/slide5.xml><?xml version="1.0" encoding="utf-8"?>
<p:sld xmlns:p="http://schemas.openxmlformats.org/presentationml/2006/main">
  <p:cSld>
    <p:bg>
      <p:bgPr>
        <a:solidFill xmlns:a="http://schemas.openxmlformats.org/drawingml/2006/main">
          <a:srgbClr val="183044"/>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D80A1860-9E59-4768-B9B4-0A04DF60A8B1}"/>
              </a:ext>
            </a:extLst>
          </p:cNvPr>
          <p:cNvSpPr>
            <a:spLocks xmlns:a="http://schemas.openxmlformats.org/drawingml/2006/main" noGrp="1"/>
          </p:cNvSpPr>
          <p:nvPr/>
        </p:nvSpPr>
        <p:spPr>
          <a:xfrm xmlns:a="http://schemas.openxmlformats.org/drawingml/2006/main">
            <a:off x="609600" y="314325"/>
            <a:ext cx="3619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50" b="1">
                <a:solidFill>
                  <a:srgbClr val="AFC7D7"/>
                </a:solidFill>
                <a:latin typeface="Arial"/>
                <a:ea typeface="Arial"/>
                <a:cs typeface="Arial"/>
              </a:defRPr>
            </a:defPPr>
            <a:lvl1pPr algn="l">
              <a:defRPr sz="1050" b="1">
                <a:solidFill>
                  <a:srgbClr val="AFC7D7"/>
                </a:solidFill>
                <a:latin typeface="Arial"/>
                <a:ea typeface="Arial"/>
                <a:cs typeface="Arial"/>
              </a:defRPr>
            </a:lvl1pPr>
            <a:lvl2pPr algn="l">
              <a:defRPr sz="1050" b="1">
                <a:solidFill>
                  <a:srgbClr val="AFC7D7"/>
                </a:solidFill>
                <a:latin typeface="Arial"/>
                <a:ea typeface="Arial"/>
                <a:cs typeface="Arial"/>
              </a:defRPr>
            </a:lvl2pPr>
            <a:lvl3pPr algn="l">
              <a:defRPr sz="1050" b="1">
                <a:solidFill>
                  <a:srgbClr val="AFC7D7"/>
                </a:solidFill>
                <a:latin typeface="Arial"/>
                <a:ea typeface="Arial"/>
                <a:cs typeface="Arial"/>
              </a:defRPr>
            </a:lvl3pPr>
            <a:lvl4pPr algn="l">
              <a:defRPr sz="1050" b="1">
                <a:solidFill>
                  <a:srgbClr val="AFC7D7"/>
                </a:solidFill>
                <a:latin typeface="Arial"/>
                <a:ea typeface="Arial"/>
                <a:cs typeface="Arial"/>
              </a:defRPr>
            </a:lvl4pPr>
            <a:lvl5pPr algn="l">
              <a:defRPr sz="1050" b="1">
                <a:solidFill>
                  <a:srgbClr val="AFC7D7"/>
                </a:solidFill>
                <a:latin typeface="Arial"/>
                <a:ea typeface="Arial"/>
                <a:cs typeface="Arial"/>
              </a:defRPr>
            </a:lvl5pPr>
            <a:lvl6pPr algn="l">
              <a:defRPr sz="1050" b="1">
                <a:solidFill>
                  <a:srgbClr val="AFC7D7"/>
                </a:solidFill>
                <a:latin typeface="Arial"/>
                <a:ea typeface="Arial"/>
                <a:cs typeface="Arial"/>
              </a:defRPr>
            </a:lvl6pPr>
            <a:lvl7pPr algn="l">
              <a:defRPr sz="1050" b="1">
                <a:solidFill>
                  <a:srgbClr val="AFC7D7"/>
                </a:solidFill>
                <a:latin typeface="Arial"/>
                <a:ea typeface="Arial"/>
                <a:cs typeface="Arial"/>
              </a:defRPr>
            </a:lvl7pPr>
            <a:lvl8pPr algn="l">
              <a:defRPr sz="1050" b="1">
                <a:solidFill>
                  <a:srgbClr val="AFC7D7"/>
                </a:solidFill>
                <a:latin typeface="Arial"/>
                <a:ea typeface="Arial"/>
                <a:cs typeface="Arial"/>
              </a:defRPr>
            </a:lvl8pPr>
            <a:lvl9pPr algn="l">
              <a:defRPr sz="1050" b="1">
                <a:solidFill>
                  <a:srgbClr val="AFC7D7"/>
                </a:solidFill>
                <a:latin typeface="Arial"/>
                <a:ea typeface="Arial"/>
                <a:cs typeface="Arial"/>
              </a:defRPr>
            </a:lvl9pPr>
          </a:lstStyle>
          <a:p xmlns:a="http://schemas.openxmlformats.org/drawingml/2006/main">
            <a:pPr algn="l">
              <a:defRPr sz="1050" b="1">
                <a:solidFill>
                  <a:srgbClr val="AFC7D7"/>
                </a:solidFill>
                <a:latin typeface="Arial"/>
                <a:ea typeface="Arial"/>
                <a:cs typeface="Arial"/>
              </a:defRPr>
            </a:pPr>
            <a:r>
              <a:rPr sz="1050" b="1">
                <a:solidFill>
                  <a:srgbClr val="AFC7D7"/>
                </a:solidFill>
                <a:latin typeface="Arial"/>
                <a:ea typeface="Arial"/>
                <a:cs typeface="Arial"/>
              </a:rPr>
              <a:t>DEMO</a:t>
            </a:r>
          </a:p>
        </p:txBody>
      </p:sp>
      <p:sp>
        <p:nvSpPr>
          <p:cNvPr id="2" name="">
            <a:extLst xmlns:a="http://schemas.openxmlformats.org/drawingml/2006/main">
              <a:ext uri="{FF2B5EF4-FFF2-40B4-BE49-F238E27FC236}">
                <a16:creationId xmlns:a16="http://schemas.microsoft.com/office/drawing/2014/main" id="{C773CF21-6EEF-47E3-B57C-429742D63A71}"/>
              </a:ext>
            </a:extLst>
          </p:cNvPr>
          <p:cNvSpPr>
            <a:spLocks xmlns:a="http://schemas.openxmlformats.org/drawingml/2006/main" noGrp="1"/>
          </p:cNvSpPr>
          <p:nvPr/>
        </p:nvSpPr>
        <p:spPr>
          <a:xfrm xmlns:a="http://schemas.openxmlformats.org/drawingml/2006/main">
            <a:off x="609600" y="647700"/>
            <a:ext cx="108966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2850" b="1">
                <a:solidFill>
                  <a:srgbClr val="FFFFFF"/>
                </a:solidFill>
                <a:latin typeface="Arial"/>
                <a:ea typeface="Arial"/>
                <a:cs typeface="Arial"/>
              </a:defRPr>
            </a:defPPr>
            <a:lvl1pPr algn="l">
              <a:defRPr sz="2850" b="1">
                <a:solidFill>
                  <a:srgbClr val="FFFFFF"/>
                </a:solidFill>
                <a:latin typeface="Arial"/>
                <a:ea typeface="Arial"/>
                <a:cs typeface="Arial"/>
              </a:defRPr>
            </a:lvl1pPr>
            <a:lvl2pPr algn="l">
              <a:defRPr sz="2850" b="1">
                <a:solidFill>
                  <a:srgbClr val="FFFFFF"/>
                </a:solidFill>
                <a:latin typeface="Arial"/>
                <a:ea typeface="Arial"/>
                <a:cs typeface="Arial"/>
              </a:defRPr>
            </a:lvl2pPr>
            <a:lvl3pPr algn="l">
              <a:defRPr sz="2850" b="1">
                <a:solidFill>
                  <a:srgbClr val="FFFFFF"/>
                </a:solidFill>
                <a:latin typeface="Arial"/>
                <a:ea typeface="Arial"/>
                <a:cs typeface="Arial"/>
              </a:defRPr>
            </a:lvl3pPr>
            <a:lvl4pPr algn="l">
              <a:defRPr sz="2850" b="1">
                <a:solidFill>
                  <a:srgbClr val="FFFFFF"/>
                </a:solidFill>
                <a:latin typeface="Arial"/>
                <a:ea typeface="Arial"/>
                <a:cs typeface="Arial"/>
              </a:defRPr>
            </a:lvl4pPr>
            <a:lvl5pPr algn="l">
              <a:defRPr sz="2850" b="1">
                <a:solidFill>
                  <a:srgbClr val="FFFFFF"/>
                </a:solidFill>
                <a:latin typeface="Arial"/>
                <a:ea typeface="Arial"/>
                <a:cs typeface="Arial"/>
              </a:defRPr>
            </a:lvl5pPr>
            <a:lvl6pPr algn="l">
              <a:defRPr sz="2850" b="1">
                <a:solidFill>
                  <a:srgbClr val="FFFFFF"/>
                </a:solidFill>
                <a:latin typeface="Arial"/>
                <a:ea typeface="Arial"/>
                <a:cs typeface="Arial"/>
              </a:defRPr>
            </a:lvl6pPr>
            <a:lvl7pPr algn="l">
              <a:defRPr sz="2850" b="1">
                <a:solidFill>
                  <a:srgbClr val="FFFFFF"/>
                </a:solidFill>
                <a:latin typeface="Arial"/>
                <a:ea typeface="Arial"/>
                <a:cs typeface="Arial"/>
              </a:defRPr>
            </a:lvl7pPr>
            <a:lvl8pPr algn="l">
              <a:defRPr sz="2850" b="1">
                <a:solidFill>
                  <a:srgbClr val="FFFFFF"/>
                </a:solidFill>
                <a:latin typeface="Arial"/>
                <a:ea typeface="Arial"/>
                <a:cs typeface="Arial"/>
              </a:defRPr>
            </a:lvl8pPr>
            <a:lvl9pPr algn="l">
              <a:defRPr sz="2850" b="1">
                <a:solidFill>
                  <a:srgbClr val="FFFFFF"/>
                </a:solidFill>
                <a:latin typeface="Arial"/>
                <a:ea typeface="Arial"/>
                <a:cs typeface="Arial"/>
              </a:defRPr>
            </a:lvl9pPr>
          </a:lstStyle>
          <a:p xmlns:a="http://schemas.openxmlformats.org/drawingml/2006/main">
            <a:pPr algn="l">
              <a:defRPr sz="2850" b="1">
                <a:solidFill>
                  <a:srgbClr val="FFFFFF"/>
                </a:solidFill>
                <a:latin typeface="Arial"/>
                <a:ea typeface="Arial"/>
                <a:cs typeface="Arial"/>
              </a:defRPr>
            </a:pPr>
            <a:r>
              <a:rPr sz="2850" b="1">
                <a:solidFill>
                  <a:srgbClr val="FFFFFF"/>
                </a:solidFill>
                <a:latin typeface="Arial"/>
                <a:ea typeface="Arial"/>
                <a:cs typeface="Arial"/>
              </a:rPr>
              <a:t>Live demo: three clicks, 30 seconds</a:t>
            </a:r>
          </a:p>
        </p:txBody>
      </p:sp>
      <p:sp>
        <p:nvSpPr>
          <p:cNvPr id="3" name="">
            <a:extLst xmlns:a="http://schemas.openxmlformats.org/drawingml/2006/main">
              <a:ext uri="{FF2B5EF4-FFF2-40B4-BE49-F238E27FC236}">
                <a16:creationId xmlns:a16="http://schemas.microsoft.com/office/drawing/2014/main" id="{2E6C6E46-94F8-4B3D-8C54-A27E2A78005B}"/>
              </a:ext>
            </a:extLst>
          </p:cNvPr>
          <p:cNvSpPr>
            <a:spLocks xmlns:a="http://schemas.openxmlformats.org/drawingml/2006/main" noGrp="1"/>
          </p:cNvSpPr>
          <p:nvPr/>
        </p:nvSpPr>
        <p:spPr>
          <a:xfrm xmlns:a="http://schemas.openxmlformats.org/drawingml/2006/main">
            <a:off x="609600" y="1438275"/>
            <a:ext cx="10972800" cy="19050"/>
          </a:xfrm>
          <a:prstGeom xmlns:a="http://schemas.openxmlformats.org/drawingml/2006/main" prst="rect">
            <a:avLst/>
          </a:prstGeom>
          <a:solidFill xmlns:a="http://schemas.openxmlformats.org/drawingml/2006/main">
            <a:srgbClr val="426073"/>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52CC8673-4381-4D3B-8282-025D73EE9C3E}"/>
              </a:ext>
            </a:extLst>
          </p:cNvPr>
          <p:cNvSpPr>
            <a:spLocks xmlns:a="http://schemas.openxmlformats.org/drawingml/2006/main" noGrp="1"/>
          </p:cNvSpPr>
          <p:nvPr/>
        </p:nvSpPr>
        <p:spPr>
          <a:xfrm xmlns:a="http://schemas.openxmlformats.org/drawingml/2006/main">
            <a:off x="609600" y="6477000"/>
            <a:ext cx="5905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900" b="1">
                <a:solidFill>
                  <a:srgbClr val="AFC7D7"/>
                </a:solidFill>
                <a:latin typeface="Arial"/>
                <a:ea typeface="Arial"/>
                <a:cs typeface="Arial"/>
              </a:defRPr>
            </a:defPPr>
            <a:lvl1pPr algn="l">
              <a:defRPr sz="900" b="1">
                <a:solidFill>
                  <a:srgbClr val="AFC7D7"/>
                </a:solidFill>
                <a:latin typeface="Arial"/>
                <a:ea typeface="Arial"/>
                <a:cs typeface="Arial"/>
              </a:defRPr>
            </a:lvl1pPr>
            <a:lvl2pPr algn="l">
              <a:defRPr sz="900" b="1">
                <a:solidFill>
                  <a:srgbClr val="AFC7D7"/>
                </a:solidFill>
                <a:latin typeface="Arial"/>
                <a:ea typeface="Arial"/>
                <a:cs typeface="Arial"/>
              </a:defRPr>
            </a:lvl2pPr>
            <a:lvl3pPr algn="l">
              <a:defRPr sz="900" b="1">
                <a:solidFill>
                  <a:srgbClr val="AFC7D7"/>
                </a:solidFill>
                <a:latin typeface="Arial"/>
                <a:ea typeface="Arial"/>
                <a:cs typeface="Arial"/>
              </a:defRPr>
            </a:lvl3pPr>
            <a:lvl4pPr algn="l">
              <a:defRPr sz="900" b="1">
                <a:solidFill>
                  <a:srgbClr val="AFC7D7"/>
                </a:solidFill>
                <a:latin typeface="Arial"/>
                <a:ea typeface="Arial"/>
                <a:cs typeface="Arial"/>
              </a:defRPr>
            </a:lvl4pPr>
            <a:lvl5pPr algn="l">
              <a:defRPr sz="900" b="1">
                <a:solidFill>
                  <a:srgbClr val="AFC7D7"/>
                </a:solidFill>
                <a:latin typeface="Arial"/>
                <a:ea typeface="Arial"/>
                <a:cs typeface="Arial"/>
              </a:defRPr>
            </a:lvl5pPr>
            <a:lvl6pPr algn="l">
              <a:defRPr sz="900" b="1">
                <a:solidFill>
                  <a:srgbClr val="AFC7D7"/>
                </a:solidFill>
                <a:latin typeface="Arial"/>
                <a:ea typeface="Arial"/>
                <a:cs typeface="Arial"/>
              </a:defRPr>
            </a:lvl6pPr>
            <a:lvl7pPr algn="l">
              <a:defRPr sz="900" b="1">
                <a:solidFill>
                  <a:srgbClr val="AFC7D7"/>
                </a:solidFill>
                <a:latin typeface="Arial"/>
                <a:ea typeface="Arial"/>
                <a:cs typeface="Arial"/>
              </a:defRPr>
            </a:lvl7pPr>
            <a:lvl8pPr algn="l">
              <a:defRPr sz="900" b="1">
                <a:solidFill>
                  <a:srgbClr val="AFC7D7"/>
                </a:solidFill>
                <a:latin typeface="Arial"/>
                <a:ea typeface="Arial"/>
                <a:cs typeface="Arial"/>
              </a:defRPr>
            </a:lvl8pPr>
            <a:lvl9pPr algn="l">
              <a:defRPr sz="900" b="1">
                <a:solidFill>
                  <a:srgbClr val="AFC7D7"/>
                </a:solidFill>
                <a:latin typeface="Arial"/>
                <a:ea typeface="Arial"/>
                <a:cs typeface="Arial"/>
              </a:defRPr>
            </a:lvl9pPr>
          </a:lstStyle>
          <a:p xmlns:a="http://schemas.openxmlformats.org/drawingml/2006/main">
            <a:pPr algn="l">
              <a:defRPr sz="900" b="1">
                <a:solidFill>
                  <a:srgbClr val="AFC7D7"/>
                </a:solidFill>
                <a:latin typeface="Arial"/>
                <a:ea typeface="Arial"/>
                <a:cs typeface="Arial"/>
              </a:defRPr>
            </a:pPr>
            <a:r>
              <a:rPr sz="900" b="1">
                <a:solidFill>
                  <a:srgbClr val="AFC7D7"/>
                </a:solidFill>
                <a:latin typeface="Arial"/>
                <a:ea typeface="Arial"/>
                <a:cs typeface="Arial"/>
              </a:rPr>
              <a:t>CARMEN STUDY GUIDE  /  VIBE 101</a:t>
            </a:r>
          </a:p>
        </p:txBody>
      </p:sp>
      <p:sp>
        <p:nvSpPr>
          <p:cNvPr id="5" name="">
            <a:extLst xmlns:a="http://schemas.openxmlformats.org/drawingml/2006/main">
              <a:ext uri="{FF2B5EF4-FFF2-40B4-BE49-F238E27FC236}">
                <a16:creationId xmlns:a16="http://schemas.microsoft.com/office/drawing/2014/main" id="{372A950A-18A5-4F13-A979-3598992DDEE1}"/>
              </a:ext>
            </a:extLst>
          </p:cNvPr>
          <p:cNvSpPr>
            <a:spLocks xmlns:a="http://schemas.openxmlformats.org/drawingml/2006/main" noGrp="1"/>
          </p:cNvSpPr>
          <p:nvPr/>
        </p:nvSpPr>
        <p:spPr>
          <a:xfrm xmlns:a="http://schemas.openxmlformats.org/drawingml/2006/main">
            <a:off x="11239500" y="6457950"/>
            <a:ext cx="3429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r">
              <a:defRPr sz="900" b="0">
                <a:solidFill>
                  <a:srgbClr val="AFC7D7"/>
                </a:solidFill>
                <a:latin typeface="Arial"/>
                <a:ea typeface="Arial"/>
                <a:cs typeface="Arial"/>
              </a:defRPr>
            </a:defPPr>
            <a:lvl1pPr algn="r">
              <a:defRPr sz="900" b="0">
                <a:solidFill>
                  <a:srgbClr val="AFC7D7"/>
                </a:solidFill>
                <a:latin typeface="Arial"/>
                <a:ea typeface="Arial"/>
                <a:cs typeface="Arial"/>
              </a:defRPr>
            </a:lvl1pPr>
            <a:lvl2pPr algn="r">
              <a:defRPr sz="900" b="0">
                <a:solidFill>
                  <a:srgbClr val="AFC7D7"/>
                </a:solidFill>
                <a:latin typeface="Arial"/>
                <a:ea typeface="Arial"/>
                <a:cs typeface="Arial"/>
              </a:defRPr>
            </a:lvl2pPr>
            <a:lvl3pPr algn="r">
              <a:defRPr sz="900" b="0">
                <a:solidFill>
                  <a:srgbClr val="AFC7D7"/>
                </a:solidFill>
                <a:latin typeface="Arial"/>
                <a:ea typeface="Arial"/>
                <a:cs typeface="Arial"/>
              </a:defRPr>
            </a:lvl3pPr>
            <a:lvl4pPr algn="r">
              <a:defRPr sz="900" b="0">
                <a:solidFill>
                  <a:srgbClr val="AFC7D7"/>
                </a:solidFill>
                <a:latin typeface="Arial"/>
                <a:ea typeface="Arial"/>
                <a:cs typeface="Arial"/>
              </a:defRPr>
            </a:lvl4pPr>
            <a:lvl5pPr algn="r">
              <a:defRPr sz="900" b="0">
                <a:solidFill>
                  <a:srgbClr val="AFC7D7"/>
                </a:solidFill>
                <a:latin typeface="Arial"/>
                <a:ea typeface="Arial"/>
                <a:cs typeface="Arial"/>
              </a:defRPr>
            </a:lvl5pPr>
            <a:lvl6pPr algn="r">
              <a:defRPr sz="900" b="0">
                <a:solidFill>
                  <a:srgbClr val="AFC7D7"/>
                </a:solidFill>
                <a:latin typeface="Arial"/>
                <a:ea typeface="Arial"/>
                <a:cs typeface="Arial"/>
              </a:defRPr>
            </a:lvl6pPr>
            <a:lvl7pPr algn="r">
              <a:defRPr sz="900" b="0">
                <a:solidFill>
                  <a:srgbClr val="AFC7D7"/>
                </a:solidFill>
                <a:latin typeface="Arial"/>
                <a:ea typeface="Arial"/>
                <a:cs typeface="Arial"/>
              </a:defRPr>
            </a:lvl7pPr>
            <a:lvl8pPr algn="r">
              <a:defRPr sz="900" b="0">
                <a:solidFill>
                  <a:srgbClr val="AFC7D7"/>
                </a:solidFill>
                <a:latin typeface="Arial"/>
                <a:ea typeface="Arial"/>
                <a:cs typeface="Arial"/>
              </a:defRPr>
            </a:lvl8pPr>
            <a:lvl9pPr algn="r">
              <a:defRPr sz="900" b="0">
                <a:solidFill>
                  <a:srgbClr val="AFC7D7"/>
                </a:solidFill>
                <a:latin typeface="Arial"/>
                <a:ea typeface="Arial"/>
                <a:cs typeface="Arial"/>
              </a:defRPr>
            </a:lvl9pPr>
          </a:lstStyle>
          <a:p xmlns:a="http://schemas.openxmlformats.org/drawingml/2006/main">
            <a:pPr algn="r">
              <a:defRPr sz="900" b="0">
                <a:solidFill>
                  <a:srgbClr val="AFC7D7"/>
                </a:solidFill>
                <a:latin typeface="Arial"/>
                <a:ea typeface="Arial"/>
                <a:cs typeface="Arial"/>
              </a:defRPr>
            </a:pPr>
            <a:r>
              <a:rPr sz="900" b="0">
                <a:solidFill>
                  <a:srgbClr val="AFC7D7"/>
                </a:solidFill>
                <a:latin typeface="Arial"/>
                <a:ea typeface="Arial"/>
                <a:cs typeface="Arial"/>
              </a:rPr>
              <a:t>05</a:t>
            </a:r>
          </a:p>
        </p:txBody>
      </p:sp>
      <p:sp>
        <p:nvSpPr>
          <p:cNvPr id="6" name="">
            <a:extLst xmlns:a="http://schemas.openxmlformats.org/drawingml/2006/main">
              <a:ext uri="{FF2B5EF4-FFF2-40B4-BE49-F238E27FC236}">
                <a16:creationId xmlns:a16="http://schemas.microsoft.com/office/drawing/2014/main" id="{7A7D427F-E315-4B13-89F8-95A74CED425C}"/>
              </a:ext>
            </a:extLst>
          </p:cNvPr>
          <p:cNvSpPr>
            <a:spLocks xmlns:a="http://schemas.openxmlformats.org/drawingml/2006/main" noGrp="1"/>
          </p:cNvSpPr>
          <p:nvPr/>
        </p:nvSpPr>
        <p:spPr>
          <a:xfrm xmlns:a="http://schemas.openxmlformats.org/drawingml/2006/main">
            <a:off x="609600" y="1781175"/>
            <a:ext cx="1619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50" b="1">
                <a:solidFill>
                  <a:srgbClr val="BBD0DD"/>
                </a:solidFill>
                <a:latin typeface="Arial"/>
                <a:ea typeface="Arial"/>
                <a:cs typeface="Arial"/>
              </a:defRPr>
            </a:defPPr>
            <a:lvl1pPr algn="l">
              <a:defRPr sz="1050" b="1">
                <a:solidFill>
                  <a:srgbClr val="BBD0DD"/>
                </a:solidFill>
                <a:latin typeface="Arial"/>
                <a:ea typeface="Arial"/>
                <a:cs typeface="Arial"/>
              </a:defRPr>
            </a:lvl1pPr>
            <a:lvl2pPr algn="l">
              <a:defRPr sz="1050" b="1">
                <a:solidFill>
                  <a:srgbClr val="BBD0DD"/>
                </a:solidFill>
                <a:latin typeface="Arial"/>
                <a:ea typeface="Arial"/>
                <a:cs typeface="Arial"/>
              </a:defRPr>
            </a:lvl2pPr>
            <a:lvl3pPr algn="l">
              <a:defRPr sz="1050" b="1">
                <a:solidFill>
                  <a:srgbClr val="BBD0DD"/>
                </a:solidFill>
                <a:latin typeface="Arial"/>
                <a:ea typeface="Arial"/>
                <a:cs typeface="Arial"/>
              </a:defRPr>
            </a:lvl3pPr>
            <a:lvl4pPr algn="l">
              <a:defRPr sz="1050" b="1">
                <a:solidFill>
                  <a:srgbClr val="BBD0DD"/>
                </a:solidFill>
                <a:latin typeface="Arial"/>
                <a:ea typeface="Arial"/>
                <a:cs typeface="Arial"/>
              </a:defRPr>
            </a:lvl4pPr>
            <a:lvl5pPr algn="l">
              <a:defRPr sz="1050" b="1">
                <a:solidFill>
                  <a:srgbClr val="BBD0DD"/>
                </a:solidFill>
                <a:latin typeface="Arial"/>
                <a:ea typeface="Arial"/>
                <a:cs typeface="Arial"/>
              </a:defRPr>
            </a:lvl5pPr>
            <a:lvl6pPr algn="l">
              <a:defRPr sz="1050" b="1">
                <a:solidFill>
                  <a:srgbClr val="BBD0DD"/>
                </a:solidFill>
                <a:latin typeface="Arial"/>
                <a:ea typeface="Arial"/>
                <a:cs typeface="Arial"/>
              </a:defRPr>
            </a:lvl6pPr>
            <a:lvl7pPr algn="l">
              <a:defRPr sz="1050" b="1">
                <a:solidFill>
                  <a:srgbClr val="BBD0DD"/>
                </a:solidFill>
                <a:latin typeface="Arial"/>
                <a:ea typeface="Arial"/>
                <a:cs typeface="Arial"/>
              </a:defRPr>
            </a:lvl7pPr>
            <a:lvl8pPr algn="l">
              <a:defRPr sz="1050" b="1">
                <a:solidFill>
                  <a:srgbClr val="BBD0DD"/>
                </a:solidFill>
                <a:latin typeface="Arial"/>
                <a:ea typeface="Arial"/>
                <a:cs typeface="Arial"/>
              </a:defRPr>
            </a:lvl8pPr>
            <a:lvl9pPr algn="l">
              <a:defRPr sz="1050" b="1">
                <a:solidFill>
                  <a:srgbClr val="BBD0DD"/>
                </a:solidFill>
                <a:latin typeface="Arial"/>
                <a:ea typeface="Arial"/>
                <a:cs typeface="Arial"/>
              </a:defRPr>
            </a:lvl9pPr>
          </a:lstStyle>
          <a:p xmlns:a="http://schemas.openxmlformats.org/drawingml/2006/main">
            <a:pPr algn="l">
              <a:defRPr sz="1050" b="1">
                <a:solidFill>
                  <a:srgbClr val="BBD0DD"/>
                </a:solidFill>
                <a:latin typeface="Arial"/>
                <a:ea typeface="Arial"/>
                <a:cs typeface="Arial"/>
              </a:defRPr>
            </a:pPr>
            <a:r>
              <a:rPr sz="1050" b="1">
                <a:solidFill>
                  <a:srgbClr val="BBD0DD"/>
                </a:solidFill>
                <a:latin typeface="Arial"/>
                <a:ea typeface="Arial"/>
                <a:cs typeface="Arial"/>
              </a:rPr>
              <a:t>START HERE</a:t>
            </a:r>
          </a:p>
        </p:txBody>
      </p:sp>
      <p:sp>
        <p:nvSpPr>
          <p:cNvPr id="7" name="">
            <a:extLst xmlns:a="http://schemas.openxmlformats.org/drawingml/2006/main">
              <a:ext uri="{FF2B5EF4-FFF2-40B4-BE49-F238E27FC236}">
                <a16:creationId xmlns:a16="http://schemas.microsoft.com/office/drawing/2014/main" id="{270B9741-0DE2-4CA9-9C34-4379F67E5D55}"/>
              </a:ext>
            </a:extLst>
          </p:cNvPr>
          <p:cNvSpPr>
            <a:spLocks xmlns:a="http://schemas.openxmlformats.org/drawingml/2006/main" noGrp="1"/>
          </p:cNvSpPr>
          <p:nvPr/>
        </p:nvSpPr>
        <p:spPr>
          <a:xfrm xmlns:a="http://schemas.openxmlformats.org/drawingml/2006/main">
            <a:off x="609600" y="2085975"/>
            <a:ext cx="5715000" cy="3524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800" b="1">
                <a:solidFill>
                  <a:srgbClr val="FFFFFF"/>
                </a:solidFill>
                <a:latin typeface="Arial"/>
                <a:ea typeface="Arial"/>
                <a:cs typeface="Arial"/>
              </a:defRPr>
            </a:defPPr>
            <a:lvl1pPr algn="l">
              <a:defRPr sz="1800" b="1">
                <a:solidFill>
                  <a:srgbClr val="FFFFFF"/>
                </a:solidFill>
                <a:latin typeface="Arial"/>
                <a:ea typeface="Arial"/>
                <a:cs typeface="Arial"/>
              </a:defRPr>
            </a:lvl1pPr>
            <a:lvl2pPr algn="l">
              <a:defRPr sz="1800" b="1">
                <a:solidFill>
                  <a:srgbClr val="FFFFFF"/>
                </a:solidFill>
                <a:latin typeface="Arial"/>
                <a:ea typeface="Arial"/>
                <a:cs typeface="Arial"/>
              </a:defRPr>
            </a:lvl2pPr>
            <a:lvl3pPr algn="l">
              <a:defRPr sz="1800" b="1">
                <a:solidFill>
                  <a:srgbClr val="FFFFFF"/>
                </a:solidFill>
                <a:latin typeface="Arial"/>
                <a:ea typeface="Arial"/>
                <a:cs typeface="Arial"/>
              </a:defRPr>
            </a:lvl3pPr>
            <a:lvl4pPr algn="l">
              <a:defRPr sz="1800" b="1">
                <a:solidFill>
                  <a:srgbClr val="FFFFFF"/>
                </a:solidFill>
                <a:latin typeface="Arial"/>
                <a:ea typeface="Arial"/>
                <a:cs typeface="Arial"/>
              </a:defRPr>
            </a:lvl4pPr>
            <a:lvl5pPr algn="l">
              <a:defRPr sz="1800" b="1">
                <a:solidFill>
                  <a:srgbClr val="FFFFFF"/>
                </a:solidFill>
                <a:latin typeface="Arial"/>
                <a:ea typeface="Arial"/>
                <a:cs typeface="Arial"/>
              </a:defRPr>
            </a:lvl5pPr>
            <a:lvl6pPr algn="l">
              <a:defRPr sz="1800" b="1">
                <a:solidFill>
                  <a:srgbClr val="FFFFFF"/>
                </a:solidFill>
                <a:latin typeface="Arial"/>
                <a:ea typeface="Arial"/>
                <a:cs typeface="Arial"/>
              </a:defRPr>
            </a:lvl6pPr>
            <a:lvl7pPr algn="l">
              <a:defRPr sz="1800" b="1">
                <a:solidFill>
                  <a:srgbClr val="FFFFFF"/>
                </a:solidFill>
                <a:latin typeface="Arial"/>
                <a:ea typeface="Arial"/>
                <a:cs typeface="Arial"/>
              </a:defRPr>
            </a:lvl7pPr>
            <a:lvl8pPr algn="l">
              <a:defRPr sz="1800" b="1">
                <a:solidFill>
                  <a:srgbClr val="FFFFFF"/>
                </a:solidFill>
                <a:latin typeface="Arial"/>
                <a:ea typeface="Arial"/>
                <a:cs typeface="Arial"/>
              </a:defRPr>
            </a:lvl8pPr>
            <a:lvl9pPr algn="l">
              <a:defRPr sz="1800" b="1">
                <a:solidFill>
                  <a:srgbClr val="FFFFFF"/>
                </a:solidFill>
                <a:latin typeface="Arial"/>
                <a:ea typeface="Arial"/>
                <a:cs typeface="Arial"/>
              </a:defRPr>
            </a:lvl9pPr>
          </a:lstStyle>
          <a:p xmlns:a="http://schemas.openxmlformats.org/drawingml/2006/main">
            <a:pPr algn="l">
              <a:defRPr sz="1800" b="1">
                <a:solidFill>
                  <a:srgbClr val="FFFFFF"/>
                </a:solidFill>
                <a:latin typeface="Arial"/>
                <a:ea typeface="Arial"/>
                <a:cs typeface="Arial"/>
              </a:defRPr>
            </a:pPr>
            <a:r>
              <a:rPr sz="1800" b="1">
                <a:solidFill>
                  <a:srgbClr val="FFFFFF"/>
                </a:solidFill>
                <a:latin typeface="Arial"/>
                <a:ea typeface="Arial"/>
                <a:cs typeface="Arial"/>
              </a:rPr>
              <a:t>http://localhost:8001/courses/1001</a:t>
            </a:r>
          </a:p>
        </p:txBody>
      </p:sp>
      <p:sp>
        <p:nvSpPr>
          <p:cNvPr id="8" name="">
            <a:extLst xmlns:a="http://schemas.openxmlformats.org/drawingml/2006/main">
              <a:ext uri="{FF2B5EF4-FFF2-40B4-BE49-F238E27FC236}">
                <a16:creationId xmlns:a16="http://schemas.microsoft.com/office/drawing/2014/main" id="{F98EB4B5-967F-4938-BCAB-B0EFC8B6B0DF}"/>
              </a:ext>
            </a:extLst>
          </p:cNvPr>
          <p:cNvSpPr>
            <a:spLocks xmlns:a="http://schemas.openxmlformats.org/drawingml/2006/main" noGrp="1"/>
          </p:cNvSpPr>
          <p:nvPr/>
        </p:nvSpPr>
        <p:spPr>
          <a:xfrm xmlns:a="http://schemas.openxmlformats.org/drawingml/2006/main">
            <a:off x="609600" y="2886075"/>
            <a:ext cx="10972800" cy="742950"/>
          </a:xfrm>
          <a:prstGeom xmlns:a="http://schemas.openxmlformats.org/drawingml/2006/main" prst="roundRect">
            <a:avLst>
              <a:gd name="adj" fmla="val 15385"/>
            </a:avLst>
          </a:prstGeom>
          <a:solidFill xmlns:a="http://schemas.openxmlformats.org/drawingml/2006/main">
            <a:srgbClr val="254357"/>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648613BB-48F3-4F29-8A74-0BFC301C480B}"/>
              </a:ext>
            </a:extLst>
          </p:cNvPr>
          <p:cNvSpPr>
            <a:spLocks xmlns:a="http://schemas.openxmlformats.org/drawingml/2006/main" noGrp="1"/>
          </p:cNvSpPr>
          <p:nvPr/>
        </p:nvSpPr>
        <p:spPr>
          <a:xfrm xmlns:a="http://schemas.openxmlformats.org/drawingml/2006/main">
            <a:off x="800100" y="3057525"/>
            <a:ext cx="1009650" cy="361950"/>
          </a:xfrm>
          <a:prstGeom xmlns:a="http://schemas.openxmlformats.org/drawingml/2006/main" prst="roundRect">
            <a:avLst>
              <a:gd name="adj" fmla="val 47368"/>
            </a:avLst>
          </a:prstGeom>
          <a:solidFill xmlns:a="http://schemas.openxmlformats.org/drawingml/2006/main">
            <a:srgbClr val="0877B9"/>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FA092C84-DBCF-4E07-8309-B9DA47D16B33}"/>
              </a:ext>
            </a:extLst>
          </p:cNvPr>
          <p:cNvSpPr>
            <a:spLocks xmlns:a="http://schemas.openxmlformats.org/drawingml/2006/main" noGrp="1"/>
          </p:cNvSpPr>
          <p:nvPr/>
        </p:nvSpPr>
        <p:spPr>
          <a:xfrm xmlns:a="http://schemas.openxmlformats.org/drawingml/2006/main">
            <a:off x="847725" y="3152775"/>
            <a:ext cx="914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975" b="1">
                <a:solidFill>
                  <a:srgbClr val="FFFFFF"/>
                </a:solidFill>
                <a:latin typeface="Arial"/>
                <a:ea typeface="Arial"/>
                <a:cs typeface="Arial"/>
              </a:defRPr>
            </a:defPPr>
            <a:lvl1pPr algn="ctr">
              <a:defRPr sz="975" b="1">
                <a:solidFill>
                  <a:srgbClr val="FFFFFF"/>
                </a:solidFill>
                <a:latin typeface="Arial"/>
                <a:ea typeface="Arial"/>
                <a:cs typeface="Arial"/>
              </a:defRPr>
            </a:lvl1pPr>
            <a:lvl2pPr algn="ctr">
              <a:defRPr sz="975" b="1">
                <a:solidFill>
                  <a:srgbClr val="FFFFFF"/>
                </a:solidFill>
                <a:latin typeface="Arial"/>
                <a:ea typeface="Arial"/>
                <a:cs typeface="Arial"/>
              </a:defRPr>
            </a:lvl2pPr>
            <a:lvl3pPr algn="ctr">
              <a:defRPr sz="975" b="1">
                <a:solidFill>
                  <a:srgbClr val="FFFFFF"/>
                </a:solidFill>
                <a:latin typeface="Arial"/>
                <a:ea typeface="Arial"/>
                <a:cs typeface="Arial"/>
              </a:defRPr>
            </a:lvl3pPr>
            <a:lvl4pPr algn="ctr">
              <a:defRPr sz="975" b="1">
                <a:solidFill>
                  <a:srgbClr val="FFFFFF"/>
                </a:solidFill>
                <a:latin typeface="Arial"/>
                <a:ea typeface="Arial"/>
                <a:cs typeface="Arial"/>
              </a:defRPr>
            </a:lvl4pPr>
            <a:lvl5pPr algn="ctr">
              <a:defRPr sz="975" b="1">
                <a:solidFill>
                  <a:srgbClr val="FFFFFF"/>
                </a:solidFill>
                <a:latin typeface="Arial"/>
                <a:ea typeface="Arial"/>
                <a:cs typeface="Arial"/>
              </a:defRPr>
            </a:lvl5pPr>
            <a:lvl6pPr algn="ctr">
              <a:defRPr sz="975" b="1">
                <a:solidFill>
                  <a:srgbClr val="FFFFFF"/>
                </a:solidFill>
                <a:latin typeface="Arial"/>
                <a:ea typeface="Arial"/>
                <a:cs typeface="Arial"/>
              </a:defRPr>
            </a:lvl6pPr>
            <a:lvl7pPr algn="ctr">
              <a:defRPr sz="975" b="1">
                <a:solidFill>
                  <a:srgbClr val="FFFFFF"/>
                </a:solidFill>
                <a:latin typeface="Arial"/>
                <a:ea typeface="Arial"/>
                <a:cs typeface="Arial"/>
              </a:defRPr>
            </a:lvl7pPr>
            <a:lvl8pPr algn="ctr">
              <a:defRPr sz="975" b="1">
                <a:solidFill>
                  <a:srgbClr val="FFFFFF"/>
                </a:solidFill>
                <a:latin typeface="Arial"/>
                <a:ea typeface="Arial"/>
                <a:cs typeface="Arial"/>
              </a:defRPr>
            </a:lvl8pPr>
            <a:lvl9pPr algn="ctr">
              <a:defRPr sz="975" b="1">
                <a:solidFill>
                  <a:srgbClr val="FFFFFF"/>
                </a:solidFill>
                <a:latin typeface="Arial"/>
                <a:ea typeface="Arial"/>
                <a:cs typeface="Arial"/>
              </a:defRPr>
            </a:lvl9pPr>
          </a:lstStyle>
          <a:p xmlns:a="http://schemas.openxmlformats.org/drawingml/2006/main">
            <a:pPr algn="ctr">
              <a:defRPr sz="975" b="1">
                <a:solidFill>
                  <a:srgbClr val="FFFFFF"/>
                </a:solidFill>
                <a:latin typeface="Arial"/>
                <a:ea typeface="Arial"/>
                <a:cs typeface="Arial"/>
              </a:defRPr>
            </a:pPr>
            <a:r>
              <a:rPr sz="975" b="1">
                <a:solidFill>
                  <a:srgbClr val="FFFFFF"/>
                </a:solidFill>
                <a:latin typeface="Arial"/>
                <a:ea typeface="Arial"/>
                <a:cs typeface="Arial"/>
              </a:rPr>
              <a:t>0-8 SEC</a:t>
            </a:r>
          </a:p>
        </p:txBody>
      </p:sp>
      <p:sp>
        <p:nvSpPr>
          <p:cNvPr id="11" name="">
            <a:extLst xmlns:a="http://schemas.openxmlformats.org/drawingml/2006/main">
              <a:ext uri="{FF2B5EF4-FFF2-40B4-BE49-F238E27FC236}">
                <a16:creationId xmlns:a16="http://schemas.microsoft.com/office/drawing/2014/main" id="{DEAB1689-3CEC-4073-A6D0-702F864ACF61}"/>
              </a:ext>
            </a:extLst>
          </p:cNvPr>
          <p:cNvSpPr>
            <a:spLocks xmlns:a="http://schemas.openxmlformats.org/drawingml/2006/main" noGrp="1"/>
          </p:cNvSpPr>
          <p:nvPr/>
        </p:nvSpPr>
        <p:spPr>
          <a:xfrm xmlns:a="http://schemas.openxmlformats.org/drawingml/2006/main">
            <a:off x="2095500" y="3019425"/>
            <a:ext cx="31432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75" b="1">
                <a:solidFill>
                  <a:srgbClr val="FFFFFF"/>
                </a:solidFill>
                <a:latin typeface="Arial"/>
                <a:ea typeface="Arial"/>
                <a:cs typeface="Arial"/>
              </a:defRPr>
            </a:defPPr>
            <a:lvl1pPr algn="l">
              <a:defRPr sz="1575" b="1">
                <a:solidFill>
                  <a:srgbClr val="FFFFFF"/>
                </a:solidFill>
                <a:latin typeface="Arial"/>
                <a:ea typeface="Arial"/>
                <a:cs typeface="Arial"/>
              </a:defRPr>
            </a:lvl1pPr>
            <a:lvl2pPr algn="l">
              <a:defRPr sz="1575" b="1">
                <a:solidFill>
                  <a:srgbClr val="FFFFFF"/>
                </a:solidFill>
                <a:latin typeface="Arial"/>
                <a:ea typeface="Arial"/>
                <a:cs typeface="Arial"/>
              </a:defRPr>
            </a:lvl2pPr>
            <a:lvl3pPr algn="l">
              <a:defRPr sz="1575" b="1">
                <a:solidFill>
                  <a:srgbClr val="FFFFFF"/>
                </a:solidFill>
                <a:latin typeface="Arial"/>
                <a:ea typeface="Arial"/>
                <a:cs typeface="Arial"/>
              </a:defRPr>
            </a:lvl3pPr>
            <a:lvl4pPr algn="l">
              <a:defRPr sz="1575" b="1">
                <a:solidFill>
                  <a:srgbClr val="FFFFFF"/>
                </a:solidFill>
                <a:latin typeface="Arial"/>
                <a:ea typeface="Arial"/>
                <a:cs typeface="Arial"/>
              </a:defRPr>
            </a:lvl4pPr>
            <a:lvl5pPr algn="l">
              <a:defRPr sz="1575" b="1">
                <a:solidFill>
                  <a:srgbClr val="FFFFFF"/>
                </a:solidFill>
                <a:latin typeface="Arial"/>
                <a:ea typeface="Arial"/>
                <a:cs typeface="Arial"/>
              </a:defRPr>
            </a:lvl5pPr>
            <a:lvl6pPr algn="l">
              <a:defRPr sz="1575" b="1">
                <a:solidFill>
                  <a:srgbClr val="FFFFFF"/>
                </a:solidFill>
                <a:latin typeface="Arial"/>
                <a:ea typeface="Arial"/>
                <a:cs typeface="Arial"/>
              </a:defRPr>
            </a:lvl6pPr>
            <a:lvl7pPr algn="l">
              <a:defRPr sz="1575" b="1">
                <a:solidFill>
                  <a:srgbClr val="FFFFFF"/>
                </a:solidFill>
                <a:latin typeface="Arial"/>
                <a:ea typeface="Arial"/>
                <a:cs typeface="Arial"/>
              </a:defRPr>
            </a:lvl7pPr>
            <a:lvl8pPr algn="l">
              <a:defRPr sz="1575" b="1">
                <a:solidFill>
                  <a:srgbClr val="FFFFFF"/>
                </a:solidFill>
                <a:latin typeface="Arial"/>
                <a:ea typeface="Arial"/>
                <a:cs typeface="Arial"/>
              </a:defRPr>
            </a:lvl8pPr>
            <a:lvl9pPr algn="l">
              <a:defRPr sz="1575" b="1">
                <a:solidFill>
                  <a:srgbClr val="FFFFFF"/>
                </a:solidFill>
                <a:latin typeface="Arial"/>
                <a:ea typeface="Arial"/>
                <a:cs typeface="Arial"/>
              </a:defRPr>
            </a:lvl9pPr>
          </a:lstStyle>
          <a:p xmlns:a="http://schemas.openxmlformats.org/drawingml/2006/main">
            <a:pPr algn="l">
              <a:defRPr sz="1575" b="1">
                <a:solidFill>
                  <a:srgbClr val="FFFFFF"/>
                </a:solidFill>
                <a:latin typeface="Arial"/>
                <a:ea typeface="Arial"/>
                <a:cs typeface="Arial"/>
              </a:defRPr>
            </a:pPr>
            <a:r>
              <a:rPr sz="1575" b="1">
                <a:solidFill>
                  <a:srgbClr val="FFFFFF"/>
                </a:solidFill>
                <a:latin typeface="Arial"/>
                <a:ea typeface="Arial"/>
                <a:cs typeface="Arial"/>
              </a:rPr>
              <a:t>Course home to Quiz 1</a:t>
            </a:r>
          </a:p>
        </p:txBody>
      </p:sp>
      <p:sp>
        <p:nvSpPr>
          <p:cNvPr id="12" name="">
            <a:extLst xmlns:a="http://schemas.openxmlformats.org/drawingml/2006/main">
              <a:ext uri="{FF2B5EF4-FFF2-40B4-BE49-F238E27FC236}">
                <a16:creationId xmlns:a16="http://schemas.microsoft.com/office/drawing/2014/main" id="{C8E65434-12ED-4878-B3D2-BD44C1B13AD7}"/>
              </a:ext>
            </a:extLst>
          </p:cNvPr>
          <p:cNvSpPr>
            <a:spLocks xmlns:a="http://schemas.openxmlformats.org/drawingml/2006/main" noGrp="1"/>
          </p:cNvSpPr>
          <p:nvPr/>
        </p:nvSpPr>
        <p:spPr>
          <a:xfrm xmlns:a="http://schemas.openxmlformats.org/drawingml/2006/main">
            <a:off x="5476875" y="3048000"/>
            <a:ext cx="5619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50" b="0">
                <a:solidFill>
                  <a:srgbClr val="DCE8EE"/>
                </a:solidFill>
                <a:latin typeface="Arial"/>
                <a:ea typeface="Arial"/>
                <a:cs typeface="Arial"/>
              </a:defRPr>
            </a:defPPr>
            <a:lvl1pPr algn="l">
              <a:defRPr sz="1350" b="0">
                <a:solidFill>
                  <a:srgbClr val="DCE8EE"/>
                </a:solidFill>
                <a:latin typeface="Arial"/>
                <a:ea typeface="Arial"/>
                <a:cs typeface="Arial"/>
              </a:defRPr>
            </a:lvl1pPr>
            <a:lvl2pPr algn="l">
              <a:defRPr sz="1350" b="0">
                <a:solidFill>
                  <a:srgbClr val="DCE8EE"/>
                </a:solidFill>
                <a:latin typeface="Arial"/>
                <a:ea typeface="Arial"/>
                <a:cs typeface="Arial"/>
              </a:defRPr>
            </a:lvl2pPr>
            <a:lvl3pPr algn="l">
              <a:defRPr sz="1350" b="0">
                <a:solidFill>
                  <a:srgbClr val="DCE8EE"/>
                </a:solidFill>
                <a:latin typeface="Arial"/>
                <a:ea typeface="Arial"/>
                <a:cs typeface="Arial"/>
              </a:defRPr>
            </a:lvl3pPr>
            <a:lvl4pPr algn="l">
              <a:defRPr sz="1350" b="0">
                <a:solidFill>
                  <a:srgbClr val="DCE8EE"/>
                </a:solidFill>
                <a:latin typeface="Arial"/>
                <a:ea typeface="Arial"/>
                <a:cs typeface="Arial"/>
              </a:defRPr>
            </a:lvl4pPr>
            <a:lvl5pPr algn="l">
              <a:defRPr sz="1350" b="0">
                <a:solidFill>
                  <a:srgbClr val="DCE8EE"/>
                </a:solidFill>
                <a:latin typeface="Arial"/>
                <a:ea typeface="Arial"/>
                <a:cs typeface="Arial"/>
              </a:defRPr>
            </a:lvl5pPr>
            <a:lvl6pPr algn="l">
              <a:defRPr sz="1350" b="0">
                <a:solidFill>
                  <a:srgbClr val="DCE8EE"/>
                </a:solidFill>
                <a:latin typeface="Arial"/>
                <a:ea typeface="Arial"/>
                <a:cs typeface="Arial"/>
              </a:defRPr>
            </a:lvl6pPr>
            <a:lvl7pPr algn="l">
              <a:defRPr sz="1350" b="0">
                <a:solidFill>
                  <a:srgbClr val="DCE8EE"/>
                </a:solidFill>
                <a:latin typeface="Arial"/>
                <a:ea typeface="Arial"/>
                <a:cs typeface="Arial"/>
              </a:defRPr>
            </a:lvl7pPr>
            <a:lvl8pPr algn="l">
              <a:defRPr sz="1350" b="0">
                <a:solidFill>
                  <a:srgbClr val="DCE8EE"/>
                </a:solidFill>
                <a:latin typeface="Arial"/>
                <a:ea typeface="Arial"/>
                <a:cs typeface="Arial"/>
              </a:defRPr>
            </a:lvl8pPr>
            <a:lvl9pPr algn="l">
              <a:defRPr sz="1350" b="0">
                <a:solidFill>
                  <a:srgbClr val="DCE8EE"/>
                </a:solidFill>
                <a:latin typeface="Arial"/>
                <a:ea typeface="Arial"/>
                <a:cs typeface="Arial"/>
              </a:defRPr>
            </a:lvl9pPr>
          </a:lstStyle>
          <a:p xmlns:a="http://schemas.openxmlformats.org/drawingml/2006/main">
            <a:pPr algn="l">
              <a:defRPr sz="1350" b="0">
                <a:solidFill>
                  <a:srgbClr val="DCE8EE"/>
                </a:solidFill>
                <a:latin typeface="Arial"/>
                <a:ea typeface="Arial"/>
                <a:cs typeface="Arial"/>
              </a:defRPr>
            </a:pPr>
            <a:r>
              <a:rPr sz="1350" b="0">
                <a:solidFill>
                  <a:srgbClr val="DCE8EE"/>
                </a:solidFill>
                <a:latin typeface="Arial"/>
                <a:ea typeface="Arial"/>
                <a:cs typeface="Arial"/>
              </a:rPr>
              <a:t>Open the completed attempt.</a:t>
            </a:r>
          </a:p>
        </p:txBody>
      </p:sp>
      <p:sp>
        <p:nvSpPr>
          <p:cNvPr id="13" name="">
            <a:extLst xmlns:a="http://schemas.openxmlformats.org/drawingml/2006/main">
              <a:ext uri="{FF2B5EF4-FFF2-40B4-BE49-F238E27FC236}">
                <a16:creationId xmlns:a16="http://schemas.microsoft.com/office/drawing/2014/main" id="{7064E0D5-935E-470F-B65C-F40F19CC05A1}"/>
              </a:ext>
            </a:extLst>
          </p:cNvPr>
          <p:cNvSpPr>
            <a:spLocks xmlns:a="http://schemas.openxmlformats.org/drawingml/2006/main" noGrp="1"/>
          </p:cNvSpPr>
          <p:nvPr/>
        </p:nvSpPr>
        <p:spPr>
          <a:xfrm xmlns:a="http://schemas.openxmlformats.org/drawingml/2006/main">
            <a:off x="609600" y="3876675"/>
            <a:ext cx="10972800" cy="742950"/>
          </a:xfrm>
          <a:prstGeom xmlns:a="http://schemas.openxmlformats.org/drawingml/2006/main" prst="roundRect">
            <a:avLst>
              <a:gd name="adj" fmla="val 15385"/>
            </a:avLst>
          </a:prstGeom>
          <a:solidFill xmlns:a="http://schemas.openxmlformats.org/drawingml/2006/main">
            <a:srgbClr val="254357"/>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70301743-66DD-4C23-B74A-07D4193D2F20}"/>
              </a:ext>
            </a:extLst>
          </p:cNvPr>
          <p:cNvSpPr>
            <a:spLocks xmlns:a="http://schemas.openxmlformats.org/drawingml/2006/main" noGrp="1"/>
          </p:cNvSpPr>
          <p:nvPr/>
        </p:nvSpPr>
        <p:spPr>
          <a:xfrm xmlns:a="http://schemas.openxmlformats.org/drawingml/2006/main">
            <a:off x="800100" y="4048125"/>
            <a:ext cx="1009650" cy="361950"/>
          </a:xfrm>
          <a:prstGeom xmlns:a="http://schemas.openxmlformats.org/drawingml/2006/main" prst="roundRect">
            <a:avLst>
              <a:gd name="adj" fmla="val 47368"/>
            </a:avLst>
          </a:prstGeom>
          <a:solidFill xmlns:a="http://schemas.openxmlformats.org/drawingml/2006/main">
            <a:srgbClr val="C8102E"/>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DF863DD4-F203-401D-848D-E61D8784556C}"/>
              </a:ext>
            </a:extLst>
          </p:cNvPr>
          <p:cNvSpPr>
            <a:spLocks xmlns:a="http://schemas.openxmlformats.org/drawingml/2006/main" noGrp="1"/>
          </p:cNvSpPr>
          <p:nvPr/>
        </p:nvSpPr>
        <p:spPr>
          <a:xfrm xmlns:a="http://schemas.openxmlformats.org/drawingml/2006/main">
            <a:off x="847725" y="4143375"/>
            <a:ext cx="914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975" b="1">
                <a:solidFill>
                  <a:srgbClr val="FFFFFF"/>
                </a:solidFill>
                <a:latin typeface="Arial"/>
                <a:ea typeface="Arial"/>
                <a:cs typeface="Arial"/>
              </a:defRPr>
            </a:defPPr>
            <a:lvl1pPr algn="ctr">
              <a:defRPr sz="975" b="1">
                <a:solidFill>
                  <a:srgbClr val="FFFFFF"/>
                </a:solidFill>
                <a:latin typeface="Arial"/>
                <a:ea typeface="Arial"/>
                <a:cs typeface="Arial"/>
              </a:defRPr>
            </a:lvl1pPr>
            <a:lvl2pPr algn="ctr">
              <a:defRPr sz="975" b="1">
                <a:solidFill>
                  <a:srgbClr val="FFFFFF"/>
                </a:solidFill>
                <a:latin typeface="Arial"/>
                <a:ea typeface="Arial"/>
                <a:cs typeface="Arial"/>
              </a:defRPr>
            </a:lvl2pPr>
            <a:lvl3pPr algn="ctr">
              <a:defRPr sz="975" b="1">
                <a:solidFill>
                  <a:srgbClr val="FFFFFF"/>
                </a:solidFill>
                <a:latin typeface="Arial"/>
                <a:ea typeface="Arial"/>
                <a:cs typeface="Arial"/>
              </a:defRPr>
            </a:lvl3pPr>
            <a:lvl4pPr algn="ctr">
              <a:defRPr sz="975" b="1">
                <a:solidFill>
                  <a:srgbClr val="FFFFFF"/>
                </a:solidFill>
                <a:latin typeface="Arial"/>
                <a:ea typeface="Arial"/>
                <a:cs typeface="Arial"/>
              </a:defRPr>
            </a:lvl4pPr>
            <a:lvl5pPr algn="ctr">
              <a:defRPr sz="975" b="1">
                <a:solidFill>
                  <a:srgbClr val="FFFFFF"/>
                </a:solidFill>
                <a:latin typeface="Arial"/>
                <a:ea typeface="Arial"/>
                <a:cs typeface="Arial"/>
              </a:defRPr>
            </a:lvl5pPr>
            <a:lvl6pPr algn="ctr">
              <a:defRPr sz="975" b="1">
                <a:solidFill>
                  <a:srgbClr val="FFFFFF"/>
                </a:solidFill>
                <a:latin typeface="Arial"/>
                <a:ea typeface="Arial"/>
                <a:cs typeface="Arial"/>
              </a:defRPr>
            </a:lvl6pPr>
            <a:lvl7pPr algn="ctr">
              <a:defRPr sz="975" b="1">
                <a:solidFill>
                  <a:srgbClr val="FFFFFF"/>
                </a:solidFill>
                <a:latin typeface="Arial"/>
                <a:ea typeface="Arial"/>
                <a:cs typeface="Arial"/>
              </a:defRPr>
            </a:lvl7pPr>
            <a:lvl8pPr algn="ctr">
              <a:defRPr sz="975" b="1">
                <a:solidFill>
                  <a:srgbClr val="FFFFFF"/>
                </a:solidFill>
                <a:latin typeface="Arial"/>
                <a:ea typeface="Arial"/>
                <a:cs typeface="Arial"/>
              </a:defRPr>
            </a:lvl8pPr>
            <a:lvl9pPr algn="ctr">
              <a:defRPr sz="975" b="1">
                <a:solidFill>
                  <a:srgbClr val="FFFFFF"/>
                </a:solidFill>
                <a:latin typeface="Arial"/>
                <a:ea typeface="Arial"/>
                <a:cs typeface="Arial"/>
              </a:defRPr>
            </a:lvl9pPr>
          </a:lstStyle>
          <a:p xmlns:a="http://schemas.openxmlformats.org/drawingml/2006/main">
            <a:pPr algn="ctr">
              <a:defRPr sz="975" b="1">
                <a:solidFill>
                  <a:srgbClr val="FFFFFF"/>
                </a:solidFill>
                <a:latin typeface="Arial"/>
                <a:ea typeface="Arial"/>
                <a:cs typeface="Arial"/>
              </a:defRPr>
            </a:pPr>
            <a:r>
              <a:rPr sz="975" b="1">
                <a:solidFill>
                  <a:srgbClr val="FFFFFF"/>
                </a:solidFill>
                <a:latin typeface="Arial"/>
                <a:ea typeface="Arial"/>
                <a:cs typeface="Arial"/>
              </a:rPr>
              <a:t>8-18 SEC</a:t>
            </a:r>
          </a:p>
        </p:txBody>
      </p:sp>
      <p:sp>
        <p:nvSpPr>
          <p:cNvPr id="16" name="">
            <a:extLst xmlns:a="http://schemas.openxmlformats.org/drawingml/2006/main">
              <a:ext uri="{FF2B5EF4-FFF2-40B4-BE49-F238E27FC236}">
                <a16:creationId xmlns:a16="http://schemas.microsoft.com/office/drawing/2014/main" id="{87FFFF18-86C1-427B-8F2F-A2EF2FA72D09}"/>
              </a:ext>
            </a:extLst>
          </p:cNvPr>
          <p:cNvSpPr>
            <a:spLocks xmlns:a="http://schemas.openxmlformats.org/drawingml/2006/main" noGrp="1"/>
          </p:cNvSpPr>
          <p:nvPr/>
        </p:nvSpPr>
        <p:spPr>
          <a:xfrm xmlns:a="http://schemas.openxmlformats.org/drawingml/2006/main">
            <a:off x="2095500" y="4010025"/>
            <a:ext cx="31432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75" b="1">
                <a:solidFill>
                  <a:srgbClr val="FFFFFF"/>
                </a:solidFill>
                <a:latin typeface="Arial"/>
                <a:ea typeface="Arial"/>
                <a:cs typeface="Arial"/>
              </a:defRPr>
            </a:defPPr>
            <a:lvl1pPr algn="l">
              <a:defRPr sz="1575" b="1">
                <a:solidFill>
                  <a:srgbClr val="FFFFFF"/>
                </a:solidFill>
                <a:latin typeface="Arial"/>
                <a:ea typeface="Arial"/>
                <a:cs typeface="Arial"/>
              </a:defRPr>
            </a:lvl1pPr>
            <a:lvl2pPr algn="l">
              <a:defRPr sz="1575" b="1">
                <a:solidFill>
                  <a:srgbClr val="FFFFFF"/>
                </a:solidFill>
                <a:latin typeface="Arial"/>
                <a:ea typeface="Arial"/>
                <a:cs typeface="Arial"/>
              </a:defRPr>
            </a:lvl2pPr>
            <a:lvl3pPr algn="l">
              <a:defRPr sz="1575" b="1">
                <a:solidFill>
                  <a:srgbClr val="FFFFFF"/>
                </a:solidFill>
                <a:latin typeface="Arial"/>
                <a:ea typeface="Arial"/>
                <a:cs typeface="Arial"/>
              </a:defRPr>
            </a:lvl3pPr>
            <a:lvl4pPr algn="l">
              <a:defRPr sz="1575" b="1">
                <a:solidFill>
                  <a:srgbClr val="FFFFFF"/>
                </a:solidFill>
                <a:latin typeface="Arial"/>
                <a:ea typeface="Arial"/>
                <a:cs typeface="Arial"/>
              </a:defRPr>
            </a:lvl4pPr>
            <a:lvl5pPr algn="l">
              <a:defRPr sz="1575" b="1">
                <a:solidFill>
                  <a:srgbClr val="FFFFFF"/>
                </a:solidFill>
                <a:latin typeface="Arial"/>
                <a:ea typeface="Arial"/>
                <a:cs typeface="Arial"/>
              </a:defRPr>
            </a:lvl5pPr>
            <a:lvl6pPr algn="l">
              <a:defRPr sz="1575" b="1">
                <a:solidFill>
                  <a:srgbClr val="FFFFFF"/>
                </a:solidFill>
                <a:latin typeface="Arial"/>
                <a:ea typeface="Arial"/>
                <a:cs typeface="Arial"/>
              </a:defRPr>
            </a:lvl6pPr>
            <a:lvl7pPr algn="l">
              <a:defRPr sz="1575" b="1">
                <a:solidFill>
                  <a:srgbClr val="FFFFFF"/>
                </a:solidFill>
                <a:latin typeface="Arial"/>
                <a:ea typeface="Arial"/>
                <a:cs typeface="Arial"/>
              </a:defRPr>
            </a:lvl7pPr>
            <a:lvl8pPr algn="l">
              <a:defRPr sz="1575" b="1">
                <a:solidFill>
                  <a:srgbClr val="FFFFFF"/>
                </a:solidFill>
                <a:latin typeface="Arial"/>
                <a:ea typeface="Arial"/>
                <a:cs typeface="Arial"/>
              </a:defRPr>
            </a:lvl8pPr>
            <a:lvl9pPr algn="l">
              <a:defRPr sz="1575" b="1">
                <a:solidFill>
                  <a:srgbClr val="FFFFFF"/>
                </a:solidFill>
                <a:latin typeface="Arial"/>
                <a:ea typeface="Arial"/>
                <a:cs typeface="Arial"/>
              </a:defRPr>
            </a:lvl9pPr>
          </a:lstStyle>
          <a:p xmlns:a="http://schemas.openxmlformats.org/drawingml/2006/main">
            <a:pPr algn="l">
              <a:defRPr sz="1575" b="1">
                <a:solidFill>
                  <a:srgbClr val="FFFFFF"/>
                </a:solidFill>
                <a:latin typeface="Arial"/>
                <a:ea typeface="Arial"/>
                <a:cs typeface="Arial"/>
              </a:defRPr>
            </a:pPr>
            <a:r>
              <a:rPr sz="1575" b="1">
                <a:solidFill>
                  <a:srgbClr val="FFFFFF"/>
                </a:solidFill>
                <a:latin typeface="Arial"/>
                <a:ea typeface="Arial"/>
                <a:cs typeface="Arial"/>
              </a:rPr>
              <a:t>Show the missed item</a:t>
            </a:r>
          </a:p>
        </p:txBody>
      </p:sp>
      <p:sp>
        <p:nvSpPr>
          <p:cNvPr id="17" name="">
            <a:extLst xmlns:a="http://schemas.openxmlformats.org/drawingml/2006/main">
              <a:ext uri="{FF2B5EF4-FFF2-40B4-BE49-F238E27FC236}">
                <a16:creationId xmlns:a16="http://schemas.microsoft.com/office/drawing/2014/main" id="{FB7BE30B-B363-489D-A28C-469489B0D412}"/>
              </a:ext>
            </a:extLst>
          </p:cNvPr>
          <p:cNvSpPr>
            <a:spLocks xmlns:a="http://schemas.openxmlformats.org/drawingml/2006/main" noGrp="1"/>
          </p:cNvSpPr>
          <p:nvPr/>
        </p:nvSpPr>
        <p:spPr>
          <a:xfrm xmlns:a="http://schemas.openxmlformats.org/drawingml/2006/main">
            <a:off x="5476875" y="4038600"/>
            <a:ext cx="5619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50" b="0">
                <a:solidFill>
                  <a:srgbClr val="DCE8EE"/>
                </a:solidFill>
                <a:latin typeface="Arial"/>
                <a:ea typeface="Arial"/>
                <a:cs typeface="Arial"/>
              </a:defRPr>
            </a:defPPr>
            <a:lvl1pPr algn="l">
              <a:defRPr sz="1350" b="0">
                <a:solidFill>
                  <a:srgbClr val="DCE8EE"/>
                </a:solidFill>
                <a:latin typeface="Arial"/>
                <a:ea typeface="Arial"/>
                <a:cs typeface="Arial"/>
              </a:defRPr>
            </a:lvl1pPr>
            <a:lvl2pPr algn="l">
              <a:defRPr sz="1350" b="0">
                <a:solidFill>
                  <a:srgbClr val="DCE8EE"/>
                </a:solidFill>
                <a:latin typeface="Arial"/>
                <a:ea typeface="Arial"/>
                <a:cs typeface="Arial"/>
              </a:defRPr>
            </a:lvl2pPr>
            <a:lvl3pPr algn="l">
              <a:defRPr sz="1350" b="0">
                <a:solidFill>
                  <a:srgbClr val="DCE8EE"/>
                </a:solidFill>
                <a:latin typeface="Arial"/>
                <a:ea typeface="Arial"/>
                <a:cs typeface="Arial"/>
              </a:defRPr>
            </a:lvl3pPr>
            <a:lvl4pPr algn="l">
              <a:defRPr sz="1350" b="0">
                <a:solidFill>
                  <a:srgbClr val="DCE8EE"/>
                </a:solidFill>
                <a:latin typeface="Arial"/>
                <a:ea typeface="Arial"/>
                <a:cs typeface="Arial"/>
              </a:defRPr>
            </a:lvl4pPr>
            <a:lvl5pPr algn="l">
              <a:defRPr sz="1350" b="0">
                <a:solidFill>
                  <a:srgbClr val="DCE8EE"/>
                </a:solidFill>
                <a:latin typeface="Arial"/>
                <a:ea typeface="Arial"/>
                <a:cs typeface="Arial"/>
              </a:defRPr>
            </a:lvl5pPr>
            <a:lvl6pPr algn="l">
              <a:defRPr sz="1350" b="0">
                <a:solidFill>
                  <a:srgbClr val="DCE8EE"/>
                </a:solidFill>
                <a:latin typeface="Arial"/>
                <a:ea typeface="Arial"/>
                <a:cs typeface="Arial"/>
              </a:defRPr>
            </a:lvl6pPr>
            <a:lvl7pPr algn="l">
              <a:defRPr sz="1350" b="0">
                <a:solidFill>
                  <a:srgbClr val="DCE8EE"/>
                </a:solidFill>
                <a:latin typeface="Arial"/>
                <a:ea typeface="Arial"/>
                <a:cs typeface="Arial"/>
              </a:defRPr>
            </a:lvl7pPr>
            <a:lvl8pPr algn="l">
              <a:defRPr sz="1350" b="0">
                <a:solidFill>
                  <a:srgbClr val="DCE8EE"/>
                </a:solidFill>
                <a:latin typeface="Arial"/>
                <a:ea typeface="Arial"/>
                <a:cs typeface="Arial"/>
              </a:defRPr>
            </a:lvl8pPr>
            <a:lvl9pPr algn="l">
              <a:defRPr sz="1350" b="0">
                <a:solidFill>
                  <a:srgbClr val="DCE8EE"/>
                </a:solidFill>
                <a:latin typeface="Arial"/>
                <a:ea typeface="Arial"/>
                <a:cs typeface="Arial"/>
              </a:defRPr>
            </a:lvl9pPr>
          </a:lstStyle>
          <a:p xmlns:a="http://schemas.openxmlformats.org/drawingml/2006/main">
            <a:pPr algn="l">
              <a:defRPr sz="1350" b="0">
                <a:solidFill>
                  <a:srgbClr val="DCE8EE"/>
                </a:solidFill>
                <a:latin typeface="Arial"/>
                <a:ea typeface="Arial"/>
                <a:cs typeface="Arial"/>
              </a:defRPr>
            </a:pPr>
            <a:r>
              <a:rPr sz="1350" b="0">
                <a:solidFill>
                  <a:srgbClr val="DCE8EE"/>
                </a:solidFill>
                <a:latin typeface="Arial"/>
                <a:ea typeface="Arial"/>
                <a:cs typeface="Arial"/>
              </a:rPr>
              <a:t>Point to Question 4 and the correct answer.</a:t>
            </a:r>
          </a:p>
        </p:txBody>
      </p:sp>
      <p:sp>
        <p:nvSpPr>
          <p:cNvPr id="18" name="">
            <a:extLst xmlns:a="http://schemas.openxmlformats.org/drawingml/2006/main">
              <a:ext uri="{FF2B5EF4-FFF2-40B4-BE49-F238E27FC236}">
                <a16:creationId xmlns:a16="http://schemas.microsoft.com/office/drawing/2014/main" id="{0B37BEDC-F166-41C3-96B7-CAD626100DD6}"/>
              </a:ext>
            </a:extLst>
          </p:cNvPr>
          <p:cNvSpPr>
            <a:spLocks xmlns:a="http://schemas.openxmlformats.org/drawingml/2006/main" noGrp="1"/>
          </p:cNvSpPr>
          <p:nvPr/>
        </p:nvSpPr>
        <p:spPr>
          <a:xfrm xmlns:a="http://schemas.openxmlformats.org/drawingml/2006/main">
            <a:off x="609600" y="4867275"/>
            <a:ext cx="10972800" cy="742950"/>
          </a:xfrm>
          <a:prstGeom xmlns:a="http://schemas.openxmlformats.org/drawingml/2006/main" prst="roundRect">
            <a:avLst>
              <a:gd name="adj" fmla="val 15385"/>
            </a:avLst>
          </a:prstGeom>
          <a:solidFill xmlns:a="http://schemas.openxmlformats.org/drawingml/2006/main">
            <a:srgbClr val="254357"/>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926EFB39-4722-4E0F-8AF2-FC465E33E02A}"/>
              </a:ext>
            </a:extLst>
          </p:cNvPr>
          <p:cNvSpPr>
            <a:spLocks xmlns:a="http://schemas.openxmlformats.org/drawingml/2006/main" noGrp="1"/>
          </p:cNvSpPr>
          <p:nvPr/>
        </p:nvSpPr>
        <p:spPr>
          <a:xfrm xmlns:a="http://schemas.openxmlformats.org/drawingml/2006/main">
            <a:off x="800100" y="5038725"/>
            <a:ext cx="1009650" cy="361950"/>
          </a:xfrm>
          <a:prstGeom xmlns:a="http://schemas.openxmlformats.org/drawingml/2006/main" prst="roundRect">
            <a:avLst>
              <a:gd name="adj" fmla="val 47368"/>
            </a:avLst>
          </a:prstGeom>
          <a:solidFill xmlns:a="http://schemas.openxmlformats.org/drawingml/2006/main">
            <a:srgbClr val="0877B9"/>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7FA4C5EE-9F65-48DB-91F6-094F525A5B4B}"/>
              </a:ext>
            </a:extLst>
          </p:cNvPr>
          <p:cNvSpPr>
            <a:spLocks xmlns:a="http://schemas.openxmlformats.org/drawingml/2006/main" noGrp="1"/>
          </p:cNvSpPr>
          <p:nvPr/>
        </p:nvSpPr>
        <p:spPr>
          <a:xfrm xmlns:a="http://schemas.openxmlformats.org/drawingml/2006/main">
            <a:off x="847725" y="5133975"/>
            <a:ext cx="9144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975" b="1">
                <a:solidFill>
                  <a:srgbClr val="FFFFFF"/>
                </a:solidFill>
                <a:latin typeface="Arial"/>
                <a:ea typeface="Arial"/>
                <a:cs typeface="Arial"/>
              </a:defRPr>
            </a:defPPr>
            <a:lvl1pPr algn="ctr">
              <a:defRPr sz="975" b="1">
                <a:solidFill>
                  <a:srgbClr val="FFFFFF"/>
                </a:solidFill>
                <a:latin typeface="Arial"/>
                <a:ea typeface="Arial"/>
                <a:cs typeface="Arial"/>
              </a:defRPr>
            </a:lvl1pPr>
            <a:lvl2pPr algn="ctr">
              <a:defRPr sz="975" b="1">
                <a:solidFill>
                  <a:srgbClr val="FFFFFF"/>
                </a:solidFill>
                <a:latin typeface="Arial"/>
                <a:ea typeface="Arial"/>
                <a:cs typeface="Arial"/>
              </a:defRPr>
            </a:lvl2pPr>
            <a:lvl3pPr algn="ctr">
              <a:defRPr sz="975" b="1">
                <a:solidFill>
                  <a:srgbClr val="FFFFFF"/>
                </a:solidFill>
                <a:latin typeface="Arial"/>
                <a:ea typeface="Arial"/>
                <a:cs typeface="Arial"/>
              </a:defRPr>
            </a:lvl3pPr>
            <a:lvl4pPr algn="ctr">
              <a:defRPr sz="975" b="1">
                <a:solidFill>
                  <a:srgbClr val="FFFFFF"/>
                </a:solidFill>
                <a:latin typeface="Arial"/>
                <a:ea typeface="Arial"/>
                <a:cs typeface="Arial"/>
              </a:defRPr>
            </a:lvl4pPr>
            <a:lvl5pPr algn="ctr">
              <a:defRPr sz="975" b="1">
                <a:solidFill>
                  <a:srgbClr val="FFFFFF"/>
                </a:solidFill>
                <a:latin typeface="Arial"/>
                <a:ea typeface="Arial"/>
                <a:cs typeface="Arial"/>
              </a:defRPr>
            </a:lvl5pPr>
            <a:lvl6pPr algn="ctr">
              <a:defRPr sz="975" b="1">
                <a:solidFill>
                  <a:srgbClr val="FFFFFF"/>
                </a:solidFill>
                <a:latin typeface="Arial"/>
                <a:ea typeface="Arial"/>
                <a:cs typeface="Arial"/>
              </a:defRPr>
            </a:lvl6pPr>
            <a:lvl7pPr algn="ctr">
              <a:defRPr sz="975" b="1">
                <a:solidFill>
                  <a:srgbClr val="FFFFFF"/>
                </a:solidFill>
                <a:latin typeface="Arial"/>
                <a:ea typeface="Arial"/>
                <a:cs typeface="Arial"/>
              </a:defRPr>
            </a:lvl7pPr>
            <a:lvl8pPr algn="ctr">
              <a:defRPr sz="975" b="1">
                <a:solidFill>
                  <a:srgbClr val="FFFFFF"/>
                </a:solidFill>
                <a:latin typeface="Arial"/>
                <a:ea typeface="Arial"/>
                <a:cs typeface="Arial"/>
              </a:defRPr>
            </a:lvl8pPr>
            <a:lvl9pPr algn="ctr">
              <a:defRPr sz="975" b="1">
                <a:solidFill>
                  <a:srgbClr val="FFFFFF"/>
                </a:solidFill>
                <a:latin typeface="Arial"/>
                <a:ea typeface="Arial"/>
                <a:cs typeface="Arial"/>
              </a:defRPr>
            </a:lvl9pPr>
          </a:lstStyle>
          <a:p xmlns:a="http://schemas.openxmlformats.org/drawingml/2006/main">
            <a:pPr algn="ctr">
              <a:defRPr sz="975" b="1">
                <a:solidFill>
                  <a:srgbClr val="FFFFFF"/>
                </a:solidFill>
                <a:latin typeface="Arial"/>
                <a:ea typeface="Arial"/>
                <a:cs typeface="Arial"/>
              </a:defRPr>
            </a:pPr>
            <a:r>
              <a:rPr sz="975" b="1">
                <a:solidFill>
                  <a:srgbClr val="FFFFFF"/>
                </a:solidFill>
                <a:latin typeface="Arial"/>
                <a:ea typeface="Arial"/>
                <a:cs typeface="Arial"/>
              </a:rPr>
              <a:t>18-30 SEC</a:t>
            </a:r>
          </a:p>
        </p:txBody>
      </p:sp>
      <p:sp>
        <p:nvSpPr>
          <p:cNvPr id="21" name="">
            <a:extLst xmlns:a="http://schemas.openxmlformats.org/drawingml/2006/main">
              <a:ext uri="{FF2B5EF4-FFF2-40B4-BE49-F238E27FC236}">
                <a16:creationId xmlns:a16="http://schemas.microsoft.com/office/drawing/2014/main" id="{05FF944D-4290-4CD7-9984-079286BDD139}"/>
              </a:ext>
            </a:extLst>
          </p:cNvPr>
          <p:cNvSpPr>
            <a:spLocks xmlns:a="http://schemas.openxmlformats.org/drawingml/2006/main" noGrp="1"/>
          </p:cNvSpPr>
          <p:nvPr/>
        </p:nvSpPr>
        <p:spPr>
          <a:xfrm xmlns:a="http://schemas.openxmlformats.org/drawingml/2006/main">
            <a:off x="2095500" y="5000625"/>
            <a:ext cx="31432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75" b="1">
                <a:solidFill>
                  <a:srgbClr val="FFFFFF"/>
                </a:solidFill>
                <a:latin typeface="Arial"/>
                <a:ea typeface="Arial"/>
                <a:cs typeface="Arial"/>
              </a:defRPr>
            </a:defPPr>
            <a:lvl1pPr algn="l">
              <a:defRPr sz="1575" b="1">
                <a:solidFill>
                  <a:srgbClr val="FFFFFF"/>
                </a:solidFill>
                <a:latin typeface="Arial"/>
                <a:ea typeface="Arial"/>
                <a:cs typeface="Arial"/>
              </a:defRPr>
            </a:lvl1pPr>
            <a:lvl2pPr algn="l">
              <a:defRPr sz="1575" b="1">
                <a:solidFill>
                  <a:srgbClr val="FFFFFF"/>
                </a:solidFill>
                <a:latin typeface="Arial"/>
                <a:ea typeface="Arial"/>
                <a:cs typeface="Arial"/>
              </a:defRPr>
            </a:lvl2pPr>
            <a:lvl3pPr algn="l">
              <a:defRPr sz="1575" b="1">
                <a:solidFill>
                  <a:srgbClr val="FFFFFF"/>
                </a:solidFill>
                <a:latin typeface="Arial"/>
                <a:ea typeface="Arial"/>
                <a:cs typeface="Arial"/>
              </a:defRPr>
            </a:lvl3pPr>
            <a:lvl4pPr algn="l">
              <a:defRPr sz="1575" b="1">
                <a:solidFill>
                  <a:srgbClr val="FFFFFF"/>
                </a:solidFill>
                <a:latin typeface="Arial"/>
                <a:ea typeface="Arial"/>
                <a:cs typeface="Arial"/>
              </a:defRPr>
            </a:lvl4pPr>
            <a:lvl5pPr algn="l">
              <a:defRPr sz="1575" b="1">
                <a:solidFill>
                  <a:srgbClr val="FFFFFF"/>
                </a:solidFill>
                <a:latin typeface="Arial"/>
                <a:ea typeface="Arial"/>
                <a:cs typeface="Arial"/>
              </a:defRPr>
            </a:lvl5pPr>
            <a:lvl6pPr algn="l">
              <a:defRPr sz="1575" b="1">
                <a:solidFill>
                  <a:srgbClr val="FFFFFF"/>
                </a:solidFill>
                <a:latin typeface="Arial"/>
                <a:ea typeface="Arial"/>
                <a:cs typeface="Arial"/>
              </a:defRPr>
            </a:lvl6pPr>
            <a:lvl7pPr algn="l">
              <a:defRPr sz="1575" b="1">
                <a:solidFill>
                  <a:srgbClr val="FFFFFF"/>
                </a:solidFill>
                <a:latin typeface="Arial"/>
                <a:ea typeface="Arial"/>
                <a:cs typeface="Arial"/>
              </a:defRPr>
            </a:lvl7pPr>
            <a:lvl8pPr algn="l">
              <a:defRPr sz="1575" b="1">
                <a:solidFill>
                  <a:srgbClr val="FFFFFF"/>
                </a:solidFill>
                <a:latin typeface="Arial"/>
                <a:ea typeface="Arial"/>
                <a:cs typeface="Arial"/>
              </a:defRPr>
            </a:lvl8pPr>
            <a:lvl9pPr algn="l">
              <a:defRPr sz="1575" b="1">
                <a:solidFill>
                  <a:srgbClr val="FFFFFF"/>
                </a:solidFill>
                <a:latin typeface="Arial"/>
                <a:ea typeface="Arial"/>
                <a:cs typeface="Arial"/>
              </a:defRPr>
            </a:lvl9pPr>
          </a:lstStyle>
          <a:p xmlns:a="http://schemas.openxmlformats.org/drawingml/2006/main">
            <a:pPr algn="l">
              <a:defRPr sz="1575" b="1">
                <a:solidFill>
                  <a:srgbClr val="FFFFFF"/>
                </a:solidFill>
                <a:latin typeface="Arial"/>
                <a:ea typeface="Arial"/>
                <a:cs typeface="Arial"/>
              </a:defRPr>
            </a:pPr>
            <a:r>
              <a:rPr sz="1575" b="1">
                <a:solidFill>
                  <a:srgbClr val="FFFFFF"/>
                </a:solidFill>
                <a:latin typeface="Arial"/>
                <a:ea typeface="Arial"/>
                <a:cs typeface="Arial"/>
              </a:rPr>
              <a:t>People to Avery Chen</a:t>
            </a:r>
          </a:p>
        </p:txBody>
      </p:sp>
      <p:sp>
        <p:nvSpPr>
          <p:cNvPr id="22" name="">
            <a:extLst xmlns:a="http://schemas.openxmlformats.org/drawingml/2006/main">
              <a:ext uri="{FF2B5EF4-FFF2-40B4-BE49-F238E27FC236}">
                <a16:creationId xmlns:a16="http://schemas.microsoft.com/office/drawing/2014/main" id="{3822E439-E57F-466E-9D42-62A74A894952}"/>
              </a:ext>
            </a:extLst>
          </p:cNvPr>
          <p:cNvSpPr>
            <a:spLocks xmlns:a="http://schemas.openxmlformats.org/drawingml/2006/main" noGrp="1"/>
          </p:cNvSpPr>
          <p:nvPr/>
        </p:nvSpPr>
        <p:spPr>
          <a:xfrm xmlns:a="http://schemas.openxmlformats.org/drawingml/2006/main">
            <a:off x="5476875" y="5029200"/>
            <a:ext cx="5619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50" b="0">
                <a:solidFill>
                  <a:srgbClr val="DCE8EE"/>
                </a:solidFill>
                <a:latin typeface="Arial"/>
                <a:ea typeface="Arial"/>
                <a:cs typeface="Arial"/>
              </a:defRPr>
            </a:defPPr>
            <a:lvl1pPr algn="l">
              <a:defRPr sz="1350" b="0">
                <a:solidFill>
                  <a:srgbClr val="DCE8EE"/>
                </a:solidFill>
                <a:latin typeface="Arial"/>
                <a:ea typeface="Arial"/>
                <a:cs typeface="Arial"/>
              </a:defRPr>
            </a:lvl1pPr>
            <a:lvl2pPr algn="l">
              <a:defRPr sz="1350" b="0">
                <a:solidFill>
                  <a:srgbClr val="DCE8EE"/>
                </a:solidFill>
                <a:latin typeface="Arial"/>
                <a:ea typeface="Arial"/>
                <a:cs typeface="Arial"/>
              </a:defRPr>
            </a:lvl2pPr>
            <a:lvl3pPr algn="l">
              <a:defRPr sz="1350" b="0">
                <a:solidFill>
                  <a:srgbClr val="DCE8EE"/>
                </a:solidFill>
                <a:latin typeface="Arial"/>
                <a:ea typeface="Arial"/>
                <a:cs typeface="Arial"/>
              </a:defRPr>
            </a:lvl3pPr>
            <a:lvl4pPr algn="l">
              <a:defRPr sz="1350" b="0">
                <a:solidFill>
                  <a:srgbClr val="DCE8EE"/>
                </a:solidFill>
                <a:latin typeface="Arial"/>
                <a:ea typeface="Arial"/>
                <a:cs typeface="Arial"/>
              </a:defRPr>
            </a:lvl4pPr>
            <a:lvl5pPr algn="l">
              <a:defRPr sz="1350" b="0">
                <a:solidFill>
                  <a:srgbClr val="DCE8EE"/>
                </a:solidFill>
                <a:latin typeface="Arial"/>
                <a:ea typeface="Arial"/>
                <a:cs typeface="Arial"/>
              </a:defRPr>
            </a:lvl5pPr>
            <a:lvl6pPr algn="l">
              <a:defRPr sz="1350" b="0">
                <a:solidFill>
                  <a:srgbClr val="DCE8EE"/>
                </a:solidFill>
                <a:latin typeface="Arial"/>
                <a:ea typeface="Arial"/>
                <a:cs typeface="Arial"/>
              </a:defRPr>
            </a:lvl6pPr>
            <a:lvl7pPr algn="l">
              <a:defRPr sz="1350" b="0">
                <a:solidFill>
                  <a:srgbClr val="DCE8EE"/>
                </a:solidFill>
                <a:latin typeface="Arial"/>
                <a:ea typeface="Arial"/>
                <a:cs typeface="Arial"/>
              </a:defRPr>
            </a:lvl7pPr>
            <a:lvl8pPr algn="l">
              <a:defRPr sz="1350" b="0">
                <a:solidFill>
                  <a:srgbClr val="DCE8EE"/>
                </a:solidFill>
                <a:latin typeface="Arial"/>
                <a:ea typeface="Arial"/>
                <a:cs typeface="Arial"/>
              </a:defRPr>
            </a:lvl8pPr>
            <a:lvl9pPr algn="l">
              <a:defRPr sz="1350" b="0">
                <a:solidFill>
                  <a:srgbClr val="DCE8EE"/>
                </a:solidFill>
                <a:latin typeface="Arial"/>
                <a:ea typeface="Arial"/>
                <a:cs typeface="Arial"/>
              </a:defRPr>
            </a:lvl9pPr>
          </a:lstStyle>
          <a:p xmlns:a="http://schemas.openxmlformats.org/drawingml/2006/main">
            <a:pPr algn="l">
              <a:defRPr sz="1350" b="0">
                <a:solidFill>
                  <a:srgbClr val="DCE8EE"/>
                </a:solidFill>
                <a:latin typeface="Arial"/>
                <a:ea typeface="Arial"/>
                <a:cs typeface="Arial"/>
              </a:defRPr>
            </a:pPr>
            <a:r>
              <a:rPr sz="1350" b="0">
                <a:solidFill>
                  <a:srgbClr val="DCE8EE"/>
                </a:solidFill>
                <a:latin typeface="Arial"/>
                <a:ea typeface="Arial"/>
                <a:cs typeface="Arial"/>
              </a:rPr>
              <a:t>Open the grade drawer and show the summary.</a:t>
            </a:r>
          </a:p>
        </p:txBody>
      </p:sp>
      <p:sp>
        <p:nvSpPr>
          <p:cNvPr id="23" name="">
            <a:extLst xmlns:a="http://schemas.openxmlformats.org/drawingml/2006/main">
              <a:ext uri="{FF2B5EF4-FFF2-40B4-BE49-F238E27FC236}">
                <a16:creationId xmlns:a16="http://schemas.microsoft.com/office/drawing/2014/main" id="{B4E66FA5-027D-4CB2-9E75-57F098645D0E}"/>
              </a:ext>
            </a:extLst>
          </p:cNvPr>
          <p:cNvSpPr>
            <a:spLocks xmlns:a="http://schemas.openxmlformats.org/drawingml/2006/main" noGrp="1"/>
          </p:cNvSpPr>
          <p:nvPr/>
        </p:nvSpPr>
        <p:spPr>
          <a:xfrm xmlns:a="http://schemas.openxmlformats.org/drawingml/2006/main">
            <a:off x="609600" y="6010275"/>
            <a:ext cx="666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1">
                <a:solidFill>
                  <a:srgbClr val="BBD0DD"/>
                </a:solidFill>
                <a:latin typeface="Arial"/>
                <a:ea typeface="Arial"/>
                <a:cs typeface="Arial"/>
              </a:defRPr>
            </a:defPPr>
            <a:lvl1pPr algn="l">
              <a:defRPr sz="1200" b="1">
                <a:solidFill>
                  <a:srgbClr val="BBD0DD"/>
                </a:solidFill>
                <a:latin typeface="Arial"/>
                <a:ea typeface="Arial"/>
                <a:cs typeface="Arial"/>
              </a:defRPr>
            </a:lvl1pPr>
            <a:lvl2pPr algn="l">
              <a:defRPr sz="1200" b="1">
                <a:solidFill>
                  <a:srgbClr val="BBD0DD"/>
                </a:solidFill>
                <a:latin typeface="Arial"/>
                <a:ea typeface="Arial"/>
                <a:cs typeface="Arial"/>
              </a:defRPr>
            </a:lvl2pPr>
            <a:lvl3pPr algn="l">
              <a:defRPr sz="1200" b="1">
                <a:solidFill>
                  <a:srgbClr val="BBD0DD"/>
                </a:solidFill>
                <a:latin typeface="Arial"/>
                <a:ea typeface="Arial"/>
                <a:cs typeface="Arial"/>
              </a:defRPr>
            </a:lvl3pPr>
            <a:lvl4pPr algn="l">
              <a:defRPr sz="1200" b="1">
                <a:solidFill>
                  <a:srgbClr val="BBD0DD"/>
                </a:solidFill>
                <a:latin typeface="Arial"/>
                <a:ea typeface="Arial"/>
                <a:cs typeface="Arial"/>
              </a:defRPr>
            </a:lvl4pPr>
            <a:lvl5pPr algn="l">
              <a:defRPr sz="1200" b="1">
                <a:solidFill>
                  <a:srgbClr val="BBD0DD"/>
                </a:solidFill>
                <a:latin typeface="Arial"/>
                <a:ea typeface="Arial"/>
                <a:cs typeface="Arial"/>
              </a:defRPr>
            </a:lvl5pPr>
            <a:lvl6pPr algn="l">
              <a:defRPr sz="1200" b="1">
                <a:solidFill>
                  <a:srgbClr val="BBD0DD"/>
                </a:solidFill>
                <a:latin typeface="Arial"/>
                <a:ea typeface="Arial"/>
                <a:cs typeface="Arial"/>
              </a:defRPr>
            </a:lvl6pPr>
            <a:lvl7pPr algn="l">
              <a:defRPr sz="1200" b="1">
                <a:solidFill>
                  <a:srgbClr val="BBD0DD"/>
                </a:solidFill>
                <a:latin typeface="Arial"/>
                <a:ea typeface="Arial"/>
                <a:cs typeface="Arial"/>
              </a:defRPr>
            </a:lvl7pPr>
            <a:lvl8pPr algn="l">
              <a:defRPr sz="1200" b="1">
                <a:solidFill>
                  <a:srgbClr val="BBD0DD"/>
                </a:solidFill>
                <a:latin typeface="Arial"/>
                <a:ea typeface="Arial"/>
                <a:cs typeface="Arial"/>
              </a:defRPr>
            </a:lvl8pPr>
            <a:lvl9pPr algn="l">
              <a:defRPr sz="1200" b="1">
                <a:solidFill>
                  <a:srgbClr val="BBD0DD"/>
                </a:solidFill>
                <a:latin typeface="Arial"/>
                <a:ea typeface="Arial"/>
                <a:cs typeface="Arial"/>
              </a:defRPr>
            </a:lvl9pPr>
          </a:lstStyle>
          <a:p xmlns:a="http://schemas.openxmlformats.org/drawingml/2006/main">
            <a:pPr algn="l">
              <a:defRPr sz="1200" b="1">
                <a:solidFill>
                  <a:srgbClr val="BBD0DD"/>
                </a:solidFill>
                <a:latin typeface="Arial"/>
                <a:ea typeface="Arial"/>
                <a:cs typeface="Arial"/>
              </a:defRPr>
            </a:pPr>
            <a:r>
              <a:rPr sz="1200" b="1">
                <a:solidFill>
                  <a:srgbClr val="BBD0DD"/>
                </a:solidFill>
                <a:latin typeface="Arial"/>
                <a:ea typeface="Arial"/>
                <a:cs typeface="Arial"/>
              </a:rPr>
              <a:t>DEMO WINDOW: 1:50-2:20  |  30 SECONDS</a:t>
            </a:r>
          </a:p>
        </p:txBody>
      </p:sp>
    </p:spTree>
    <p:extLst>
      <p:ext uri="{BB962C8B-B14F-4D97-AF65-F5344CB8AC3E}">
        <p14:creationId xmlns:p14="http://schemas.microsoft.com/office/powerpoint/2010/main" val="1872287517"/>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69FEAEE4-4446-4651-AF50-0A1784BCF2DA}"/>
              </a:ext>
            </a:extLst>
          </p:cNvPr>
          <p:cNvSpPr>
            <a:spLocks xmlns:a="http://schemas.openxmlformats.org/drawingml/2006/main" noGrp="1"/>
          </p:cNvSpPr>
          <p:nvPr/>
        </p:nvSpPr>
        <p:spPr>
          <a:xfrm xmlns:a="http://schemas.openxmlformats.org/drawingml/2006/main">
            <a:off x="609600" y="314325"/>
            <a:ext cx="3619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50" b="1">
                <a:solidFill>
                  <a:srgbClr val="0877B9"/>
                </a:solidFill>
                <a:latin typeface="Arial"/>
                <a:ea typeface="Arial"/>
                <a:cs typeface="Arial"/>
              </a:defRPr>
            </a:defPPr>
            <a:lvl1pPr algn="l">
              <a:defRPr sz="1050" b="1">
                <a:solidFill>
                  <a:srgbClr val="0877B9"/>
                </a:solidFill>
                <a:latin typeface="Arial"/>
                <a:ea typeface="Arial"/>
                <a:cs typeface="Arial"/>
              </a:defRPr>
            </a:lvl1pPr>
            <a:lvl2pPr algn="l">
              <a:defRPr sz="1050" b="1">
                <a:solidFill>
                  <a:srgbClr val="0877B9"/>
                </a:solidFill>
                <a:latin typeface="Arial"/>
                <a:ea typeface="Arial"/>
                <a:cs typeface="Arial"/>
              </a:defRPr>
            </a:lvl2pPr>
            <a:lvl3pPr algn="l">
              <a:defRPr sz="1050" b="1">
                <a:solidFill>
                  <a:srgbClr val="0877B9"/>
                </a:solidFill>
                <a:latin typeface="Arial"/>
                <a:ea typeface="Arial"/>
                <a:cs typeface="Arial"/>
              </a:defRPr>
            </a:lvl3pPr>
            <a:lvl4pPr algn="l">
              <a:defRPr sz="1050" b="1">
                <a:solidFill>
                  <a:srgbClr val="0877B9"/>
                </a:solidFill>
                <a:latin typeface="Arial"/>
                <a:ea typeface="Arial"/>
                <a:cs typeface="Arial"/>
              </a:defRPr>
            </a:lvl4pPr>
            <a:lvl5pPr algn="l">
              <a:defRPr sz="1050" b="1">
                <a:solidFill>
                  <a:srgbClr val="0877B9"/>
                </a:solidFill>
                <a:latin typeface="Arial"/>
                <a:ea typeface="Arial"/>
                <a:cs typeface="Arial"/>
              </a:defRPr>
            </a:lvl5pPr>
            <a:lvl6pPr algn="l">
              <a:defRPr sz="1050" b="1">
                <a:solidFill>
                  <a:srgbClr val="0877B9"/>
                </a:solidFill>
                <a:latin typeface="Arial"/>
                <a:ea typeface="Arial"/>
                <a:cs typeface="Arial"/>
              </a:defRPr>
            </a:lvl6pPr>
            <a:lvl7pPr algn="l">
              <a:defRPr sz="1050" b="1">
                <a:solidFill>
                  <a:srgbClr val="0877B9"/>
                </a:solidFill>
                <a:latin typeface="Arial"/>
                <a:ea typeface="Arial"/>
                <a:cs typeface="Arial"/>
              </a:defRPr>
            </a:lvl7pPr>
            <a:lvl8pPr algn="l">
              <a:defRPr sz="1050" b="1">
                <a:solidFill>
                  <a:srgbClr val="0877B9"/>
                </a:solidFill>
                <a:latin typeface="Arial"/>
                <a:ea typeface="Arial"/>
                <a:cs typeface="Arial"/>
              </a:defRPr>
            </a:lvl8pPr>
            <a:lvl9pPr algn="l">
              <a:defRPr sz="1050" b="1">
                <a:solidFill>
                  <a:srgbClr val="0877B9"/>
                </a:solidFill>
                <a:latin typeface="Arial"/>
                <a:ea typeface="Arial"/>
                <a:cs typeface="Arial"/>
              </a:defRPr>
            </a:lvl9pPr>
          </a:lstStyle>
          <a:p xmlns:a="http://schemas.openxmlformats.org/drawingml/2006/main">
            <a:pPr algn="l">
              <a:defRPr sz="1050" b="1">
                <a:solidFill>
                  <a:srgbClr val="0877B9"/>
                </a:solidFill>
                <a:latin typeface="Arial"/>
                <a:ea typeface="Arial"/>
                <a:cs typeface="Arial"/>
              </a:defRPr>
            </a:pPr>
            <a:r>
              <a:rPr sz="1050" b="1">
                <a:solidFill>
                  <a:srgbClr val="0877B9"/>
                </a:solidFill>
                <a:latin typeface="Arial"/>
                <a:ea typeface="Arial"/>
                <a:cs typeface="Arial"/>
              </a:rPr>
              <a:t>WHAT COMES NEXT</a:t>
            </a:r>
          </a:p>
        </p:txBody>
      </p:sp>
      <p:sp>
        <p:nvSpPr>
          <p:cNvPr id="2" name="">
            <a:extLst xmlns:a="http://schemas.openxmlformats.org/drawingml/2006/main">
              <a:ext uri="{FF2B5EF4-FFF2-40B4-BE49-F238E27FC236}">
                <a16:creationId xmlns:a16="http://schemas.microsoft.com/office/drawing/2014/main" id="{34479CD3-DD4E-45C8-B94B-43E86255709D}"/>
              </a:ext>
            </a:extLst>
          </p:cNvPr>
          <p:cNvSpPr>
            <a:spLocks xmlns:a="http://schemas.openxmlformats.org/drawingml/2006/main" noGrp="1"/>
          </p:cNvSpPr>
          <p:nvPr/>
        </p:nvSpPr>
        <p:spPr>
          <a:xfrm xmlns:a="http://schemas.openxmlformats.org/drawingml/2006/main">
            <a:off x="609600" y="647700"/>
            <a:ext cx="108966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2850" b="1">
                <a:solidFill>
                  <a:srgbClr val="183044"/>
                </a:solidFill>
                <a:latin typeface="Arial"/>
                <a:ea typeface="Arial"/>
                <a:cs typeface="Arial"/>
              </a:defRPr>
            </a:defPPr>
            <a:lvl1pPr algn="l">
              <a:defRPr sz="2850" b="1">
                <a:solidFill>
                  <a:srgbClr val="183044"/>
                </a:solidFill>
                <a:latin typeface="Arial"/>
                <a:ea typeface="Arial"/>
                <a:cs typeface="Arial"/>
              </a:defRPr>
            </a:lvl1pPr>
            <a:lvl2pPr algn="l">
              <a:defRPr sz="2850" b="1">
                <a:solidFill>
                  <a:srgbClr val="183044"/>
                </a:solidFill>
                <a:latin typeface="Arial"/>
                <a:ea typeface="Arial"/>
                <a:cs typeface="Arial"/>
              </a:defRPr>
            </a:lvl2pPr>
            <a:lvl3pPr algn="l">
              <a:defRPr sz="2850" b="1">
                <a:solidFill>
                  <a:srgbClr val="183044"/>
                </a:solidFill>
                <a:latin typeface="Arial"/>
                <a:ea typeface="Arial"/>
                <a:cs typeface="Arial"/>
              </a:defRPr>
            </a:lvl3pPr>
            <a:lvl4pPr algn="l">
              <a:defRPr sz="2850" b="1">
                <a:solidFill>
                  <a:srgbClr val="183044"/>
                </a:solidFill>
                <a:latin typeface="Arial"/>
                <a:ea typeface="Arial"/>
                <a:cs typeface="Arial"/>
              </a:defRPr>
            </a:lvl4pPr>
            <a:lvl5pPr algn="l">
              <a:defRPr sz="2850" b="1">
                <a:solidFill>
                  <a:srgbClr val="183044"/>
                </a:solidFill>
                <a:latin typeface="Arial"/>
                <a:ea typeface="Arial"/>
                <a:cs typeface="Arial"/>
              </a:defRPr>
            </a:lvl5pPr>
            <a:lvl6pPr algn="l">
              <a:defRPr sz="2850" b="1">
                <a:solidFill>
                  <a:srgbClr val="183044"/>
                </a:solidFill>
                <a:latin typeface="Arial"/>
                <a:ea typeface="Arial"/>
                <a:cs typeface="Arial"/>
              </a:defRPr>
            </a:lvl6pPr>
            <a:lvl7pPr algn="l">
              <a:defRPr sz="2850" b="1">
                <a:solidFill>
                  <a:srgbClr val="183044"/>
                </a:solidFill>
                <a:latin typeface="Arial"/>
                <a:ea typeface="Arial"/>
                <a:cs typeface="Arial"/>
              </a:defRPr>
            </a:lvl7pPr>
            <a:lvl8pPr algn="l">
              <a:defRPr sz="2850" b="1">
                <a:solidFill>
                  <a:srgbClr val="183044"/>
                </a:solidFill>
                <a:latin typeface="Arial"/>
                <a:ea typeface="Arial"/>
                <a:cs typeface="Arial"/>
              </a:defRPr>
            </a:lvl8pPr>
            <a:lvl9pPr algn="l">
              <a:defRPr sz="2850" b="1">
                <a:solidFill>
                  <a:srgbClr val="183044"/>
                </a:solidFill>
                <a:latin typeface="Arial"/>
                <a:ea typeface="Arial"/>
                <a:cs typeface="Arial"/>
              </a:defRPr>
            </a:lvl9pPr>
          </a:lstStyle>
          <a:p xmlns:a="http://schemas.openxmlformats.org/drawingml/2006/main">
            <a:pPr algn="l">
              <a:defRPr sz="2850" b="1">
                <a:solidFill>
                  <a:srgbClr val="183044"/>
                </a:solidFill>
                <a:latin typeface="Arial"/>
                <a:ea typeface="Arial"/>
                <a:cs typeface="Arial"/>
              </a:defRPr>
            </a:pPr>
            <a:r>
              <a:rPr sz="2850" b="1">
                <a:solidFill>
                  <a:srgbClr val="183044"/>
                </a:solidFill>
                <a:latin typeface="Arial"/>
                <a:ea typeface="Arial"/>
                <a:cs typeface="Arial"/>
              </a:rPr>
              <a:t>A review loop is built; classroom impact is the next test</a:t>
            </a:r>
          </a:p>
        </p:txBody>
      </p:sp>
      <p:sp>
        <p:nvSpPr>
          <p:cNvPr id="3" name="">
            <a:extLst xmlns:a="http://schemas.openxmlformats.org/drawingml/2006/main">
              <a:ext uri="{FF2B5EF4-FFF2-40B4-BE49-F238E27FC236}">
                <a16:creationId xmlns:a16="http://schemas.microsoft.com/office/drawing/2014/main" id="{425A0069-FC90-4910-B6A4-08C490DDC306}"/>
              </a:ext>
            </a:extLst>
          </p:cNvPr>
          <p:cNvSpPr>
            <a:spLocks xmlns:a="http://schemas.openxmlformats.org/drawingml/2006/main" noGrp="1"/>
          </p:cNvSpPr>
          <p:nvPr/>
        </p:nvSpPr>
        <p:spPr>
          <a:xfrm xmlns:a="http://schemas.openxmlformats.org/drawingml/2006/main">
            <a:off x="609600" y="1438275"/>
            <a:ext cx="10972800" cy="19050"/>
          </a:xfrm>
          <a:prstGeom xmlns:a="http://schemas.openxmlformats.org/drawingml/2006/main" prst="rect">
            <a:avLst/>
          </a:prstGeom>
          <a:solidFill xmlns:a="http://schemas.openxmlformats.org/drawingml/2006/main">
            <a:srgbClr val="D7E0E6"/>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78D80EA6-9B05-4E1C-9724-91B99A8DE82A}"/>
              </a:ext>
            </a:extLst>
          </p:cNvPr>
          <p:cNvSpPr>
            <a:spLocks xmlns:a="http://schemas.openxmlformats.org/drawingml/2006/main" noGrp="1"/>
          </p:cNvSpPr>
          <p:nvPr/>
        </p:nvSpPr>
        <p:spPr>
          <a:xfrm xmlns:a="http://schemas.openxmlformats.org/drawingml/2006/main">
            <a:off x="609600" y="6477000"/>
            <a:ext cx="5905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900" b="1">
                <a:solidFill>
                  <a:srgbClr val="5C6F7D"/>
                </a:solidFill>
                <a:latin typeface="Arial"/>
                <a:ea typeface="Arial"/>
                <a:cs typeface="Arial"/>
              </a:defRPr>
            </a:defPPr>
            <a:lvl1pPr algn="l">
              <a:defRPr sz="900" b="1">
                <a:solidFill>
                  <a:srgbClr val="5C6F7D"/>
                </a:solidFill>
                <a:latin typeface="Arial"/>
                <a:ea typeface="Arial"/>
                <a:cs typeface="Arial"/>
              </a:defRPr>
            </a:lvl1pPr>
            <a:lvl2pPr algn="l">
              <a:defRPr sz="900" b="1">
                <a:solidFill>
                  <a:srgbClr val="5C6F7D"/>
                </a:solidFill>
                <a:latin typeface="Arial"/>
                <a:ea typeface="Arial"/>
                <a:cs typeface="Arial"/>
              </a:defRPr>
            </a:lvl2pPr>
            <a:lvl3pPr algn="l">
              <a:defRPr sz="900" b="1">
                <a:solidFill>
                  <a:srgbClr val="5C6F7D"/>
                </a:solidFill>
                <a:latin typeface="Arial"/>
                <a:ea typeface="Arial"/>
                <a:cs typeface="Arial"/>
              </a:defRPr>
            </a:lvl3pPr>
            <a:lvl4pPr algn="l">
              <a:defRPr sz="900" b="1">
                <a:solidFill>
                  <a:srgbClr val="5C6F7D"/>
                </a:solidFill>
                <a:latin typeface="Arial"/>
                <a:ea typeface="Arial"/>
                <a:cs typeface="Arial"/>
              </a:defRPr>
            </a:lvl4pPr>
            <a:lvl5pPr algn="l">
              <a:defRPr sz="900" b="1">
                <a:solidFill>
                  <a:srgbClr val="5C6F7D"/>
                </a:solidFill>
                <a:latin typeface="Arial"/>
                <a:ea typeface="Arial"/>
                <a:cs typeface="Arial"/>
              </a:defRPr>
            </a:lvl5pPr>
            <a:lvl6pPr algn="l">
              <a:defRPr sz="900" b="1">
                <a:solidFill>
                  <a:srgbClr val="5C6F7D"/>
                </a:solidFill>
                <a:latin typeface="Arial"/>
                <a:ea typeface="Arial"/>
                <a:cs typeface="Arial"/>
              </a:defRPr>
            </a:lvl6pPr>
            <a:lvl7pPr algn="l">
              <a:defRPr sz="900" b="1">
                <a:solidFill>
                  <a:srgbClr val="5C6F7D"/>
                </a:solidFill>
                <a:latin typeface="Arial"/>
                <a:ea typeface="Arial"/>
                <a:cs typeface="Arial"/>
              </a:defRPr>
            </a:lvl7pPr>
            <a:lvl8pPr algn="l">
              <a:defRPr sz="900" b="1">
                <a:solidFill>
                  <a:srgbClr val="5C6F7D"/>
                </a:solidFill>
                <a:latin typeface="Arial"/>
                <a:ea typeface="Arial"/>
                <a:cs typeface="Arial"/>
              </a:defRPr>
            </a:lvl8pPr>
            <a:lvl9pPr algn="l">
              <a:defRPr sz="900" b="1">
                <a:solidFill>
                  <a:srgbClr val="5C6F7D"/>
                </a:solidFill>
                <a:latin typeface="Arial"/>
                <a:ea typeface="Arial"/>
                <a:cs typeface="Arial"/>
              </a:defRPr>
            </a:lvl9pPr>
          </a:lstStyle>
          <a:p xmlns:a="http://schemas.openxmlformats.org/drawingml/2006/main">
            <a:pPr algn="l">
              <a:defRPr sz="900" b="1">
                <a:solidFill>
                  <a:srgbClr val="5C6F7D"/>
                </a:solidFill>
                <a:latin typeface="Arial"/>
                <a:ea typeface="Arial"/>
                <a:cs typeface="Arial"/>
              </a:defRPr>
            </a:pPr>
            <a:r>
              <a:rPr sz="900" b="1">
                <a:solidFill>
                  <a:srgbClr val="5C6F7D"/>
                </a:solidFill>
                <a:latin typeface="Arial"/>
                <a:ea typeface="Arial"/>
                <a:cs typeface="Arial"/>
              </a:rPr>
              <a:t>CARMEN STUDY GUIDE  /  VIBE 101</a:t>
            </a:r>
          </a:p>
        </p:txBody>
      </p:sp>
      <p:sp>
        <p:nvSpPr>
          <p:cNvPr id="5" name="">
            <a:extLst xmlns:a="http://schemas.openxmlformats.org/drawingml/2006/main">
              <a:ext uri="{FF2B5EF4-FFF2-40B4-BE49-F238E27FC236}">
                <a16:creationId xmlns:a16="http://schemas.microsoft.com/office/drawing/2014/main" id="{1323A30A-CEB0-4FF2-92DD-C2A7B20D685A}"/>
              </a:ext>
            </a:extLst>
          </p:cNvPr>
          <p:cNvSpPr>
            <a:spLocks xmlns:a="http://schemas.openxmlformats.org/drawingml/2006/main" noGrp="1"/>
          </p:cNvSpPr>
          <p:nvPr/>
        </p:nvSpPr>
        <p:spPr>
          <a:xfrm xmlns:a="http://schemas.openxmlformats.org/drawingml/2006/main">
            <a:off x="11239500" y="6457950"/>
            <a:ext cx="3429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r">
              <a:defRPr sz="900" b="0">
                <a:solidFill>
                  <a:srgbClr val="5C6F7D"/>
                </a:solidFill>
                <a:latin typeface="Arial"/>
                <a:ea typeface="Arial"/>
                <a:cs typeface="Arial"/>
              </a:defRPr>
            </a:defPPr>
            <a:lvl1pPr algn="r">
              <a:defRPr sz="900" b="0">
                <a:solidFill>
                  <a:srgbClr val="5C6F7D"/>
                </a:solidFill>
                <a:latin typeface="Arial"/>
                <a:ea typeface="Arial"/>
                <a:cs typeface="Arial"/>
              </a:defRPr>
            </a:lvl1pPr>
            <a:lvl2pPr algn="r">
              <a:defRPr sz="900" b="0">
                <a:solidFill>
                  <a:srgbClr val="5C6F7D"/>
                </a:solidFill>
                <a:latin typeface="Arial"/>
                <a:ea typeface="Arial"/>
                <a:cs typeface="Arial"/>
              </a:defRPr>
            </a:lvl2pPr>
            <a:lvl3pPr algn="r">
              <a:defRPr sz="900" b="0">
                <a:solidFill>
                  <a:srgbClr val="5C6F7D"/>
                </a:solidFill>
                <a:latin typeface="Arial"/>
                <a:ea typeface="Arial"/>
                <a:cs typeface="Arial"/>
              </a:defRPr>
            </a:lvl3pPr>
            <a:lvl4pPr algn="r">
              <a:defRPr sz="900" b="0">
                <a:solidFill>
                  <a:srgbClr val="5C6F7D"/>
                </a:solidFill>
                <a:latin typeface="Arial"/>
                <a:ea typeface="Arial"/>
                <a:cs typeface="Arial"/>
              </a:defRPr>
            </a:lvl4pPr>
            <a:lvl5pPr algn="r">
              <a:defRPr sz="900" b="0">
                <a:solidFill>
                  <a:srgbClr val="5C6F7D"/>
                </a:solidFill>
                <a:latin typeface="Arial"/>
                <a:ea typeface="Arial"/>
                <a:cs typeface="Arial"/>
              </a:defRPr>
            </a:lvl5pPr>
            <a:lvl6pPr algn="r">
              <a:defRPr sz="900" b="0">
                <a:solidFill>
                  <a:srgbClr val="5C6F7D"/>
                </a:solidFill>
                <a:latin typeface="Arial"/>
                <a:ea typeface="Arial"/>
                <a:cs typeface="Arial"/>
              </a:defRPr>
            </a:lvl6pPr>
            <a:lvl7pPr algn="r">
              <a:defRPr sz="900" b="0">
                <a:solidFill>
                  <a:srgbClr val="5C6F7D"/>
                </a:solidFill>
                <a:latin typeface="Arial"/>
                <a:ea typeface="Arial"/>
                <a:cs typeface="Arial"/>
              </a:defRPr>
            </a:lvl7pPr>
            <a:lvl8pPr algn="r">
              <a:defRPr sz="900" b="0">
                <a:solidFill>
                  <a:srgbClr val="5C6F7D"/>
                </a:solidFill>
                <a:latin typeface="Arial"/>
                <a:ea typeface="Arial"/>
                <a:cs typeface="Arial"/>
              </a:defRPr>
            </a:lvl8pPr>
            <a:lvl9pPr algn="r">
              <a:defRPr sz="900" b="0">
                <a:solidFill>
                  <a:srgbClr val="5C6F7D"/>
                </a:solidFill>
                <a:latin typeface="Arial"/>
                <a:ea typeface="Arial"/>
                <a:cs typeface="Arial"/>
              </a:defRPr>
            </a:lvl9pPr>
          </a:lstStyle>
          <a:p xmlns:a="http://schemas.openxmlformats.org/drawingml/2006/main">
            <a:pPr algn="r">
              <a:defRPr sz="900" b="0">
                <a:solidFill>
                  <a:srgbClr val="5C6F7D"/>
                </a:solidFill>
                <a:latin typeface="Arial"/>
                <a:ea typeface="Arial"/>
                <a:cs typeface="Arial"/>
              </a:defRPr>
            </a:pPr>
            <a:r>
              <a:rPr sz="900" b="0">
                <a:solidFill>
                  <a:srgbClr val="5C6F7D"/>
                </a:solidFill>
                <a:latin typeface="Arial"/>
                <a:ea typeface="Arial"/>
                <a:cs typeface="Arial"/>
              </a:rPr>
              <a:t>06</a:t>
            </a:r>
          </a:p>
        </p:txBody>
      </p:sp>
      <p:sp>
        <p:nvSpPr>
          <p:cNvPr id="6" name="">
            <a:extLst xmlns:a="http://schemas.openxmlformats.org/drawingml/2006/main">
              <a:ext uri="{FF2B5EF4-FFF2-40B4-BE49-F238E27FC236}">
                <a16:creationId xmlns:a16="http://schemas.microsoft.com/office/drawing/2014/main" id="{FE61B5E8-20E7-4DA1-9505-1F516A44FB62}"/>
              </a:ext>
            </a:extLst>
          </p:cNvPr>
          <p:cNvSpPr>
            <a:spLocks xmlns:a="http://schemas.openxmlformats.org/drawingml/2006/main" noGrp="1"/>
          </p:cNvSpPr>
          <p:nvPr/>
        </p:nvSpPr>
        <p:spPr>
          <a:xfrm xmlns:a="http://schemas.openxmlformats.org/drawingml/2006/main">
            <a:off x="609600" y="1743075"/>
            <a:ext cx="45243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50" b="1">
                <a:solidFill>
                  <a:srgbClr val="0877B9"/>
                </a:solidFill>
                <a:latin typeface="Arial"/>
                <a:ea typeface="Arial"/>
                <a:cs typeface="Arial"/>
              </a:defRPr>
            </a:defPPr>
            <a:lvl1pPr algn="l">
              <a:defRPr sz="1050" b="1">
                <a:solidFill>
                  <a:srgbClr val="0877B9"/>
                </a:solidFill>
                <a:latin typeface="Arial"/>
                <a:ea typeface="Arial"/>
                <a:cs typeface="Arial"/>
              </a:defRPr>
            </a:lvl1pPr>
            <a:lvl2pPr algn="l">
              <a:defRPr sz="1050" b="1">
                <a:solidFill>
                  <a:srgbClr val="0877B9"/>
                </a:solidFill>
                <a:latin typeface="Arial"/>
                <a:ea typeface="Arial"/>
                <a:cs typeface="Arial"/>
              </a:defRPr>
            </a:lvl2pPr>
            <a:lvl3pPr algn="l">
              <a:defRPr sz="1050" b="1">
                <a:solidFill>
                  <a:srgbClr val="0877B9"/>
                </a:solidFill>
                <a:latin typeface="Arial"/>
                <a:ea typeface="Arial"/>
                <a:cs typeface="Arial"/>
              </a:defRPr>
            </a:lvl3pPr>
            <a:lvl4pPr algn="l">
              <a:defRPr sz="1050" b="1">
                <a:solidFill>
                  <a:srgbClr val="0877B9"/>
                </a:solidFill>
                <a:latin typeface="Arial"/>
                <a:ea typeface="Arial"/>
                <a:cs typeface="Arial"/>
              </a:defRPr>
            </a:lvl4pPr>
            <a:lvl5pPr algn="l">
              <a:defRPr sz="1050" b="1">
                <a:solidFill>
                  <a:srgbClr val="0877B9"/>
                </a:solidFill>
                <a:latin typeface="Arial"/>
                <a:ea typeface="Arial"/>
                <a:cs typeface="Arial"/>
              </a:defRPr>
            </a:lvl5pPr>
            <a:lvl6pPr algn="l">
              <a:defRPr sz="1050" b="1">
                <a:solidFill>
                  <a:srgbClr val="0877B9"/>
                </a:solidFill>
                <a:latin typeface="Arial"/>
                <a:ea typeface="Arial"/>
                <a:cs typeface="Arial"/>
              </a:defRPr>
            </a:lvl6pPr>
            <a:lvl7pPr algn="l">
              <a:defRPr sz="1050" b="1">
                <a:solidFill>
                  <a:srgbClr val="0877B9"/>
                </a:solidFill>
                <a:latin typeface="Arial"/>
                <a:ea typeface="Arial"/>
                <a:cs typeface="Arial"/>
              </a:defRPr>
            </a:lvl7pPr>
            <a:lvl8pPr algn="l">
              <a:defRPr sz="1050" b="1">
                <a:solidFill>
                  <a:srgbClr val="0877B9"/>
                </a:solidFill>
                <a:latin typeface="Arial"/>
                <a:ea typeface="Arial"/>
                <a:cs typeface="Arial"/>
              </a:defRPr>
            </a:lvl8pPr>
            <a:lvl9pPr algn="l">
              <a:defRPr sz="1050" b="1">
                <a:solidFill>
                  <a:srgbClr val="0877B9"/>
                </a:solidFill>
                <a:latin typeface="Arial"/>
                <a:ea typeface="Arial"/>
                <a:cs typeface="Arial"/>
              </a:defRPr>
            </a:lvl9pPr>
          </a:lstStyle>
          <a:p xmlns:a="http://schemas.openxmlformats.org/drawingml/2006/main">
            <a:pPr algn="l">
              <a:defRPr sz="1050" b="1">
                <a:solidFill>
                  <a:srgbClr val="0877B9"/>
                </a:solidFill>
                <a:latin typeface="Arial"/>
                <a:ea typeface="Arial"/>
                <a:cs typeface="Arial"/>
              </a:defRPr>
            </a:pPr>
            <a:r>
              <a:rPr sz="1050" b="1">
                <a:solidFill>
                  <a:srgbClr val="0877B9"/>
                </a:solidFill>
                <a:latin typeface="Arial"/>
                <a:ea typeface="Arial"/>
                <a:cs typeface="Arial"/>
              </a:rPr>
              <a:t>WHAT JUDGES CAN VERIFY TODAY</a:t>
            </a:r>
          </a:p>
        </p:txBody>
      </p:sp>
      <p:sp>
        <p:nvSpPr>
          <p:cNvPr id="7" name="">
            <a:extLst xmlns:a="http://schemas.openxmlformats.org/drawingml/2006/main">
              <a:ext uri="{FF2B5EF4-FFF2-40B4-BE49-F238E27FC236}">
                <a16:creationId xmlns:a16="http://schemas.microsoft.com/office/drawing/2014/main" id="{CC7E00AA-FB74-4612-A886-6300710D4018}"/>
              </a:ext>
            </a:extLst>
          </p:cNvPr>
          <p:cNvSpPr>
            <a:spLocks xmlns:a="http://schemas.openxmlformats.org/drawingml/2006/main" noGrp="1"/>
          </p:cNvSpPr>
          <p:nvPr/>
        </p:nvSpPr>
        <p:spPr>
          <a:xfrm xmlns:a="http://schemas.openxmlformats.org/drawingml/2006/main">
            <a:off x="647700" y="2190750"/>
            <a:ext cx="114300" cy="114300"/>
          </a:xfrm>
          <a:prstGeom xmlns:a="http://schemas.openxmlformats.org/drawingml/2006/main" prst="roundRect">
            <a:avLst>
              <a:gd name="adj" fmla="val 50000"/>
            </a:avLst>
          </a:prstGeom>
          <a:solidFill xmlns:a="http://schemas.openxmlformats.org/drawingml/2006/main">
            <a:srgbClr val="11834A"/>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E2932D1D-63F8-4913-8E4E-EB01036049D2}"/>
              </a:ext>
            </a:extLst>
          </p:cNvPr>
          <p:cNvSpPr>
            <a:spLocks xmlns:a="http://schemas.openxmlformats.org/drawingml/2006/main" noGrp="1"/>
          </p:cNvSpPr>
          <p:nvPr/>
        </p:nvSpPr>
        <p:spPr>
          <a:xfrm xmlns:a="http://schemas.openxmlformats.org/drawingml/2006/main">
            <a:off x="933450" y="2105025"/>
            <a:ext cx="4524375"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0">
                <a:solidFill>
                  <a:srgbClr val="203040"/>
                </a:solidFill>
                <a:latin typeface="Arial"/>
                <a:ea typeface="Arial"/>
                <a:cs typeface="Arial"/>
              </a:defRPr>
            </a:defPPr>
            <a:lvl1pPr algn="l">
              <a:defRPr sz="1500" b="0">
                <a:solidFill>
                  <a:srgbClr val="203040"/>
                </a:solidFill>
                <a:latin typeface="Arial"/>
                <a:ea typeface="Arial"/>
                <a:cs typeface="Arial"/>
              </a:defRPr>
            </a:lvl1pPr>
            <a:lvl2pPr algn="l">
              <a:defRPr sz="1500" b="0">
                <a:solidFill>
                  <a:srgbClr val="203040"/>
                </a:solidFill>
                <a:latin typeface="Arial"/>
                <a:ea typeface="Arial"/>
                <a:cs typeface="Arial"/>
              </a:defRPr>
            </a:lvl2pPr>
            <a:lvl3pPr algn="l">
              <a:defRPr sz="1500" b="0">
                <a:solidFill>
                  <a:srgbClr val="203040"/>
                </a:solidFill>
                <a:latin typeface="Arial"/>
                <a:ea typeface="Arial"/>
                <a:cs typeface="Arial"/>
              </a:defRPr>
            </a:lvl3pPr>
            <a:lvl4pPr algn="l">
              <a:defRPr sz="1500" b="0">
                <a:solidFill>
                  <a:srgbClr val="203040"/>
                </a:solidFill>
                <a:latin typeface="Arial"/>
                <a:ea typeface="Arial"/>
                <a:cs typeface="Arial"/>
              </a:defRPr>
            </a:lvl4pPr>
            <a:lvl5pPr algn="l">
              <a:defRPr sz="1500" b="0">
                <a:solidFill>
                  <a:srgbClr val="203040"/>
                </a:solidFill>
                <a:latin typeface="Arial"/>
                <a:ea typeface="Arial"/>
                <a:cs typeface="Arial"/>
              </a:defRPr>
            </a:lvl5pPr>
            <a:lvl6pPr algn="l">
              <a:defRPr sz="1500" b="0">
                <a:solidFill>
                  <a:srgbClr val="203040"/>
                </a:solidFill>
                <a:latin typeface="Arial"/>
                <a:ea typeface="Arial"/>
                <a:cs typeface="Arial"/>
              </a:defRPr>
            </a:lvl6pPr>
            <a:lvl7pPr algn="l">
              <a:defRPr sz="1500" b="0">
                <a:solidFill>
                  <a:srgbClr val="203040"/>
                </a:solidFill>
                <a:latin typeface="Arial"/>
                <a:ea typeface="Arial"/>
                <a:cs typeface="Arial"/>
              </a:defRPr>
            </a:lvl7pPr>
            <a:lvl8pPr algn="l">
              <a:defRPr sz="1500" b="0">
                <a:solidFill>
                  <a:srgbClr val="203040"/>
                </a:solidFill>
                <a:latin typeface="Arial"/>
                <a:ea typeface="Arial"/>
                <a:cs typeface="Arial"/>
              </a:defRPr>
            </a:lvl8pPr>
            <a:lvl9pPr algn="l">
              <a:defRPr sz="1500" b="0">
                <a:solidFill>
                  <a:srgbClr val="203040"/>
                </a:solidFill>
                <a:latin typeface="Arial"/>
                <a:ea typeface="Arial"/>
                <a:cs typeface="Arial"/>
              </a:defRPr>
            </a:lvl9pPr>
          </a:lstStyle>
          <a:p xmlns:a="http://schemas.openxmlformats.org/drawingml/2006/main">
            <a:pPr algn="l">
              <a:defRPr sz="1500" b="0">
                <a:solidFill>
                  <a:srgbClr val="203040"/>
                </a:solidFill>
                <a:latin typeface="Arial"/>
                <a:ea typeface="Arial"/>
                <a:cs typeface="Arial"/>
              </a:defRPr>
            </a:pPr>
            <a:r>
              <a:rPr sz="1500" b="0">
                <a:solidFill>
                  <a:srgbClr val="203040"/>
                </a:solidFill>
                <a:latin typeface="Arial"/>
                <a:ea typeface="Arial"/>
                <a:cs typeface="Arial"/>
              </a:rPr>
              <a:t>A six-chapter VIBE 101 learning path</a:t>
            </a:r>
          </a:p>
        </p:txBody>
      </p:sp>
      <p:sp>
        <p:nvSpPr>
          <p:cNvPr id="9" name="">
            <a:extLst xmlns:a="http://schemas.openxmlformats.org/drawingml/2006/main">
              <a:ext uri="{FF2B5EF4-FFF2-40B4-BE49-F238E27FC236}">
                <a16:creationId xmlns:a16="http://schemas.microsoft.com/office/drawing/2014/main" id="{CB0A3BE7-EFDC-42DB-B8CE-9083D29BEDD1}"/>
              </a:ext>
            </a:extLst>
          </p:cNvPr>
          <p:cNvSpPr>
            <a:spLocks xmlns:a="http://schemas.openxmlformats.org/drawingml/2006/main" noGrp="1"/>
          </p:cNvSpPr>
          <p:nvPr/>
        </p:nvSpPr>
        <p:spPr>
          <a:xfrm xmlns:a="http://schemas.openxmlformats.org/drawingml/2006/main">
            <a:off x="647700" y="2819400"/>
            <a:ext cx="114300" cy="114300"/>
          </a:xfrm>
          <a:prstGeom xmlns:a="http://schemas.openxmlformats.org/drawingml/2006/main" prst="roundRect">
            <a:avLst>
              <a:gd name="adj" fmla="val 50000"/>
            </a:avLst>
          </a:prstGeom>
          <a:solidFill xmlns:a="http://schemas.openxmlformats.org/drawingml/2006/main">
            <a:srgbClr val="11834A"/>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4ABD0ECF-40A8-4C4E-B6E6-26378323F1A6}"/>
              </a:ext>
            </a:extLst>
          </p:cNvPr>
          <p:cNvSpPr>
            <a:spLocks xmlns:a="http://schemas.openxmlformats.org/drawingml/2006/main" noGrp="1"/>
          </p:cNvSpPr>
          <p:nvPr/>
        </p:nvSpPr>
        <p:spPr>
          <a:xfrm xmlns:a="http://schemas.openxmlformats.org/drawingml/2006/main">
            <a:off x="933450" y="2733675"/>
            <a:ext cx="4524375"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0">
                <a:solidFill>
                  <a:srgbClr val="203040"/>
                </a:solidFill>
                <a:latin typeface="Arial"/>
                <a:ea typeface="Arial"/>
                <a:cs typeface="Arial"/>
              </a:defRPr>
            </a:defPPr>
            <a:lvl1pPr algn="l">
              <a:defRPr sz="1500" b="0">
                <a:solidFill>
                  <a:srgbClr val="203040"/>
                </a:solidFill>
                <a:latin typeface="Arial"/>
                <a:ea typeface="Arial"/>
                <a:cs typeface="Arial"/>
              </a:defRPr>
            </a:lvl1pPr>
            <a:lvl2pPr algn="l">
              <a:defRPr sz="1500" b="0">
                <a:solidFill>
                  <a:srgbClr val="203040"/>
                </a:solidFill>
                <a:latin typeface="Arial"/>
                <a:ea typeface="Arial"/>
                <a:cs typeface="Arial"/>
              </a:defRPr>
            </a:lvl2pPr>
            <a:lvl3pPr algn="l">
              <a:defRPr sz="1500" b="0">
                <a:solidFill>
                  <a:srgbClr val="203040"/>
                </a:solidFill>
                <a:latin typeface="Arial"/>
                <a:ea typeface="Arial"/>
                <a:cs typeface="Arial"/>
              </a:defRPr>
            </a:lvl3pPr>
            <a:lvl4pPr algn="l">
              <a:defRPr sz="1500" b="0">
                <a:solidFill>
                  <a:srgbClr val="203040"/>
                </a:solidFill>
                <a:latin typeface="Arial"/>
                <a:ea typeface="Arial"/>
                <a:cs typeface="Arial"/>
              </a:defRPr>
            </a:lvl4pPr>
            <a:lvl5pPr algn="l">
              <a:defRPr sz="1500" b="0">
                <a:solidFill>
                  <a:srgbClr val="203040"/>
                </a:solidFill>
                <a:latin typeface="Arial"/>
                <a:ea typeface="Arial"/>
                <a:cs typeface="Arial"/>
              </a:defRPr>
            </a:lvl5pPr>
            <a:lvl6pPr algn="l">
              <a:defRPr sz="1500" b="0">
                <a:solidFill>
                  <a:srgbClr val="203040"/>
                </a:solidFill>
                <a:latin typeface="Arial"/>
                <a:ea typeface="Arial"/>
                <a:cs typeface="Arial"/>
              </a:defRPr>
            </a:lvl6pPr>
            <a:lvl7pPr algn="l">
              <a:defRPr sz="1500" b="0">
                <a:solidFill>
                  <a:srgbClr val="203040"/>
                </a:solidFill>
                <a:latin typeface="Arial"/>
                <a:ea typeface="Arial"/>
                <a:cs typeface="Arial"/>
              </a:defRPr>
            </a:lvl7pPr>
            <a:lvl8pPr algn="l">
              <a:defRPr sz="1500" b="0">
                <a:solidFill>
                  <a:srgbClr val="203040"/>
                </a:solidFill>
                <a:latin typeface="Arial"/>
                <a:ea typeface="Arial"/>
                <a:cs typeface="Arial"/>
              </a:defRPr>
            </a:lvl8pPr>
            <a:lvl9pPr algn="l">
              <a:defRPr sz="1500" b="0">
                <a:solidFill>
                  <a:srgbClr val="203040"/>
                </a:solidFill>
                <a:latin typeface="Arial"/>
                <a:ea typeface="Arial"/>
                <a:cs typeface="Arial"/>
              </a:defRPr>
            </a:lvl9pPr>
          </a:lstStyle>
          <a:p xmlns:a="http://schemas.openxmlformats.org/drawingml/2006/main">
            <a:pPr algn="l">
              <a:defRPr sz="1500" b="0">
                <a:solidFill>
                  <a:srgbClr val="203040"/>
                </a:solidFill>
                <a:latin typeface="Arial"/>
                <a:ea typeface="Arial"/>
                <a:cs typeface="Arial"/>
              </a:defRPr>
            </a:pPr>
            <a:r>
              <a:rPr sz="1500" b="0">
                <a:solidFill>
                  <a:srgbClr val="203040"/>
                </a:solidFill>
                <a:latin typeface="Arial"/>
                <a:ea typeface="Arial"/>
                <a:cs typeface="Arial"/>
              </a:rPr>
              <a:t>Completed quizzes with answer-level review</a:t>
            </a:r>
          </a:p>
        </p:txBody>
      </p:sp>
      <p:sp>
        <p:nvSpPr>
          <p:cNvPr id="11" name="">
            <a:extLst xmlns:a="http://schemas.openxmlformats.org/drawingml/2006/main">
              <a:ext uri="{FF2B5EF4-FFF2-40B4-BE49-F238E27FC236}">
                <a16:creationId xmlns:a16="http://schemas.microsoft.com/office/drawing/2014/main" id="{62D05C25-B562-4DE7-A6D5-4BCBD40EDE4A}"/>
              </a:ext>
            </a:extLst>
          </p:cNvPr>
          <p:cNvSpPr>
            <a:spLocks xmlns:a="http://schemas.openxmlformats.org/drawingml/2006/main" noGrp="1"/>
          </p:cNvSpPr>
          <p:nvPr/>
        </p:nvSpPr>
        <p:spPr>
          <a:xfrm xmlns:a="http://schemas.openxmlformats.org/drawingml/2006/main">
            <a:off x="647700" y="3448050"/>
            <a:ext cx="114300" cy="114300"/>
          </a:xfrm>
          <a:prstGeom xmlns:a="http://schemas.openxmlformats.org/drawingml/2006/main" prst="roundRect">
            <a:avLst>
              <a:gd name="adj" fmla="val 50000"/>
            </a:avLst>
          </a:prstGeom>
          <a:solidFill xmlns:a="http://schemas.openxmlformats.org/drawingml/2006/main">
            <a:srgbClr val="11834A"/>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0EF2A372-A69D-48C3-A00F-BB18C48111F3}"/>
              </a:ext>
            </a:extLst>
          </p:cNvPr>
          <p:cNvSpPr>
            <a:spLocks xmlns:a="http://schemas.openxmlformats.org/drawingml/2006/main" noGrp="1"/>
          </p:cNvSpPr>
          <p:nvPr/>
        </p:nvSpPr>
        <p:spPr>
          <a:xfrm xmlns:a="http://schemas.openxmlformats.org/drawingml/2006/main">
            <a:off x="933450" y="3362325"/>
            <a:ext cx="4524375"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00" b="0">
                <a:solidFill>
                  <a:srgbClr val="203040"/>
                </a:solidFill>
                <a:latin typeface="Arial"/>
                <a:ea typeface="Arial"/>
                <a:cs typeface="Arial"/>
              </a:defRPr>
            </a:defPPr>
            <a:lvl1pPr algn="l">
              <a:defRPr sz="1500" b="0">
                <a:solidFill>
                  <a:srgbClr val="203040"/>
                </a:solidFill>
                <a:latin typeface="Arial"/>
                <a:ea typeface="Arial"/>
                <a:cs typeface="Arial"/>
              </a:defRPr>
            </a:lvl1pPr>
            <a:lvl2pPr algn="l">
              <a:defRPr sz="1500" b="0">
                <a:solidFill>
                  <a:srgbClr val="203040"/>
                </a:solidFill>
                <a:latin typeface="Arial"/>
                <a:ea typeface="Arial"/>
                <a:cs typeface="Arial"/>
              </a:defRPr>
            </a:lvl2pPr>
            <a:lvl3pPr algn="l">
              <a:defRPr sz="1500" b="0">
                <a:solidFill>
                  <a:srgbClr val="203040"/>
                </a:solidFill>
                <a:latin typeface="Arial"/>
                <a:ea typeface="Arial"/>
                <a:cs typeface="Arial"/>
              </a:defRPr>
            </a:lvl3pPr>
            <a:lvl4pPr algn="l">
              <a:defRPr sz="1500" b="0">
                <a:solidFill>
                  <a:srgbClr val="203040"/>
                </a:solidFill>
                <a:latin typeface="Arial"/>
                <a:ea typeface="Arial"/>
                <a:cs typeface="Arial"/>
              </a:defRPr>
            </a:lvl4pPr>
            <a:lvl5pPr algn="l">
              <a:defRPr sz="1500" b="0">
                <a:solidFill>
                  <a:srgbClr val="203040"/>
                </a:solidFill>
                <a:latin typeface="Arial"/>
                <a:ea typeface="Arial"/>
                <a:cs typeface="Arial"/>
              </a:defRPr>
            </a:lvl5pPr>
            <a:lvl6pPr algn="l">
              <a:defRPr sz="1500" b="0">
                <a:solidFill>
                  <a:srgbClr val="203040"/>
                </a:solidFill>
                <a:latin typeface="Arial"/>
                <a:ea typeface="Arial"/>
                <a:cs typeface="Arial"/>
              </a:defRPr>
            </a:lvl6pPr>
            <a:lvl7pPr algn="l">
              <a:defRPr sz="1500" b="0">
                <a:solidFill>
                  <a:srgbClr val="203040"/>
                </a:solidFill>
                <a:latin typeface="Arial"/>
                <a:ea typeface="Arial"/>
                <a:cs typeface="Arial"/>
              </a:defRPr>
            </a:lvl7pPr>
            <a:lvl8pPr algn="l">
              <a:defRPr sz="1500" b="0">
                <a:solidFill>
                  <a:srgbClr val="203040"/>
                </a:solidFill>
                <a:latin typeface="Arial"/>
                <a:ea typeface="Arial"/>
                <a:cs typeface="Arial"/>
              </a:defRPr>
            </a:lvl8pPr>
            <a:lvl9pPr algn="l">
              <a:defRPr sz="1500" b="0">
                <a:solidFill>
                  <a:srgbClr val="203040"/>
                </a:solidFill>
                <a:latin typeface="Arial"/>
                <a:ea typeface="Arial"/>
                <a:cs typeface="Arial"/>
              </a:defRPr>
            </a:lvl9pPr>
          </a:lstStyle>
          <a:p xmlns:a="http://schemas.openxmlformats.org/drawingml/2006/main">
            <a:pPr algn="l">
              <a:defRPr sz="1500" b="0">
                <a:solidFill>
                  <a:srgbClr val="203040"/>
                </a:solidFill>
                <a:latin typeface="Arial"/>
                <a:ea typeface="Arial"/>
                <a:cs typeface="Arial"/>
              </a:defRPr>
            </a:pPr>
            <a:r>
              <a:rPr sz="1500" b="0">
                <a:solidFill>
                  <a:srgbClr val="203040"/>
                </a:solidFill>
                <a:latin typeface="Arial"/>
                <a:ea typeface="Arial"/>
                <a:cs typeface="Arial"/>
              </a:rPr>
              <a:t>An instructor-facing roster and grade view</a:t>
            </a:r>
          </a:p>
        </p:txBody>
      </p:sp>
      <p:sp>
        <p:nvSpPr>
          <p:cNvPr id="13" name="">
            <a:extLst xmlns:a="http://schemas.openxmlformats.org/drawingml/2006/main">
              <a:ext uri="{FF2B5EF4-FFF2-40B4-BE49-F238E27FC236}">
                <a16:creationId xmlns:a16="http://schemas.microsoft.com/office/drawing/2014/main" id="{303F6577-99FD-4C63-90D1-2539F425081E}"/>
              </a:ext>
            </a:extLst>
          </p:cNvPr>
          <p:cNvSpPr>
            <a:spLocks xmlns:a="http://schemas.openxmlformats.org/drawingml/2006/main" noGrp="1"/>
          </p:cNvSpPr>
          <p:nvPr/>
        </p:nvSpPr>
        <p:spPr>
          <a:xfrm xmlns:a="http://schemas.openxmlformats.org/drawingml/2006/main">
            <a:off x="609600" y="4419600"/>
            <a:ext cx="4914900" cy="1257300"/>
          </a:xfrm>
          <a:prstGeom xmlns:a="http://schemas.openxmlformats.org/drawingml/2006/main" prst="roundRect">
            <a:avLst>
              <a:gd name="adj" fmla="val 10606"/>
            </a:avLst>
          </a:prstGeom>
          <a:solidFill xmlns:a="http://schemas.openxmlformats.org/drawingml/2006/main">
            <a:srgbClr val="FFF1F2"/>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2D9DC7DF-D85E-4CEA-8194-C1941B04035B}"/>
              </a:ext>
            </a:extLst>
          </p:cNvPr>
          <p:cNvSpPr>
            <a:spLocks xmlns:a="http://schemas.openxmlformats.org/drawingml/2006/main" noGrp="1"/>
          </p:cNvSpPr>
          <p:nvPr/>
        </p:nvSpPr>
        <p:spPr>
          <a:xfrm xmlns:a="http://schemas.openxmlformats.org/drawingml/2006/main">
            <a:off x="838200" y="4629150"/>
            <a:ext cx="41910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50" b="1">
                <a:solidFill>
                  <a:srgbClr val="C8102E"/>
                </a:solidFill>
                <a:latin typeface="Arial"/>
                <a:ea typeface="Arial"/>
                <a:cs typeface="Arial"/>
              </a:defRPr>
            </a:defPPr>
            <a:lvl1pPr algn="l">
              <a:defRPr sz="1050" b="1">
                <a:solidFill>
                  <a:srgbClr val="C8102E"/>
                </a:solidFill>
                <a:latin typeface="Arial"/>
                <a:ea typeface="Arial"/>
                <a:cs typeface="Arial"/>
              </a:defRPr>
            </a:lvl1pPr>
            <a:lvl2pPr algn="l">
              <a:defRPr sz="1050" b="1">
                <a:solidFill>
                  <a:srgbClr val="C8102E"/>
                </a:solidFill>
                <a:latin typeface="Arial"/>
                <a:ea typeface="Arial"/>
                <a:cs typeface="Arial"/>
              </a:defRPr>
            </a:lvl2pPr>
            <a:lvl3pPr algn="l">
              <a:defRPr sz="1050" b="1">
                <a:solidFill>
                  <a:srgbClr val="C8102E"/>
                </a:solidFill>
                <a:latin typeface="Arial"/>
                <a:ea typeface="Arial"/>
                <a:cs typeface="Arial"/>
              </a:defRPr>
            </a:lvl3pPr>
            <a:lvl4pPr algn="l">
              <a:defRPr sz="1050" b="1">
                <a:solidFill>
                  <a:srgbClr val="C8102E"/>
                </a:solidFill>
                <a:latin typeface="Arial"/>
                <a:ea typeface="Arial"/>
                <a:cs typeface="Arial"/>
              </a:defRPr>
            </a:lvl4pPr>
            <a:lvl5pPr algn="l">
              <a:defRPr sz="1050" b="1">
                <a:solidFill>
                  <a:srgbClr val="C8102E"/>
                </a:solidFill>
                <a:latin typeface="Arial"/>
                <a:ea typeface="Arial"/>
                <a:cs typeface="Arial"/>
              </a:defRPr>
            </a:lvl5pPr>
            <a:lvl6pPr algn="l">
              <a:defRPr sz="1050" b="1">
                <a:solidFill>
                  <a:srgbClr val="C8102E"/>
                </a:solidFill>
                <a:latin typeface="Arial"/>
                <a:ea typeface="Arial"/>
                <a:cs typeface="Arial"/>
              </a:defRPr>
            </a:lvl6pPr>
            <a:lvl7pPr algn="l">
              <a:defRPr sz="1050" b="1">
                <a:solidFill>
                  <a:srgbClr val="C8102E"/>
                </a:solidFill>
                <a:latin typeface="Arial"/>
                <a:ea typeface="Arial"/>
                <a:cs typeface="Arial"/>
              </a:defRPr>
            </a:lvl7pPr>
            <a:lvl8pPr algn="l">
              <a:defRPr sz="1050" b="1">
                <a:solidFill>
                  <a:srgbClr val="C8102E"/>
                </a:solidFill>
                <a:latin typeface="Arial"/>
                <a:ea typeface="Arial"/>
                <a:cs typeface="Arial"/>
              </a:defRPr>
            </a:lvl8pPr>
            <a:lvl9pPr algn="l">
              <a:defRPr sz="1050" b="1">
                <a:solidFill>
                  <a:srgbClr val="C8102E"/>
                </a:solidFill>
                <a:latin typeface="Arial"/>
                <a:ea typeface="Arial"/>
                <a:cs typeface="Arial"/>
              </a:defRPr>
            </a:lvl9pPr>
          </a:lstStyle>
          <a:p xmlns:a="http://schemas.openxmlformats.org/drawingml/2006/main">
            <a:pPr algn="l">
              <a:defRPr sz="1050" b="1">
                <a:solidFill>
                  <a:srgbClr val="C8102E"/>
                </a:solidFill>
                <a:latin typeface="Arial"/>
                <a:ea typeface="Arial"/>
                <a:cs typeface="Arial"/>
              </a:defRPr>
            </a:pPr>
            <a:r>
              <a:rPr sz="1050" b="1">
                <a:solidFill>
                  <a:srgbClr val="C8102E"/>
                </a:solidFill>
                <a:latin typeface="Arial"/>
                <a:ea typeface="Arial"/>
                <a:cs typeface="Arial"/>
              </a:rPr>
              <a:t>HONEST DATA BOUNDARY</a:t>
            </a:r>
          </a:p>
        </p:txBody>
      </p:sp>
      <p:sp>
        <p:nvSpPr>
          <p:cNvPr id="15" name="">
            <a:extLst xmlns:a="http://schemas.openxmlformats.org/drawingml/2006/main">
              <a:ext uri="{FF2B5EF4-FFF2-40B4-BE49-F238E27FC236}">
                <a16:creationId xmlns:a16="http://schemas.microsoft.com/office/drawing/2014/main" id="{43ACBE9C-1FA4-45B2-B2FE-F224A15C0AB9}"/>
              </a:ext>
            </a:extLst>
          </p:cNvPr>
          <p:cNvSpPr>
            <a:spLocks xmlns:a="http://schemas.openxmlformats.org/drawingml/2006/main" noGrp="1"/>
          </p:cNvSpPr>
          <p:nvPr/>
        </p:nvSpPr>
        <p:spPr>
          <a:xfrm xmlns:a="http://schemas.openxmlformats.org/drawingml/2006/main">
            <a:off x="838200" y="4972050"/>
            <a:ext cx="42672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0">
                <a:solidFill>
                  <a:srgbClr val="203040"/>
                </a:solidFill>
                <a:latin typeface="Arial"/>
                <a:ea typeface="Arial"/>
                <a:cs typeface="Arial"/>
              </a:defRPr>
            </a:defPPr>
            <a:lvl1pPr algn="l">
              <a:defRPr sz="1425" b="0">
                <a:solidFill>
                  <a:srgbClr val="203040"/>
                </a:solidFill>
                <a:latin typeface="Arial"/>
                <a:ea typeface="Arial"/>
                <a:cs typeface="Arial"/>
              </a:defRPr>
            </a:lvl1pPr>
            <a:lvl2pPr algn="l">
              <a:defRPr sz="1425" b="0">
                <a:solidFill>
                  <a:srgbClr val="203040"/>
                </a:solidFill>
                <a:latin typeface="Arial"/>
                <a:ea typeface="Arial"/>
                <a:cs typeface="Arial"/>
              </a:defRPr>
            </a:lvl2pPr>
            <a:lvl3pPr algn="l">
              <a:defRPr sz="1425" b="0">
                <a:solidFill>
                  <a:srgbClr val="203040"/>
                </a:solidFill>
                <a:latin typeface="Arial"/>
                <a:ea typeface="Arial"/>
                <a:cs typeface="Arial"/>
              </a:defRPr>
            </a:lvl3pPr>
            <a:lvl4pPr algn="l">
              <a:defRPr sz="1425" b="0">
                <a:solidFill>
                  <a:srgbClr val="203040"/>
                </a:solidFill>
                <a:latin typeface="Arial"/>
                <a:ea typeface="Arial"/>
                <a:cs typeface="Arial"/>
              </a:defRPr>
            </a:lvl4pPr>
            <a:lvl5pPr algn="l">
              <a:defRPr sz="1425" b="0">
                <a:solidFill>
                  <a:srgbClr val="203040"/>
                </a:solidFill>
                <a:latin typeface="Arial"/>
                <a:ea typeface="Arial"/>
                <a:cs typeface="Arial"/>
              </a:defRPr>
            </a:lvl5pPr>
            <a:lvl6pPr algn="l">
              <a:defRPr sz="1425" b="0">
                <a:solidFill>
                  <a:srgbClr val="203040"/>
                </a:solidFill>
                <a:latin typeface="Arial"/>
                <a:ea typeface="Arial"/>
                <a:cs typeface="Arial"/>
              </a:defRPr>
            </a:lvl6pPr>
            <a:lvl7pPr algn="l">
              <a:defRPr sz="1425" b="0">
                <a:solidFill>
                  <a:srgbClr val="203040"/>
                </a:solidFill>
                <a:latin typeface="Arial"/>
                <a:ea typeface="Arial"/>
                <a:cs typeface="Arial"/>
              </a:defRPr>
            </a:lvl7pPr>
            <a:lvl8pPr algn="l">
              <a:defRPr sz="1425" b="0">
                <a:solidFill>
                  <a:srgbClr val="203040"/>
                </a:solidFill>
                <a:latin typeface="Arial"/>
                <a:ea typeface="Arial"/>
                <a:cs typeface="Arial"/>
              </a:defRPr>
            </a:lvl8pPr>
            <a:lvl9pPr algn="l">
              <a:defRPr sz="1425" b="0">
                <a:solidFill>
                  <a:srgbClr val="203040"/>
                </a:solidFill>
                <a:latin typeface="Arial"/>
                <a:ea typeface="Arial"/>
                <a:cs typeface="Arial"/>
              </a:defRPr>
            </a:lvl9pPr>
          </a:lstStyle>
          <a:p xmlns:a="http://schemas.openxmlformats.org/drawingml/2006/main">
            <a:pPr algn="l">
              <a:defRPr sz="1425" b="0">
                <a:solidFill>
                  <a:srgbClr val="203040"/>
                </a:solidFill>
                <a:latin typeface="Arial"/>
                <a:ea typeface="Arial"/>
                <a:cs typeface="Arial"/>
              </a:defRPr>
            </a:pPr>
            <a:r>
              <a:rPr sz="1425" b="0">
                <a:solidFill>
                  <a:srgbClr val="203040"/>
                </a:solidFill>
                <a:latin typeface="Arial"/>
                <a:ea typeface="Arial"/>
                <a:cs typeface="Arial"/>
              </a:rPr>
              <a:t>Roster and scores are fictional fixtures. We are not claiming measured learning gains yet.</a:t>
            </a:r>
          </a:p>
        </p:txBody>
      </p:sp>
      <p:pic>
        <p:nvPicPr>
          <p:cNvPr id="16" name="">
            <a:extLst xmlns:a="http://schemas.openxmlformats.org/drawingml/2006/main">
              <a:ext uri="{FF2B5EF4-FFF2-40B4-BE49-F238E27FC236}">
                <a16:creationId xmlns:a16="http://schemas.microsoft.com/office/drawing/2014/main" id="{E27CD24C-5145-45DE-8B7E-7DA753A55186}"/>
              </a:ext>
            </a:extLst>
          </p:cNvPr>
          <p:cNvPicPr>
            <a:picLocks xmlns:a="http://schemas.openxmlformats.org/drawingml/2006/main" noChangeAspect="1"/>
          </p:cNvPicPr>
          <p:nvPr/>
        </p:nvPicPr>
        <p:blipFill>
          <a:blip xmlns:r="http://schemas.openxmlformats.org/officeDocument/2006/relationships" xmlns:a="http://schemas.openxmlformats.org/drawingml/2006/main" r:embed="R64db757a05ec4e1f"/>
          <a:srcRect xmlns:a="http://schemas.openxmlformats.org/drawingml/2006/main" l="59000" t="36000" r="0" b="0"/>
          <a:stretch xmlns:a="http://schemas.openxmlformats.org/drawingml/2006/main"/>
        </p:blipFill>
        <p:spPr>
          <a:xfrm xmlns:a="http://schemas.openxmlformats.org/drawingml/2006/main">
            <a:off x="7772400" y="1743075"/>
            <a:ext cx="3429000" cy="3314700"/>
          </a:xfrm>
          <a:prstGeom xmlns:a="http://schemas.openxmlformats.org/drawingml/2006/main" prst="roundRect">
            <a:avLst>
              <a:gd name="adj" fmla="val 3448"/>
            </a:avLst>
          </a:prstGeom>
        </p:spPr>
      </p:pic>
      <p:sp>
        <p:nvSpPr>
          <p:cNvPr id="17" name="">
            <a:extLst xmlns:a="http://schemas.openxmlformats.org/drawingml/2006/main">
              <a:ext uri="{FF2B5EF4-FFF2-40B4-BE49-F238E27FC236}">
                <a16:creationId xmlns:a16="http://schemas.microsoft.com/office/drawing/2014/main" id="{78047312-9E07-44A6-843E-9C123C5398C1}"/>
              </a:ext>
            </a:extLst>
          </p:cNvPr>
          <p:cNvSpPr>
            <a:spLocks xmlns:a="http://schemas.openxmlformats.org/drawingml/2006/main" noGrp="1"/>
          </p:cNvSpPr>
          <p:nvPr/>
        </p:nvSpPr>
        <p:spPr>
          <a:xfrm xmlns:a="http://schemas.openxmlformats.org/drawingml/2006/main">
            <a:off x="7772400" y="1743075"/>
            <a:ext cx="3429000" cy="3314700"/>
          </a:xfrm>
          <a:prstGeom xmlns:a="http://schemas.openxmlformats.org/drawingml/2006/main" prst="roundRect">
            <a:avLst>
              <a:gd name="adj" fmla="val 3448"/>
            </a:avLst>
          </a:prstGeom>
          <a:noFill xmlns:a="http://schemas.openxmlformats.org/drawingml/2006/main"/>
          <a:ln xmlns:a="http://schemas.openxmlformats.org/drawingml/2006/main" w="9525">
            <a:solidFill>
              <a:srgbClr val="D7E0E6"/>
            </a:solidFill>
            <a:prstDash val="solid"/>
          </a:ln>
        </p:spPr>
      </p:sp>
      <p:sp>
        <p:nvSpPr>
          <p:cNvPr id="18" name="">
            <a:extLst xmlns:a="http://schemas.openxmlformats.org/drawingml/2006/main">
              <a:ext uri="{FF2B5EF4-FFF2-40B4-BE49-F238E27FC236}">
                <a16:creationId xmlns:a16="http://schemas.microsoft.com/office/drawing/2014/main" id="{D490CE23-1F09-4CFF-98E6-32066EB88672}"/>
              </a:ext>
            </a:extLst>
          </p:cNvPr>
          <p:cNvSpPr>
            <a:spLocks xmlns:a="http://schemas.openxmlformats.org/drawingml/2006/main" noGrp="1"/>
          </p:cNvSpPr>
          <p:nvPr/>
        </p:nvSpPr>
        <p:spPr>
          <a:xfrm xmlns:a="http://schemas.openxmlformats.org/drawingml/2006/main">
            <a:off x="609600" y="5791200"/>
            <a:ext cx="10972800" cy="400050"/>
          </a:xfrm>
          <a:prstGeom xmlns:a="http://schemas.openxmlformats.org/drawingml/2006/main" prst="roundRect">
            <a:avLst>
              <a:gd name="adj" fmla="val 28571"/>
            </a:avLst>
          </a:prstGeom>
          <a:solidFill xmlns:a="http://schemas.openxmlformats.org/drawingml/2006/main">
            <a:srgbClr val="EAF4FA"/>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1A0E6351-8A3A-4940-9685-4238CF1CFC40}"/>
              </a:ext>
            </a:extLst>
          </p:cNvPr>
          <p:cNvSpPr>
            <a:spLocks xmlns:a="http://schemas.openxmlformats.org/drawingml/2006/main" noGrp="1"/>
          </p:cNvSpPr>
          <p:nvPr/>
        </p:nvSpPr>
        <p:spPr>
          <a:xfrm xmlns:a="http://schemas.openxmlformats.org/drawingml/2006/main">
            <a:off x="838200" y="5886450"/>
            <a:ext cx="105156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75" b="1">
                <a:solidFill>
                  <a:srgbClr val="183044"/>
                </a:solidFill>
                <a:latin typeface="Arial"/>
                <a:ea typeface="Arial"/>
                <a:cs typeface="Arial"/>
              </a:defRPr>
            </a:defPPr>
            <a:lvl1pPr algn="l">
              <a:defRPr sz="1275" b="1">
                <a:solidFill>
                  <a:srgbClr val="183044"/>
                </a:solidFill>
                <a:latin typeface="Arial"/>
                <a:ea typeface="Arial"/>
                <a:cs typeface="Arial"/>
              </a:defRPr>
            </a:lvl1pPr>
            <a:lvl2pPr algn="l">
              <a:defRPr sz="1275" b="1">
                <a:solidFill>
                  <a:srgbClr val="183044"/>
                </a:solidFill>
                <a:latin typeface="Arial"/>
                <a:ea typeface="Arial"/>
                <a:cs typeface="Arial"/>
              </a:defRPr>
            </a:lvl2pPr>
            <a:lvl3pPr algn="l">
              <a:defRPr sz="1275" b="1">
                <a:solidFill>
                  <a:srgbClr val="183044"/>
                </a:solidFill>
                <a:latin typeface="Arial"/>
                <a:ea typeface="Arial"/>
                <a:cs typeface="Arial"/>
              </a:defRPr>
            </a:lvl3pPr>
            <a:lvl4pPr algn="l">
              <a:defRPr sz="1275" b="1">
                <a:solidFill>
                  <a:srgbClr val="183044"/>
                </a:solidFill>
                <a:latin typeface="Arial"/>
                <a:ea typeface="Arial"/>
                <a:cs typeface="Arial"/>
              </a:defRPr>
            </a:lvl4pPr>
            <a:lvl5pPr algn="l">
              <a:defRPr sz="1275" b="1">
                <a:solidFill>
                  <a:srgbClr val="183044"/>
                </a:solidFill>
                <a:latin typeface="Arial"/>
                <a:ea typeface="Arial"/>
                <a:cs typeface="Arial"/>
              </a:defRPr>
            </a:lvl5pPr>
            <a:lvl6pPr algn="l">
              <a:defRPr sz="1275" b="1">
                <a:solidFill>
                  <a:srgbClr val="183044"/>
                </a:solidFill>
                <a:latin typeface="Arial"/>
                <a:ea typeface="Arial"/>
                <a:cs typeface="Arial"/>
              </a:defRPr>
            </a:lvl6pPr>
            <a:lvl7pPr algn="l">
              <a:defRPr sz="1275" b="1">
                <a:solidFill>
                  <a:srgbClr val="183044"/>
                </a:solidFill>
                <a:latin typeface="Arial"/>
                <a:ea typeface="Arial"/>
                <a:cs typeface="Arial"/>
              </a:defRPr>
            </a:lvl7pPr>
            <a:lvl8pPr algn="l">
              <a:defRPr sz="1275" b="1">
                <a:solidFill>
                  <a:srgbClr val="183044"/>
                </a:solidFill>
                <a:latin typeface="Arial"/>
                <a:ea typeface="Arial"/>
                <a:cs typeface="Arial"/>
              </a:defRPr>
            </a:lvl8pPr>
            <a:lvl9pPr algn="l">
              <a:defRPr sz="1275" b="1">
                <a:solidFill>
                  <a:srgbClr val="183044"/>
                </a:solidFill>
                <a:latin typeface="Arial"/>
                <a:ea typeface="Arial"/>
                <a:cs typeface="Arial"/>
              </a:defRPr>
            </a:lvl9pPr>
          </a:lstStyle>
          <a:p xmlns:a="http://schemas.openxmlformats.org/drawingml/2006/main">
            <a:pPr algn="l">
              <a:defRPr sz="1275" b="1">
                <a:solidFill>
                  <a:srgbClr val="183044"/>
                </a:solidFill>
                <a:latin typeface="Arial"/>
                <a:ea typeface="Arial"/>
                <a:cs typeface="Arial"/>
              </a:defRPr>
            </a:pPr>
            <a:r>
              <a:rPr sz="1275" b="1">
                <a:solidFill>
                  <a:srgbClr val="183044"/>
                </a:solidFill>
                <a:latin typeface="Arial"/>
                <a:ea typeface="Arial"/>
                <a:cs typeface="Arial"/>
              </a:rPr>
              <a:t>NEXT: test with a real course section and measure whether feedback helps students correct and explain their work.</a:t>
            </a:r>
          </a:p>
        </p:txBody>
      </p:sp>
    </p:spTree>
    <p:extLst>
      <p:ext uri="{BB962C8B-B14F-4D97-AF65-F5344CB8AC3E}">
        <p14:creationId xmlns:p14="http://schemas.microsoft.com/office/powerpoint/2010/main" val="210195694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2026-10-25T04:14:04.6370000Z</dcterms:created>
  <dcterms:modified xsi:type="dcterms:W3CDTF">2026-10-25T04:14:04.6370000Z</dcterms:modified>
</coreProperties>
</file>