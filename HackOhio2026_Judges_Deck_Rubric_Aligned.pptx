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a35c0f29b56480b" /><Relationship Type="http://schemas.openxmlformats.org/officeDocument/2006/relationships/extended-properties" Target="/docProps/app.xml" Id="R3f3e0da2f0554e13" /><Relationship Type="http://schemas.openxmlformats.org/officeDocument/2006/relationships/officeDocument" Target="/ppt/presentation.xml" Id="R515542deeb91452f" /></Relationships>
</file>

<file path=ppt/presentation.xml><?xml version="1.0" encoding="utf-8"?>
<p:presentation xmlns:p="http://schemas.openxmlformats.org/presentationml/2006/main">
  <p:sldMasterIdLst>
    <p:sldMasterId xmlns:r="http://schemas.openxmlformats.org/officeDocument/2006/relationships" id="2147483648" r:id="R42332d2c24c94454"/>
  </p:sldMasterIdLst>
  <p:notesMasterIdLst>
    <p:notesMasterId xmlns:r="http://schemas.openxmlformats.org/officeDocument/2006/relationships" r:id="Ra4c3d98185364af5"/>
  </p:notesMasterIdLst>
  <p:sldIdLst>
    <p:sldId xmlns:r="http://schemas.openxmlformats.org/officeDocument/2006/relationships" id="256" r:id="R9a07e8c5e7b84256"/>
    <p:sldId xmlns:r="http://schemas.openxmlformats.org/officeDocument/2006/relationships" id="257" r:id="R177696ab4d7b4864"/>
    <p:sldId xmlns:r="http://schemas.openxmlformats.org/officeDocument/2006/relationships" id="258" r:id="Rb538350dcc684500"/>
    <p:sldId xmlns:r="http://schemas.openxmlformats.org/officeDocument/2006/relationships" id="259" r:id="R93c6ac2f1fef4be6"/>
    <p:sldId xmlns:r="http://schemas.openxmlformats.org/officeDocument/2006/relationships" id="260" r:id="Rcca2fbe632064c96"/>
    <p:sldId xmlns:r="http://schemas.openxmlformats.org/officeDocument/2006/relationships" id="261" r:id="R5376c430353b4aad"/>
    <p:sldId xmlns:r="http://schemas.openxmlformats.org/officeDocument/2006/relationships" id="262" r:id="Rdb4c699dd4e44e4f"/>
    <p:sldId xmlns:r="http://schemas.openxmlformats.org/officeDocument/2006/relationships" id="263" r:id="R6c563089a8b94b1c"/>
    <p:sldId xmlns:r="http://schemas.openxmlformats.org/officeDocument/2006/relationships" id="264" r:id="R6b5fecf66dd443df"/>
    <p:sldId xmlns:r="http://schemas.openxmlformats.org/officeDocument/2006/relationships" id="265" r:id="Rc35b6374f73b4109"/>
    <p:sldId xmlns:r="http://schemas.openxmlformats.org/officeDocument/2006/relationships" id="266" r:id="Rfa373f28e671400e"/>
    <p:sldId xmlns:r="http://schemas.openxmlformats.org/officeDocument/2006/relationships" id="267" r:id="Rd5b10ff9868946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a305d50ae2483c" /><Relationship Type="http://schemas.openxmlformats.org/officeDocument/2006/relationships/slideMaster" Target="/ppt/slideMasters/slideMaster1.xml" Id="R42332d2c24c94454" /><Relationship Type="http://schemas.openxmlformats.org/officeDocument/2006/relationships/notesMaster" Target="/ppt/notesMasters/notesMaster1.xml" Id="Ra4c3d98185364af5" /><Relationship Type="http://schemas.openxmlformats.org/officeDocument/2006/relationships/presProps" Target="/ppt/presProps.xml" Id="Ra274a1bf5ca74ddd" /><Relationship Type="http://schemas.openxmlformats.org/officeDocument/2006/relationships/tableStyles" Target="/ppt/tableStyles.xml" Id="R2630aa176baf410c" /><Relationship Type="http://schemas.openxmlformats.org/officeDocument/2006/relationships/slide" Target="/ppt/slides/slide1.xml" Id="R9a07e8c5e7b84256" /><Relationship Type="http://schemas.openxmlformats.org/officeDocument/2006/relationships/slide" Target="/ppt/slides/slide2.xml" Id="R177696ab4d7b4864" /><Relationship Type="http://schemas.openxmlformats.org/officeDocument/2006/relationships/slide" Target="/ppt/slides/slide3.xml" Id="Rb538350dcc684500" /><Relationship Type="http://schemas.openxmlformats.org/officeDocument/2006/relationships/slide" Target="/ppt/slides/slide4.xml" Id="R93c6ac2f1fef4be6" /><Relationship Type="http://schemas.openxmlformats.org/officeDocument/2006/relationships/slide" Target="/ppt/slides/slide5.xml" Id="Rcca2fbe632064c96" /><Relationship Type="http://schemas.openxmlformats.org/officeDocument/2006/relationships/slide" Target="/ppt/slides/slide6.xml" Id="R5376c430353b4aad" /><Relationship Type="http://schemas.openxmlformats.org/officeDocument/2006/relationships/slide" Target="/ppt/slides/slide7.xml" Id="Rdb4c699dd4e44e4f" /><Relationship Type="http://schemas.openxmlformats.org/officeDocument/2006/relationships/slide" Target="/ppt/slides/slide8.xml" Id="R6c563089a8b94b1c" /><Relationship Type="http://schemas.openxmlformats.org/officeDocument/2006/relationships/slide" Target="/ppt/slides/slide9.xml" Id="R6b5fecf66dd443df" /><Relationship Type="http://schemas.openxmlformats.org/officeDocument/2006/relationships/slide" Target="/ppt/slides/slide10.xml" Id="Rc35b6374f73b4109" /><Relationship Type="http://schemas.openxmlformats.org/officeDocument/2006/relationships/slide" Target="/ppt/slides/slide11.xml" Id="Rfa373f28e671400e" /><Relationship Type="http://schemas.openxmlformats.org/officeDocument/2006/relationships/slide" Target="/ppt/slides/slide12.xml" Id="Rd5b10ff9868946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3340d2330845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51c6044ad1476c" /><Relationship Type="http://schemas.openxmlformats.org/officeDocument/2006/relationships/notesMaster" Target="/ppt/notesMasters/notesMaster1.xml" Id="R444f1bd6c1834d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b451230c1644d3" /><Relationship Type="http://schemas.openxmlformats.org/officeDocument/2006/relationships/notesMaster" Target="/ppt/notesMasters/notesMaster1.xml" Id="Rad197de28c9e45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a8f1cc58824e3d" /><Relationship Type="http://schemas.openxmlformats.org/officeDocument/2006/relationships/notesMaster" Target="/ppt/notesMasters/notesMaster1.xml" Id="Ra6a2bf5a24614f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84e7aadf054b5b" /><Relationship Type="http://schemas.openxmlformats.org/officeDocument/2006/relationships/notesMaster" Target="/ppt/notesMasters/notesMaster1.xml" Id="Rf21c3d5bdd6f48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8435193e994baa" /><Relationship Type="http://schemas.openxmlformats.org/officeDocument/2006/relationships/notesMaster" Target="/ppt/notesMasters/notesMaster1.xml" Id="R816623d8c7a541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f1cdbd553e4f61" /><Relationship Type="http://schemas.openxmlformats.org/officeDocument/2006/relationships/notesMaster" Target="/ppt/notesMasters/notesMaster1.xml" Id="R89c58f29c54741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dd11d3a2f9435e" /><Relationship Type="http://schemas.openxmlformats.org/officeDocument/2006/relationships/notesMaster" Target="/ppt/notesMasters/notesMaster1.xml" Id="Rf66bad3258404e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98b0825e014b9d" /><Relationship Type="http://schemas.openxmlformats.org/officeDocument/2006/relationships/notesMaster" Target="/ppt/notesMasters/notesMaster1.xml" Id="R139bb0553e2746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d91e41be2d46ce" /><Relationship Type="http://schemas.openxmlformats.org/officeDocument/2006/relationships/notesMaster" Target="/ppt/notesMasters/notesMaster1.xml" Id="Rb568afaf846540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6c44161a484d39" /><Relationship Type="http://schemas.openxmlformats.org/officeDocument/2006/relationships/notesMaster" Target="/ppt/notesMasters/notesMaster1.xml" Id="R628ee0232eee4c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246a9d1b4045f7" /><Relationship Type="http://schemas.openxmlformats.org/officeDocument/2006/relationships/notesMaster" Target="/ppt/notesMasters/notesMaster1.xml" Id="Rbd2028091a6049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78c2f150d7432a" /><Relationship Type="http://schemas.openxmlformats.org/officeDocument/2006/relationships/notesMaster" Target="/ppt/notesMasters/notesMaster1.xml" Id="Rd2c5ba531abb47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We built connected pieces of a learning analytics experience. We will show what runs, what the data actually supports, and what still needs a live end-to-end acceptance pass. Sources: README.md; docs/project-state-2026-10-24.md.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user need without claiming improved outcomes. The system is designed to link captured evidence with course outcomes and resources. It does not yet prove causal impact or learning gains. Sources: docs/project-state-2026-10-24.md; docs/analytics-dashboard.md.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surfaces are related but have separate identities. Avoid saying the mock LMS demo user automatically maps to a real Supabase student. Source: docs/project-state-2026-10-24.md; README.md; carmen-study-guide/README.md.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integration boundary: source adapters and normalized artifacts feed question-level LERs; calculation produces versioned ARRs; authorized dashboards and tutor consume linked results. Current verified ARR run does not mean the missing OCR/error producer or the full tutor loop is live. Source: docs/project-state-2026-10-24.md; carmen-study-guide/mock-canvas/INGEST_CONTRACT.md; docs/analytics-persistence.md.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point-in-time counts from the committed 24 October project-state audit. The ARR run was complete, nonstale, and source fingerprint matched; 105 student and 43 unsuppressed aggregate calculations were independently checked. Fifteen aggregates were suppressed/insufficient. LER means Learning Evidence Record; ARR means Analytics Result Record. Counts do not establish mastery or impact. Sources: docs/project-state-2026-10-24.md; docs/analytics-persistence.md.</a:t>
            </a:r>
          </a:p>
          <a:p xmlns:a="http://schemas.openxmlformats.org/drawingml/2006/main">
            <a:r>
              <a:t>The embedded chart workbook is a snapshot of the literal audited counts dated 24 Oct 2026, not a live database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RLS access is designed around the authenticated user and enrollment mapping. Repository audit says no enrollment/learner identity mappings exist, so the real user experience cannot yet be accepted. No secret keys in browser. Sources: docs/project-state-2026-10-24.md; docs/analytics-dashboard.md; Supabase project conventions in supabase/README.md.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one student’s completed quiz review, then the instructor roster/class view. Data are fictional. The contract preserves stable question identifiers and source references, with teacher-only answer-key access and student-scoped submissions. Sources: carmen-study-guide/README.md; carmen-study-guide/mock-canvas/INGEST_CONTRACT.md; docs/project-state-2026-10-24.md.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safety design rather than claiming a deployed LLM. Retrieval invokes search_resource_chunks with the student session, while server-side logging and private checks use server credentials. Tests use fake providers; live model and account acceptance remain pending. Sources: docs/project-state-2026-10-24.md; carmen-study-guide/README.md.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counts are from the committed repository audit. Local and fake-provider tests are not evidence of live Supabase RLS, production provider, or end-to-end deployment. Semantic error clustering is implemented downstream but no classified real error events currently feed it. Sources: docs/project-state-2026-10-24.md; docs/analytics-error-integration.md; docs/analytics-roadmap.md.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Rubric sources: OHIO Judging Rubric.xlsx, tabs Judging Rubric and One EMLO + criteria combined. Project sources: docs/project-state-2026-10-24.md; README.md; carmen-study-guide/README.md. Use â€œdesign questionsâ€ to describe our engineering choices, not as evidence of student interviews.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Rubric sources: OHIO Judging Rubric.xlsx, tabs Judging Rubric and Rubric Level Definitions. Project sources: docs/project-state-2026-10-24.md; carmen-study-guide/README.md; carmen-study-guide/mock-canvas/INGEST_CONTRACT.md. The rubric uses five rating levels. This crosswalk provides evidence and open validation work without assigning the team a self-score.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specific acceptance target rather than a broad roadmap. The intended next milestone is a complete, role-checked loop from source evidence through a linked insight and guided practice, with correction-driven refresh. Do not promise this loop is already live. Sources: docs/project-state-2026-10-24.md; docs/analytics-roadmap.md.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c6b8bb0a8741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02fe89a58548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5b9fab26a54d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3299e247fa42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a55f2e34604b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2678f6c2ac42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B9F739-9329-4984-8058-ED15D30661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07D92A-6A2B-4571-9891-A90C089BFC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BEA709-678A-4294-BD2C-3DF98B9754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5E2A03-3E2F-4863-8C65-C5796D6561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B4FD454-72D4-4681-BD31-12FD7EEB8F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18D479-542C-455C-9EF1-E04816A601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C48712-93BA-4E0F-8A6F-70C316CE47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71A750-0DD5-45BE-9185-B3B2A9A298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730D36-72E0-42A5-B198-FAE124C5E1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2F6BA9-7B8E-4D61-904B-D57D6E5EF0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e16e14151d45dc" /><Relationship Type="http://schemas.openxmlformats.org/officeDocument/2006/relationships/slideLayout" Target="/ppt/slideLayouts/slideLayout1.xml" Id="Rc8691f1d9f8142c0" /><Relationship Type="http://schemas.openxmlformats.org/officeDocument/2006/relationships/slideLayout" Target="/ppt/slideLayouts/slideLayout2.xml" Id="R981a1363ce0f4306" /><Relationship Type="http://schemas.openxmlformats.org/officeDocument/2006/relationships/slideLayout" Target="/ppt/slideLayouts/slideLayout3.xml" Id="Rac8e5daefaec44e1" /><Relationship Type="http://schemas.openxmlformats.org/officeDocument/2006/relationships/slideLayout" Target="/ppt/slideLayouts/slideLayout4.xml" Id="R1077a4575caa4d1c" /><Relationship Type="http://schemas.openxmlformats.org/officeDocument/2006/relationships/slideLayout" Target="/ppt/slideLayouts/slideLayout5.xml" Id="Rd63fa6b25dda4e00" /><Relationship Type="http://schemas.openxmlformats.org/officeDocument/2006/relationships/slideLayout" Target="/ppt/slideLayouts/slideLayout6.xml" Id="R482c5abb285348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691f1d9f8142c0"/>
    <p:sldLayoutId xmlns:r="http://schemas.openxmlformats.org/officeDocument/2006/relationships" id="2147483650" r:id="R981a1363ce0f4306"/>
    <p:sldLayoutId xmlns:r="http://schemas.openxmlformats.org/officeDocument/2006/relationships" id="2147483651" r:id="Rac8e5daefaec44e1"/>
    <p:sldLayoutId xmlns:r="http://schemas.openxmlformats.org/officeDocument/2006/relationships" id="2147483652" r:id="R1077a4575caa4d1c"/>
    <p:sldLayoutId xmlns:r="http://schemas.openxmlformats.org/officeDocument/2006/relationships" id="2147483653" r:id="Rd63fa6b25dda4e00"/>
    <p:sldLayoutId xmlns:r="http://schemas.openxmlformats.org/officeDocument/2006/relationships" id="2147483654" r:id="R482c5abb285348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0195a731624e6b" /><Relationship Type="http://schemas.openxmlformats.org/officeDocument/2006/relationships/notesSlide" Target="/ppt/notesSlides/notesSlide1.xml" Id="R9f6058b884cb4f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1be78ba4474729" /><Relationship Type="http://schemas.openxmlformats.org/officeDocument/2006/relationships/notesSlide" Target="/ppt/notesSlides/notesSlide2.xml" Id="R85368ec6b2b14c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24f457ab3b413a" /><Relationship Type="http://schemas.openxmlformats.org/officeDocument/2006/relationships/notesSlide" Target="/ppt/notesSlides/notesSlide3.xml" Id="R26590f847f9f44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bcea971339a4e05" /><Relationship Type="http://schemas.openxmlformats.org/officeDocument/2006/relationships/notesSlide" Target="/ppt/notesSlides/notesSlide4.xml" Id="R37e5c36669404b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b4aa20b344d41bf" /><Relationship Type="http://schemas.openxmlformats.org/officeDocument/2006/relationships/chart" Target="/ppt/slides/charts/chart1.xml" Id="R197c32095b514dfd" /><Relationship Type="http://schemas.openxmlformats.org/officeDocument/2006/relationships/notesSlide" Target="/ppt/notesSlides/notesSlide5.xml" Id="R0958717c39a045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e5c2ddcd9a421e" /><Relationship Type="http://schemas.openxmlformats.org/officeDocument/2006/relationships/notesSlide" Target="/ppt/notesSlides/notesSlide6.xml" Id="R588be612d58c48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ba207b15ba84354" /><Relationship Type="http://schemas.openxmlformats.org/officeDocument/2006/relationships/notesSlide" Target="/ppt/notesSlides/notesSlide7.xml" Id="R912e9b5c10b641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9a3fe0bdb574daf" /><Relationship Type="http://schemas.openxmlformats.org/officeDocument/2006/relationships/notesSlide" Target="/ppt/notesSlides/notesSlide8.xml" Id="Ra218a0bf7ce84e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5f8622b86754dd7" /><Relationship Type="http://schemas.openxmlformats.org/officeDocument/2006/relationships/notesSlide" Target="/ppt/notesSlides/notesSlide9.xml" Id="R8a14a3d63d4246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5f6d99797ad4fcd" /><Relationship Type="http://schemas.openxmlformats.org/officeDocument/2006/relationships/notesSlide" Target="/ppt/notesSlides/notesSlide10.xml" Id="Rd722a99a027a4f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3cd44d9dddb4d2f" /><Relationship Type="http://schemas.openxmlformats.org/officeDocument/2006/relationships/notesSlide" Target="/ppt/notesSlides/notesSlide11.xml" Id="Re3ee0a76b4d44d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d2dfa4d9af74d70" /><Relationship Type="http://schemas.openxmlformats.org/officeDocument/2006/relationships/notesSlide" Target="/ppt/notesSlides/notesSlide12.xml" Id="R073b722be8044f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4263D"/>
                </a:solidFill>
                <a:latin typeface="Arial"/>
                <a:ea typeface="Arial"/>
                <a:cs typeface="Arial"/>
              </a:rPr>
              <a:t>ARR rows by result type</a:t>
            </a:r>
          </a:p>
        </c:rich>
      </c:tx>
      <c:overlay val="0"/>
      <c:txPr>
        <a:bodyPr xmlns:a="http://schemas.openxmlformats.org/drawingml/2006/main" anchorCtr="1"/>
        <a:lstStyle xmlns:a="http://schemas.openxmlformats.org/drawingml/2006/main"/>
        <a:p xmlns:a="http://schemas.openxmlformats.org/drawingml/2006/main">
          <a:pPr>
            <a:defRPr sz="1350" b="1">
              <a:solidFill>
                <a:srgbClr val="14263D"/>
              </a:solidFill>
              <a:latin typeface="Arial"/>
              <a:ea typeface="Arial"/>
              <a:cs typeface="Arial"/>
            </a:defRPr>
          </a:pPr>
        </a:p>
      </c:txPr>
    </c:title>
    <c:plotArea>
      <c:barChart>
        <c:barDir val="bar"/>
        <c:grouping val="clustered"/>
        <c:varyColors val="0"/>
        <c:ser>
          <c:idx val="0"/>
          <c:order val="0"/>
          <c:tx>
            <c:v>Rows</c:v>
          </c:tx>
          <c:spPr>
            <a:solidFill xmlns:a="http://schemas.openxmlformats.org/drawingml/2006/main">
              <a:srgbClr val="1688C9"/>
            </a:solidFill>
          </c:spPr>
          <c:invertIfNegative val="0"/>
          <c:cat>
            <c:strRef>
              <c:f>'Chart Data'!$A$2:$A$4</c:f>
              <c:strCache>
                <c:ptCount val="3"/>
                <c:pt idx="0">
                  <c:v>Student outcome</c:v>
                </c:pt>
                <c:pt idx="1">
                  <c:v>Class outcome</c:v>
                </c:pt>
                <c:pt idx="2">
                  <c:v>Assessment question</c:v>
                </c:pt>
              </c:strCache>
            </c:strRef>
          </c:cat>
          <c:val>
            <c:numRef>
              <c:f>'Chart Data'!$B$2:$B$4</c:f>
              <c:numCache>
                <c:formatCode>General</c:formatCode>
                <c:ptCount val="3"/>
                <c:pt idx="0">
                  <c:v>105</c:v>
                </c:pt>
                <c:pt idx="1">
                  <c:v>7</c:v>
                </c:pt>
                <c:pt idx="2">
                  <c:v>51</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E2A37"/>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majorGridlines>
          <c:spPr>
            <a:ln xmlns:a="http://schemas.openxmlformats.org/drawingml/2006/main" w="9525">
              <a:solidFill>
                <a:srgbClr val="D7E1E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B6877"/>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b="1">
                <a:solidFill>
                  <a:srgbClr val="1E2A37"/>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6DE5F709-F98E-4527-9837-4E2412C9EF99}"/>
              </a:ext>
            </a:extLst>
          </p:cNvPr>
          <p:cNvSpPr>
            <a:spLocks xmlns:a="http://schemas.openxmlformats.org/drawingml/2006/main" noGrp="1"/>
          </p:cNvSpPr>
          <p:nvPr/>
        </p:nvSpPr>
        <p:spPr>
          <a:xfrm xmlns:a="http://schemas.openxmlformats.org/drawingml/2006/main">
            <a:off x="723900" y="7429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63C5DA"/>
                </a:solidFill>
                <a:latin typeface="Arial"/>
                <a:ea typeface="Arial"/>
                <a:cs typeface="Arial"/>
              </a:defRPr>
            </a:defPPr>
            <a:lvl1pPr algn="l">
              <a:buNone/>
              <a:defRPr sz="1200" b="1">
                <a:solidFill>
                  <a:srgbClr val="63C5DA"/>
                </a:solidFill>
                <a:latin typeface="Arial"/>
                <a:ea typeface="Arial"/>
                <a:cs typeface="Arial"/>
              </a:defRPr>
            </a:lvl1pPr>
            <a:lvl2pPr algn="l">
              <a:buNone/>
              <a:defRPr sz="1200" b="1">
                <a:solidFill>
                  <a:srgbClr val="63C5DA"/>
                </a:solidFill>
                <a:latin typeface="Arial"/>
                <a:ea typeface="Arial"/>
                <a:cs typeface="Arial"/>
              </a:defRPr>
            </a:lvl2pPr>
            <a:lvl3pPr algn="l">
              <a:buNone/>
              <a:defRPr sz="1200" b="1">
                <a:solidFill>
                  <a:srgbClr val="63C5DA"/>
                </a:solidFill>
                <a:latin typeface="Arial"/>
                <a:ea typeface="Arial"/>
                <a:cs typeface="Arial"/>
              </a:defRPr>
            </a:lvl3pPr>
            <a:lvl4pPr algn="l">
              <a:buNone/>
              <a:defRPr sz="1200" b="1">
                <a:solidFill>
                  <a:srgbClr val="63C5DA"/>
                </a:solidFill>
                <a:latin typeface="Arial"/>
                <a:ea typeface="Arial"/>
                <a:cs typeface="Arial"/>
              </a:defRPr>
            </a:lvl4pPr>
            <a:lvl5pPr algn="l">
              <a:buNone/>
              <a:defRPr sz="1200" b="1">
                <a:solidFill>
                  <a:srgbClr val="63C5DA"/>
                </a:solidFill>
                <a:latin typeface="Arial"/>
                <a:ea typeface="Arial"/>
                <a:cs typeface="Arial"/>
              </a:defRPr>
            </a:lvl5pPr>
            <a:lvl6pPr algn="l">
              <a:buNone/>
              <a:defRPr sz="1200" b="1">
                <a:solidFill>
                  <a:srgbClr val="63C5DA"/>
                </a:solidFill>
                <a:latin typeface="Arial"/>
                <a:ea typeface="Arial"/>
                <a:cs typeface="Arial"/>
              </a:defRPr>
            </a:lvl6pPr>
            <a:lvl7pPr algn="l">
              <a:buNone/>
              <a:defRPr sz="1200" b="1">
                <a:solidFill>
                  <a:srgbClr val="63C5DA"/>
                </a:solidFill>
                <a:latin typeface="Arial"/>
                <a:ea typeface="Arial"/>
                <a:cs typeface="Arial"/>
              </a:defRPr>
            </a:lvl7pPr>
            <a:lvl8pPr algn="l">
              <a:buNone/>
              <a:defRPr sz="1200" b="1">
                <a:solidFill>
                  <a:srgbClr val="63C5DA"/>
                </a:solidFill>
                <a:latin typeface="Arial"/>
                <a:ea typeface="Arial"/>
                <a:cs typeface="Arial"/>
              </a:defRPr>
            </a:lvl8pPr>
            <a:lvl9pPr algn="l">
              <a:buNone/>
              <a:defRPr sz="1200" b="1">
                <a:solidFill>
                  <a:srgbClr val="63C5DA"/>
                </a:solidFill>
                <a:latin typeface="Arial"/>
                <a:ea typeface="Arial"/>
                <a:cs typeface="Arial"/>
              </a:defRPr>
            </a:lvl9pPr>
          </a:lstStyle>
          <a:p xmlns:a="http://schemas.openxmlformats.org/drawingml/2006/main">
            <a:pPr algn="l">
              <a:buNone/>
              <a:defRPr sz="1200" b="1">
                <a:solidFill>
                  <a:srgbClr val="63C5DA"/>
                </a:solidFill>
                <a:latin typeface="Arial"/>
                <a:ea typeface="Arial"/>
                <a:cs typeface="Arial"/>
              </a:defRPr>
            </a:pPr>
            <a:r>
              <a:rPr sz="1200" b="1">
                <a:solidFill>
                  <a:srgbClr val="63C5DA"/>
                </a:solidFill>
                <a:latin typeface="Arial"/>
                <a:ea typeface="Arial"/>
                <a:cs typeface="Arial"/>
              </a:rPr>
              <a:t>JUDGE PRESENTATION  /  OCTOBER 2026</a:t>
            </a:r>
          </a:p>
        </p:txBody>
      </p:sp>
      <p:sp>
        <p:nvSpPr>
          <p:cNvPr id="2" name="cover-title">
            <a:extLst xmlns:a="http://schemas.openxmlformats.org/drawingml/2006/main">
              <a:ext uri="{FF2B5EF4-FFF2-40B4-BE49-F238E27FC236}">
                <a16:creationId xmlns:a16="http://schemas.microsoft.com/office/drawing/2014/main" id="{09261B53-EDE6-4EDD-961A-2FFDB075A8FA}"/>
              </a:ext>
            </a:extLst>
          </p:cNvPr>
          <p:cNvSpPr>
            <a:spLocks xmlns:a="http://schemas.openxmlformats.org/drawingml/2006/main" noGrp="1"/>
          </p:cNvSpPr>
          <p:nvPr/>
        </p:nvSpPr>
        <p:spPr>
          <a:xfrm xmlns:a="http://schemas.openxmlformats.org/drawingml/2006/main">
            <a:off x="723900" y="1485900"/>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650" b="1">
                <a:solidFill>
                  <a:srgbClr val="FFFFFF"/>
                </a:solidFill>
                <a:latin typeface="Arial"/>
                <a:ea typeface="Arial"/>
                <a:cs typeface="Arial"/>
              </a:defRPr>
            </a:defPPr>
            <a:lvl1pPr algn="l">
              <a:buNone/>
              <a:defRPr sz="4650" b="1">
                <a:solidFill>
                  <a:srgbClr val="FFFFFF"/>
                </a:solidFill>
                <a:latin typeface="Arial"/>
                <a:ea typeface="Arial"/>
                <a:cs typeface="Arial"/>
              </a:defRPr>
            </a:lvl1pPr>
            <a:lvl2pPr algn="l">
              <a:buNone/>
              <a:defRPr sz="4650" b="1">
                <a:solidFill>
                  <a:srgbClr val="FFFFFF"/>
                </a:solidFill>
                <a:latin typeface="Arial"/>
                <a:ea typeface="Arial"/>
                <a:cs typeface="Arial"/>
              </a:defRPr>
            </a:lvl2pPr>
            <a:lvl3pPr algn="l">
              <a:buNone/>
              <a:defRPr sz="4650" b="1">
                <a:solidFill>
                  <a:srgbClr val="FFFFFF"/>
                </a:solidFill>
                <a:latin typeface="Arial"/>
                <a:ea typeface="Arial"/>
                <a:cs typeface="Arial"/>
              </a:defRPr>
            </a:lvl3pPr>
            <a:lvl4pPr algn="l">
              <a:buNone/>
              <a:defRPr sz="4650" b="1">
                <a:solidFill>
                  <a:srgbClr val="FFFFFF"/>
                </a:solidFill>
                <a:latin typeface="Arial"/>
                <a:ea typeface="Arial"/>
                <a:cs typeface="Arial"/>
              </a:defRPr>
            </a:lvl4pPr>
            <a:lvl5pPr algn="l">
              <a:buNone/>
              <a:defRPr sz="4650" b="1">
                <a:solidFill>
                  <a:srgbClr val="FFFFFF"/>
                </a:solidFill>
                <a:latin typeface="Arial"/>
                <a:ea typeface="Arial"/>
                <a:cs typeface="Arial"/>
              </a:defRPr>
            </a:lvl5pPr>
            <a:lvl6pPr algn="l">
              <a:buNone/>
              <a:defRPr sz="4650" b="1">
                <a:solidFill>
                  <a:srgbClr val="FFFFFF"/>
                </a:solidFill>
                <a:latin typeface="Arial"/>
                <a:ea typeface="Arial"/>
                <a:cs typeface="Arial"/>
              </a:defRPr>
            </a:lvl6pPr>
            <a:lvl7pPr algn="l">
              <a:buNone/>
              <a:defRPr sz="4650" b="1">
                <a:solidFill>
                  <a:srgbClr val="FFFFFF"/>
                </a:solidFill>
                <a:latin typeface="Arial"/>
                <a:ea typeface="Arial"/>
                <a:cs typeface="Arial"/>
              </a:defRPr>
            </a:lvl7pPr>
            <a:lvl8pPr algn="l">
              <a:buNone/>
              <a:defRPr sz="4650" b="1">
                <a:solidFill>
                  <a:srgbClr val="FFFFFF"/>
                </a:solidFill>
                <a:latin typeface="Arial"/>
                <a:ea typeface="Arial"/>
                <a:cs typeface="Arial"/>
              </a:defRPr>
            </a:lvl8pPr>
            <a:lvl9pPr algn="l">
              <a:buNone/>
              <a:defRPr sz="4650" b="1">
                <a:solidFill>
                  <a:srgbClr val="FFFFFF"/>
                </a:solidFill>
                <a:latin typeface="Arial"/>
                <a:ea typeface="Arial"/>
                <a:cs typeface="Arial"/>
              </a:defRPr>
            </a:lvl9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Learning analytics</a:t>
            </a:r>
          </a:p>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that lead to action</a:t>
            </a:r>
          </a:p>
        </p:txBody>
      </p:sp>
      <p:sp>
        <p:nvSpPr>
          <p:cNvPr id="3" name="cover-subtitle">
            <a:extLst xmlns:a="http://schemas.openxmlformats.org/drawingml/2006/main">
              <a:ext uri="{FF2B5EF4-FFF2-40B4-BE49-F238E27FC236}">
                <a16:creationId xmlns:a16="http://schemas.microsoft.com/office/drawing/2014/main" id="{E873E785-0952-4624-B20A-3A6362749CB4}"/>
              </a:ext>
            </a:extLst>
          </p:cNvPr>
          <p:cNvSpPr>
            <a:spLocks xmlns:a="http://schemas.openxmlformats.org/drawingml/2006/main" noGrp="1"/>
          </p:cNvSpPr>
          <p:nvPr/>
        </p:nvSpPr>
        <p:spPr>
          <a:xfrm xmlns:a="http://schemas.openxmlformats.org/drawingml/2006/main">
            <a:off x="762000" y="371475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0">
                <a:solidFill>
                  <a:srgbClr val="D7E8F4"/>
                </a:solidFill>
                <a:latin typeface="Arial"/>
                <a:ea typeface="Arial"/>
                <a:cs typeface="Arial"/>
              </a:defRPr>
            </a:defPPr>
            <a:lvl1pPr algn="l">
              <a:buNone/>
              <a:defRPr sz="2100" b="0">
                <a:solidFill>
                  <a:srgbClr val="D7E8F4"/>
                </a:solidFill>
                <a:latin typeface="Arial"/>
                <a:ea typeface="Arial"/>
                <a:cs typeface="Arial"/>
              </a:defRPr>
            </a:lvl1pPr>
            <a:lvl2pPr algn="l">
              <a:buNone/>
              <a:defRPr sz="2100" b="0">
                <a:solidFill>
                  <a:srgbClr val="D7E8F4"/>
                </a:solidFill>
                <a:latin typeface="Arial"/>
                <a:ea typeface="Arial"/>
                <a:cs typeface="Arial"/>
              </a:defRPr>
            </a:lvl2pPr>
            <a:lvl3pPr algn="l">
              <a:buNone/>
              <a:defRPr sz="2100" b="0">
                <a:solidFill>
                  <a:srgbClr val="D7E8F4"/>
                </a:solidFill>
                <a:latin typeface="Arial"/>
                <a:ea typeface="Arial"/>
                <a:cs typeface="Arial"/>
              </a:defRPr>
            </a:lvl3pPr>
            <a:lvl4pPr algn="l">
              <a:buNone/>
              <a:defRPr sz="2100" b="0">
                <a:solidFill>
                  <a:srgbClr val="D7E8F4"/>
                </a:solidFill>
                <a:latin typeface="Arial"/>
                <a:ea typeface="Arial"/>
                <a:cs typeface="Arial"/>
              </a:defRPr>
            </a:lvl4pPr>
            <a:lvl5pPr algn="l">
              <a:buNone/>
              <a:defRPr sz="2100" b="0">
                <a:solidFill>
                  <a:srgbClr val="D7E8F4"/>
                </a:solidFill>
                <a:latin typeface="Arial"/>
                <a:ea typeface="Arial"/>
                <a:cs typeface="Arial"/>
              </a:defRPr>
            </a:lvl5pPr>
            <a:lvl6pPr algn="l">
              <a:buNone/>
              <a:defRPr sz="2100" b="0">
                <a:solidFill>
                  <a:srgbClr val="D7E8F4"/>
                </a:solidFill>
                <a:latin typeface="Arial"/>
                <a:ea typeface="Arial"/>
                <a:cs typeface="Arial"/>
              </a:defRPr>
            </a:lvl6pPr>
            <a:lvl7pPr algn="l">
              <a:buNone/>
              <a:defRPr sz="2100" b="0">
                <a:solidFill>
                  <a:srgbClr val="D7E8F4"/>
                </a:solidFill>
                <a:latin typeface="Arial"/>
                <a:ea typeface="Arial"/>
                <a:cs typeface="Arial"/>
              </a:defRPr>
            </a:lvl7pPr>
            <a:lvl8pPr algn="l">
              <a:buNone/>
              <a:defRPr sz="2100" b="0">
                <a:solidFill>
                  <a:srgbClr val="D7E8F4"/>
                </a:solidFill>
                <a:latin typeface="Arial"/>
                <a:ea typeface="Arial"/>
                <a:cs typeface="Arial"/>
              </a:defRPr>
            </a:lvl8pPr>
            <a:lvl9pPr algn="l">
              <a:buNone/>
              <a:defRPr sz="2100" b="0">
                <a:solidFill>
                  <a:srgbClr val="D7E8F4"/>
                </a:solidFill>
                <a:latin typeface="Arial"/>
                <a:ea typeface="Arial"/>
                <a:cs typeface="Arial"/>
              </a:defRPr>
            </a:lvl9pPr>
          </a:lstStyle>
          <a:p xmlns:a="http://schemas.openxmlformats.org/drawingml/2006/main">
            <a:pPr algn="l">
              <a:buNone/>
              <a:defRPr sz="2100" b="0">
                <a:solidFill>
                  <a:srgbClr val="D7E8F4"/>
                </a:solidFill>
                <a:latin typeface="Arial"/>
                <a:ea typeface="Arial"/>
                <a:cs typeface="Arial"/>
              </a:defRPr>
            </a:pPr>
            <a:r>
              <a:rPr sz="2100" b="0">
                <a:solidFill>
                  <a:srgbClr val="D7E8F4"/>
                </a:solidFill>
                <a:latin typeface="Arial"/>
                <a:ea typeface="Arial"/>
                <a:cs typeface="Arial"/>
              </a:rPr>
              <a:t>Evidence-backed course insights, reviewable assessments, and guided tutoring</a:t>
            </a:r>
          </a:p>
        </p:txBody>
      </p:sp>
      <p:sp>
        <p:nvSpPr>
          <p:cNvPr id="4" name="">
            <a:extLst xmlns:a="http://schemas.openxmlformats.org/drawingml/2006/main">
              <a:ext uri="{FF2B5EF4-FFF2-40B4-BE49-F238E27FC236}">
                <a16:creationId xmlns:a16="http://schemas.microsoft.com/office/drawing/2014/main" id="{8BD81796-7284-41D4-B84A-FF62CE638206}"/>
              </a:ext>
            </a:extLst>
          </p:cNvPr>
          <p:cNvSpPr>
            <a:spLocks xmlns:a="http://schemas.openxmlformats.org/drawingml/2006/main" noGrp="1"/>
          </p:cNvSpPr>
          <p:nvPr/>
        </p:nvSpPr>
        <p:spPr>
          <a:xfrm xmlns:a="http://schemas.openxmlformats.org/drawingml/2006/main">
            <a:off x="762000" y="4857750"/>
            <a:ext cx="1600200" cy="57150"/>
          </a:xfrm>
          <a:prstGeom xmlns:a="http://schemas.openxmlformats.org/drawingml/2006/main" prst="rect">
            <a:avLst/>
          </a:prstGeom>
          <a:solidFill xmlns:a="http://schemas.openxmlformats.org/drawingml/2006/main">
            <a:srgbClr val="1688C9"/>
          </a:solidFill>
          <a:ln xmlns:a="http://schemas.openxmlformats.org/drawingml/2006/main" w="0">
            <a:solidFill>
              <a:srgbClr val="1688C9"/>
            </a:solidFill>
            <a:prstDash val="solid"/>
          </a:ln>
        </p:spPr>
      </p:sp>
      <p:sp>
        <p:nvSpPr>
          <p:cNvPr id="5" name="cover-foot">
            <a:extLst xmlns:a="http://schemas.openxmlformats.org/drawingml/2006/main">
              <a:ext uri="{FF2B5EF4-FFF2-40B4-BE49-F238E27FC236}">
                <a16:creationId xmlns:a16="http://schemas.microsoft.com/office/drawing/2014/main" id="{14ECF96B-0140-463B-A4A9-962D1102BE82}"/>
              </a:ext>
            </a:extLst>
          </p:cNvPr>
          <p:cNvSpPr>
            <a:spLocks xmlns:a="http://schemas.openxmlformats.org/drawingml/2006/main" noGrp="1"/>
          </p:cNvSpPr>
          <p:nvPr/>
        </p:nvSpPr>
        <p:spPr>
          <a:xfrm xmlns:a="http://schemas.openxmlformats.org/drawingml/2006/main">
            <a:off x="762000" y="5257800"/>
            <a:ext cx="971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rial"/>
                <a:ea typeface="Arial"/>
                <a:cs typeface="Arial"/>
              </a:defRPr>
            </a:defPPr>
            <a:lvl1pPr algn="l">
              <a:buNone/>
              <a:defRPr sz="1425" b="1">
                <a:solidFill>
                  <a:srgbClr val="FFFFFF"/>
                </a:solidFill>
                <a:latin typeface="Arial"/>
                <a:ea typeface="Arial"/>
                <a:cs typeface="Arial"/>
              </a:defRPr>
            </a:lvl1pPr>
            <a:lvl2pPr algn="l">
              <a:buNone/>
              <a:defRPr sz="1425" b="1">
                <a:solidFill>
                  <a:srgbClr val="FFFFFF"/>
                </a:solidFill>
                <a:latin typeface="Arial"/>
                <a:ea typeface="Arial"/>
                <a:cs typeface="Arial"/>
              </a:defRPr>
            </a:lvl2pPr>
            <a:lvl3pPr algn="l">
              <a:buNone/>
              <a:defRPr sz="1425" b="1">
                <a:solidFill>
                  <a:srgbClr val="FFFFFF"/>
                </a:solidFill>
                <a:latin typeface="Arial"/>
                <a:ea typeface="Arial"/>
                <a:cs typeface="Arial"/>
              </a:defRPr>
            </a:lvl3pPr>
            <a:lvl4pPr algn="l">
              <a:buNone/>
              <a:defRPr sz="1425" b="1">
                <a:solidFill>
                  <a:srgbClr val="FFFFFF"/>
                </a:solidFill>
                <a:latin typeface="Arial"/>
                <a:ea typeface="Arial"/>
                <a:cs typeface="Arial"/>
              </a:defRPr>
            </a:lvl4pPr>
            <a:lvl5pPr algn="l">
              <a:buNone/>
              <a:defRPr sz="1425" b="1">
                <a:solidFill>
                  <a:srgbClr val="FFFFFF"/>
                </a:solidFill>
                <a:latin typeface="Arial"/>
                <a:ea typeface="Arial"/>
                <a:cs typeface="Arial"/>
              </a:defRPr>
            </a:lvl5pPr>
            <a:lvl6pPr algn="l">
              <a:buNone/>
              <a:defRPr sz="1425" b="1">
                <a:solidFill>
                  <a:srgbClr val="FFFFFF"/>
                </a:solidFill>
                <a:latin typeface="Arial"/>
                <a:ea typeface="Arial"/>
                <a:cs typeface="Arial"/>
              </a:defRPr>
            </a:lvl6pPr>
            <a:lvl7pPr algn="l">
              <a:buNone/>
              <a:defRPr sz="1425" b="1">
                <a:solidFill>
                  <a:srgbClr val="FFFFFF"/>
                </a:solidFill>
                <a:latin typeface="Arial"/>
                <a:ea typeface="Arial"/>
                <a:cs typeface="Arial"/>
              </a:defRPr>
            </a:lvl7pPr>
            <a:lvl8pPr algn="l">
              <a:buNone/>
              <a:defRPr sz="1425" b="1">
                <a:solidFill>
                  <a:srgbClr val="FFFFFF"/>
                </a:solidFill>
                <a:latin typeface="Arial"/>
                <a:ea typeface="Arial"/>
                <a:cs typeface="Arial"/>
              </a:defRPr>
            </a:lvl8pPr>
            <a:lvl9pPr algn="l">
              <a:buNone/>
              <a:defRPr sz="1425" b="1">
                <a:solidFill>
                  <a:srgbClr val="FFFFFF"/>
                </a:solidFill>
                <a:latin typeface="Arial"/>
                <a:ea typeface="Arial"/>
                <a:cs typeface="Arial"/>
              </a:defRPr>
            </a:lvl9pPr>
          </a:lstStyle>
          <a:p xmlns:a="http://schemas.openxmlformats.org/drawingml/2006/main">
            <a:pPr algn="l">
              <a:buNone/>
              <a:defRPr sz="1425" b="1">
                <a:solidFill>
                  <a:srgbClr val="FFFFFF"/>
                </a:solidFill>
                <a:latin typeface="Arial"/>
                <a:ea typeface="Arial"/>
                <a:cs typeface="Arial"/>
              </a:defRPr>
            </a:pPr>
            <a:r>
              <a:rPr sz="1425" b="1">
                <a:solidFill>
                  <a:srgbClr val="FFFFFF"/>
                </a:solidFill>
                <a:latin typeface="Arial"/>
                <a:ea typeface="Arial"/>
                <a:cs typeface="Arial"/>
              </a:rPr>
              <a:t>HackOhio 2026  |  VIBE 101 + Carmen Study Guide</a:t>
            </a:r>
          </a:p>
        </p:txBody>
      </p:sp>
    </p:spTree>
    <p:extLst>
      <p:ext uri="{BB962C8B-B14F-4D97-AF65-F5344CB8AC3E}">
        <p14:creationId xmlns:p14="http://schemas.microsoft.com/office/powerpoint/2010/main" val="14146116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A9EB65A3-13B0-4774-9E80-2C712BC72C35}"/>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buNone/>
              <a:defRPr sz="1050" b="1">
                <a:solidFill>
                  <a:srgbClr val="1688C9"/>
                </a:solidFill>
                <a:latin typeface="Arial"/>
                <a:ea typeface="Arial"/>
                <a:cs typeface="Arial"/>
              </a:defRPr>
            </a:lvl1pPr>
            <a:lvl2pPr algn="l">
              <a:buNone/>
              <a:defRPr sz="1050" b="1">
                <a:solidFill>
                  <a:srgbClr val="1688C9"/>
                </a:solidFill>
                <a:latin typeface="Arial"/>
                <a:ea typeface="Arial"/>
                <a:cs typeface="Arial"/>
              </a:defRPr>
            </a:lvl2pPr>
            <a:lvl3pPr algn="l">
              <a:buNone/>
              <a:defRPr sz="1050" b="1">
                <a:solidFill>
                  <a:srgbClr val="1688C9"/>
                </a:solidFill>
                <a:latin typeface="Arial"/>
                <a:ea typeface="Arial"/>
                <a:cs typeface="Arial"/>
              </a:defRPr>
            </a:lvl3pPr>
            <a:lvl4pPr algn="l">
              <a:buNone/>
              <a:defRPr sz="1050" b="1">
                <a:solidFill>
                  <a:srgbClr val="1688C9"/>
                </a:solidFill>
                <a:latin typeface="Arial"/>
                <a:ea typeface="Arial"/>
                <a:cs typeface="Arial"/>
              </a:defRPr>
            </a:lvl4pPr>
            <a:lvl5pPr algn="l">
              <a:buNone/>
              <a:defRPr sz="1050" b="1">
                <a:solidFill>
                  <a:srgbClr val="1688C9"/>
                </a:solidFill>
                <a:latin typeface="Arial"/>
                <a:ea typeface="Arial"/>
                <a:cs typeface="Arial"/>
              </a:defRPr>
            </a:lvl5pPr>
            <a:lvl6pPr algn="l">
              <a:buNone/>
              <a:defRPr sz="1050" b="1">
                <a:solidFill>
                  <a:srgbClr val="1688C9"/>
                </a:solidFill>
                <a:latin typeface="Arial"/>
                <a:ea typeface="Arial"/>
                <a:cs typeface="Arial"/>
              </a:defRPr>
            </a:lvl6pPr>
            <a:lvl7pPr algn="l">
              <a:buNone/>
              <a:defRPr sz="1050" b="1">
                <a:solidFill>
                  <a:srgbClr val="1688C9"/>
                </a:solidFill>
                <a:latin typeface="Arial"/>
                <a:ea typeface="Arial"/>
                <a:cs typeface="Arial"/>
              </a:defRPr>
            </a:lvl7pPr>
            <a:lvl8pPr algn="l">
              <a:buNone/>
              <a:defRPr sz="1050" b="1">
                <a:solidFill>
                  <a:srgbClr val="1688C9"/>
                </a:solidFill>
                <a:latin typeface="Arial"/>
                <a:ea typeface="Arial"/>
                <a:cs typeface="Arial"/>
              </a:defRPr>
            </a:lvl8pPr>
            <a:lvl9pPr algn="l">
              <a:buNone/>
              <a:defRPr sz="1050" b="1">
                <a:solidFill>
                  <a:srgbClr val="1688C9"/>
                </a:solidFill>
                <a:latin typeface="Arial"/>
                <a:ea typeface="Arial"/>
                <a:cs typeface="Arial"/>
              </a:defRPr>
            </a:lvl9pPr>
          </a:lstStyle>
          <a:p xmlns:a="http://schemas.openxmlformats.org/drawingml/2006/main">
            <a:pPr algn="l">
              <a:buNone/>
              <a:defRPr sz="1050" b="1">
                <a:solidFill>
                  <a:srgbClr val="1688C9"/>
                </a:solidFill>
                <a:latin typeface="Arial"/>
                <a:ea typeface="Arial"/>
                <a:cs typeface="Arial"/>
              </a:defRPr>
            </a:pPr>
            <a:r>
              <a:rPr sz="1050" b="1">
                <a:solidFill>
                  <a:srgbClr val="1688C9"/>
                </a:solidFill>
                <a:latin typeface="Arial"/>
                <a:ea typeface="Arial"/>
                <a:cs typeface="Arial"/>
              </a:rPr>
              <a:t>THE NEED</a:t>
            </a:r>
          </a:p>
        </p:txBody>
      </p:sp>
      <p:sp>
        <p:nvSpPr>
          <p:cNvPr id="2" name="title">
            <a:extLst xmlns:a="http://schemas.openxmlformats.org/drawingml/2006/main">
              <a:ext uri="{FF2B5EF4-FFF2-40B4-BE49-F238E27FC236}">
                <a16:creationId xmlns:a16="http://schemas.microsoft.com/office/drawing/2014/main" id="{F33F44B3-A903-4269-B146-1DEE39122D38}"/>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buNone/>
              <a:defRPr sz="3225" b="1">
                <a:solidFill>
                  <a:srgbClr val="14263D"/>
                </a:solidFill>
                <a:latin typeface="Arial"/>
                <a:ea typeface="Arial"/>
                <a:cs typeface="Arial"/>
              </a:defRPr>
            </a:lvl1pPr>
            <a:lvl2pPr algn="l">
              <a:buNone/>
              <a:defRPr sz="3225" b="1">
                <a:solidFill>
                  <a:srgbClr val="14263D"/>
                </a:solidFill>
                <a:latin typeface="Arial"/>
                <a:ea typeface="Arial"/>
                <a:cs typeface="Arial"/>
              </a:defRPr>
            </a:lvl2pPr>
            <a:lvl3pPr algn="l">
              <a:buNone/>
              <a:defRPr sz="3225" b="1">
                <a:solidFill>
                  <a:srgbClr val="14263D"/>
                </a:solidFill>
                <a:latin typeface="Arial"/>
                <a:ea typeface="Arial"/>
                <a:cs typeface="Arial"/>
              </a:defRPr>
            </a:lvl3pPr>
            <a:lvl4pPr algn="l">
              <a:buNone/>
              <a:defRPr sz="3225" b="1">
                <a:solidFill>
                  <a:srgbClr val="14263D"/>
                </a:solidFill>
                <a:latin typeface="Arial"/>
                <a:ea typeface="Arial"/>
                <a:cs typeface="Arial"/>
              </a:defRPr>
            </a:lvl4pPr>
            <a:lvl5pPr algn="l">
              <a:buNone/>
              <a:defRPr sz="3225" b="1">
                <a:solidFill>
                  <a:srgbClr val="14263D"/>
                </a:solidFill>
                <a:latin typeface="Arial"/>
                <a:ea typeface="Arial"/>
                <a:cs typeface="Arial"/>
              </a:defRPr>
            </a:lvl5pPr>
            <a:lvl6pPr algn="l">
              <a:buNone/>
              <a:defRPr sz="3225" b="1">
                <a:solidFill>
                  <a:srgbClr val="14263D"/>
                </a:solidFill>
                <a:latin typeface="Arial"/>
                <a:ea typeface="Arial"/>
                <a:cs typeface="Arial"/>
              </a:defRPr>
            </a:lvl6pPr>
            <a:lvl7pPr algn="l">
              <a:buNone/>
              <a:defRPr sz="3225" b="1">
                <a:solidFill>
                  <a:srgbClr val="14263D"/>
                </a:solidFill>
                <a:latin typeface="Arial"/>
                <a:ea typeface="Arial"/>
                <a:cs typeface="Arial"/>
              </a:defRPr>
            </a:lvl7pPr>
            <a:lvl8pPr algn="l">
              <a:buNone/>
              <a:defRPr sz="3225" b="1">
                <a:solidFill>
                  <a:srgbClr val="14263D"/>
                </a:solidFill>
                <a:latin typeface="Arial"/>
                <a:ea typeface="Arial"/>
                <a:cs typeface="Arial"/>
              </a:defRPr>
            </a:lvl8pPr>
            <a:lvl9pPr algn="l">
              <a:buNone/>
              <a:defRPr sz="3225" b="1">
                <a:solidFill>
                  <a:srgbClr val="14263D"/>
                </a:solidFill>
                <a:latin typeface="Arial"/>
                <a:ea typeface="Arial"/>
                <a:cs typeface="Arial"/>
              </a:defRPr>
            </a:lvl9pPr>
          </a:lstStyle>
          <a:p xmlns:a="http://schemas.openxmlformats.org/drawingml/2006/main">
            <a:pPr algn="l">
              <a:buNone/>
              <a:defRPr sz="3225" b="1">
                <a:solidFill>
                  <a:srgbClr val="14263D"/>
                </a:solidFill>
                <a:latin typeface="Arial"/>
                <a:ea typeface="Arial"/>
                <a:cs typeface="Arial"/>
              </a:defRPr>
            </a:pPr>
            <a:r>
              <a:rPr sz="3225" b="1">
                <a:solidFill>
                  <a:srgbClr val="14263D"/>
                </a:solidFill>
                <a:latin typeface="Arial"/>
                <a:ea typeface="Arial"/>
                <a:cs typeface="Arial"/>
              </a:rPr>
              <a:t>Grades show a score. Students need a next step.</a:t>
            </a:r>
          </a:p>
        </p:txBody>
      </p:sp>
      <p:sp>
        <p:nvSpPr>
          <p:cNvPr id="3" name="">
            <a:extLst xmlns:a="http://schemas.openxmlformats.org/drawingml/2006/main">
              <a:ext uri="{FF2B5EF4-FFF2-40B4-BE49-F238E27FC236}">
                <a16:creationId xmlns:a16="http://schemas.microsoft.com/office/drawing/2014/main" id="{EF31AACE-57B4-493B-8CB5-60EF4427074F}"/>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43B115E3-040D-4491-9650-DE3958A3A095}"/>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buNone/>
              <a:defRPr sz="975" b="1">
                <a:solidFill>
                  <a:srgbClr val="5B6877"/>
                </a:solidFill>
                <a:latin typeface="Arial"/>
                <a:ea typeface="Arial"/>
                <a:cs typeface="Arial"/>
              </a:defRPr>
            </a:lvl1pPr>
            <a:lvl2pPr algn="l">
              <a:buNone/>
              <a:defRPr sz="975" b="1">
                <a:solidFill>
                  <a:srgbClr val="5B6877"/>
                </a:solidFill>
                <a:latin typeface="Arial"/>
                <a:ea typeface="Arial"/>
                <a:cs typeface="Arial"/>
              </a:defRPr>
            </a:lvl2pPr>
            <a:lvl3pPr algn="l">
              <a:buNone/>
              <a:defRPr sz="975" b="1">
                <a:solidFill>
                  <a:srgbClr val="5B6877"/>
                </a:solidFill>
                <a:latin typeface="Arial"/>
                <a:ea typeface="Arial"/>
                <a:cs typeface="Arial"/>
              </a:defRPr>
            </a:lvl3pPr>
            <a:lvl4pPr algn="l">
              <a:buNone/>
              <a:defRPr sz="975" b="1">
                <a:solidFill>
                  <a:srgbClr val="5B6877"/>
                </a:solidFill>
                <a:latin typeface="Arial"/>
                <a:ea typeface="Arial"/>
                <a:cs typeface="Arial"/>
              </a:defRPr>
            </a:lvl4pPr>
            <a:lvl5pPr algn="l">
              <a:buNone/>
              <a:defRPr sz="975" b="1">
                <a:solidFill>
                  <a:srgbClr val="5B6877"/>
                </a:solidFill>
                <a:latin typeface="Arial"/>
                <a:ea typeface="Arial"/>
                <a:cs typeface="Arial"/>
              </a:defRPr>
            </a:lvl5pPr>
            <a:lvl6pPr algn="l">
              <a:buNone/>
              <a:defRPr sz="975" b="1">
                <a:solidFill>
                  <a:srgbClr val="5B6877"/>
                </a:solidFill>
                <a:latin typeface="Arial"/>
                <a:ea typeface="Arial"/>
                <a:cs typeface="Arial"/>
              </a:defRPr>
            </a:lvl6pPr>
            <a:lvl7pPr algn="l">
              <a:buNone/>
              <a:defRPr sz="975" b="1">
                <a:solidFill>
                  <a:srgbClr val="5B6877"/>
                </a:solidFill>
                <a:latin typeface="Arial"/>
                <a:ea typeface="Arial"/>
                <a:cs typeface="Arial"/>
              </a:defRPr>
            </a:lvl7pPr>
            <a:lvl8pPr algn="l">
              <a:buNone/>
              <a:defRPr sz="975" b="1">
                <a:solidFill>
                  <a:srgbClr val="5B6877"/>
                </a:solidFill>
                <a:latin typeface="Arial"/>
                <a:ea typeface="Arial"/>
                <a:cs typeface="Arial"/>
              </a:defRPr>
            </a:lvl8pPr>
            <a:lvl9pPr algn="l">
              <a:buNone/>
              <a:defRPr sz="975" b="1">
                <a:solidFill>
                  <a:srgbClr val="5B6877"/>
                </a:solidFill>
                <a:latin typeface="Arial"/>
                <a:ea typeface="Arial"/>
                <a:cs typeface="Arial"/>
              </a:defRPr>
            </a:lvl9pPr>
          </a:lstStyle>
          <a:p xmlns:a="http://schemas.openxmlformats.org/drawingml/2006/main">
            <a:pPr algn="l">
              <a:buNone/>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E70A5C73-97A4-4EFA-9CD3-CDD1F2F88D4F}"/>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buNone/>
              <a:defRPr sz="1050" b="1">
                <a:solidFill>
                  <a:srgbClr val="1688C9"/>
                </a:solidFill>
                <a:latin typeface="Arial"/>
                <a:ea typeface="Arial"/>
                <a:cs typeface="Arial"/>
              </a:defRPr>
            </a:lvl1pPr>
            <a:lvl2pPr algn="r">
              <a:buNone/>
              <a:defRPr sz="1050" b="1">
                <a:solidFill>
                  <a:srgbClr val="1688C9"/>
                </a:solidFill>
                <a:latin typeface="Arial"/>
                <a:ea typeface="Arial"/>
                <a:cs typeface="Arial"/>
              </a:defRPr>
            </a:lvl2pPr>
            <a:lvl3pPr algn="r">
              <a:buNone/>
              <a:defRPr sz="1050" b="1">
                <a:solidFill>
                  <a:srgbClr val="1688C9"/>
                </a:solidFill>
                <a:latin typeface="Arial"/>
                <a:ea typeface="Arial"/>
                <a:cs typeface="Arial"/>
              </a:defRPr>
            </a:lvl3pPr>
            <a:lvl4pPr algn="r">
              <a:buNone/>
              <a:defRPr sz="1050" b="1">
                <a:solidFill>
                  <a:srgbClr val="1688C9"/>
                </a:solidFill>
                <a:latin typeface="Arial"/>
                <a:ea typeface="Arial"/>
                <a:cs typeface="Arial"/>
              </a:defRPr>
            </a:lvl4pPr>
            <a:lvl5pPr algn="r">
              <a:buNone/>
              <a:defRPr sz="1050" b="1">
                <a:solidFill>
                  <a:srgbClr val="1688C9"/>
                </a:solidFill>
                <a:latin typeface="Arial"/>
                <a:ea typeface="Arial"/>
                <a:cs typeface="Arial"/>
              </a:defRPr>
            </a:lvl5pPr>
            <a:lvl6pPr algn="r">
              <a:buNone/>
              <a:defRPr sz="1050" b="1">
                <a:solidFill>
                  <a:srgbClr val="1688C9"/>
                </a:solidFill>
                <a:latin typeface="Arial"/>
                <a:ea typeface="Arial"/>
                <a:cs typeface="Arial"/>
              </a:defRPr>
            </a:lvl6pPr>
            <a:lvl7pPr algn="r">
              <a:buNone/>
              <a:defRPr sz="1050" b="1">
                <a:solidFill>
                  <a:srgbClr val="1688C9"/>
                </a:solidFill>
                <a:latin typeface="Arial"/>
                <a:ea typeface="Arial"/>
                <a:cs typeface="Arial"/>
              </a:defRPr>
            </a:lvl7pPr>
            <a:lvl8pPr algn="r">
              <a:buNone/>
              <a:defRPr sz="1050" b="1">
                <a:solidFill>
                  <a:srgbClr val="1688C9"/>
                </a:solidFill>
                <a:latin typeface="Arial"/>
                <a:ea typeface="Arial"/>
                <a:cs typeface="Arial"/>
              </a:defRPr>
            </a:lvl8pPr>
            <a:lvl9pPr algn="r">
              <a:buNone/>
              <a:defRPr sz="1050" b="1">
                <a:solidFill>
                  <a:srgbClr val="1688C9"/>
                </a:solidFill>
                <a:latin typeface="Arial"/>
                <a:ea typeface="Arial"/>
                <a:cs typeface="Arial"/>
              </a:defRPr>
            </a:lvl9pPr>
          </a:lstStyle>
          <a:p xmlns:a="http://schemas.openxmlformats.org/drawingml/2006/main">
            <a:pPr algn="r">
              <a:buNone/>
              <a:defRPr sz="1050" b="1">
                <a:solidFill>
                  <a:srgbClr val="1688C9"/>
                </a:solidFill>
                <a:latin typeface="Arial"/>
                <a:ea typeface="Arial"/>
                <a:cs typeface="Arial"/>
              </a:defRPr>
            </a:pPr>
            <a:r>
              <a:rPr sz="1050" b="1">
                <a:solidFill>
                  <a:srgbClr val="1688C9"/>
                </a:solidFill>
                <a:latin typeface="Arial"/>
                <a:ea typeface="Arial"/>
                <a:cs typeface="Arial"/>
              </a:rPr>
              <a:t>02</a:t>
            </a:r>
          </a:p>
        </p:txBody>
      </p:sp>
      <p:sp>
        <p:nvSpPr>
          <p:cNvPr id="6" name="takeaway">
            <a:extLst xmlns:a="http://schemas.openxmlformats.org/drawingml/2006/main">
              <a:ext uri="{FF2B5EF4-FFF2-40B4-BE49-F238E27FC236}">
                <a16:creationId xmlns:a16="http://schemas.microsoft.com/office/drawing/2014/main" id="{CC4342FB-F1D2-46F7-8636-1D4897FBCBCF}"/>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buNone/>
              <a:defRPr sz="2175" b="1">
                <a:solidFill>
                  <a:srgbClr val="1E2A37"/>
                </a:solidFill>
                <a:latin typeface="Arial"/>
                <a:ea typeface="Arial"/>
                <a:cs typeface="Arial"/>
              </a:defRPr>
            </a:lvl1pPr>
            <a:lvl2pPr algn="l">
              <a:buNone/>
              <a:defRPr sz="2175" b="1">
                <a:solidFill>
                  <a:srgbClr val="1E2A37"/>
                </a:solidFill>
                <a:latin typeface="Arial"/>
                <a:ea typeface="Arial"/>
                <a:cs typeface="Arial"/>
              </a:defRPr>
            </a:lvl2pPr>
            <a:lvl3pPr algn="l">
              <a:buNone/>
              <a:defRPr sz="2175" b="1">
                <a:solidFill>
                  <a:srgbClr val="1E2A37"/>
                </a:solidFill>
                <a:latin typeface="Arial"/>
                <a:ea typeface="Arial"/>
                <a:cs typeface="Arial"/>
              </a:defRPr>
            </a:lvl3pPr>
            <a:lvl4pPr algn="l">
              <a:buNone/>
              <a:defRPr sz="2175" b="1">
                <a:solidFill>
                  <a:srgbClr val="1E2A37"/>
                </a:solidFill>
                <a:latin typeface="Arial"/>
                <a:ea typeface="Arial"/>
                <a:cs typeface="Arial"/>
              </a:defRPr>
            </a:lvl4pPr>
            <a:lvl5pPr algn="l">
              <a:buNone/>
              <a:defRPr sz="2175" b="1">
                <a:solidFill>
                  <a:srgbClr val="1E2A37"/>
                </a:solidFill>
                <a:latin typeface="Arial"/>
                <a:ea typeface="Arial"/>
                <a:cs typeface="Arial"/>
              </a:defRPr>
            </a:lvl5pPr>
            <a:lvl6pPr algn="l">
              <a:buNone/>
              <a:defRPr sz="2175" b="1">
                <a:solidFill>
                  <a:srgbClr val="1E2A37"/>
                </a:solidFill>
                <a:latin typeface="Arial"/>
                <a:ea typeface="Arial"/>
                <a:cs typeface="Arial"/>
              </a:defRPr>
            </a:lvl6pPr>
            <a:lvl7pPr algn="l">
              <a:buNone/>
              <a:defRPr sz="2175" b="1">
                <a:solidFill>
                  <a:srgbClr val="1E2A37"/>
                </a:solidFill>
                <a:latin typeface="Arial"/>
                <a:ea typeface="Arial"/>
                <a:cs typeface="Arial"/>
              </a:defRPr>
            </a:lvl7pPr>
            <a:lvl8pPr algn="l">
              <a:buNone/>
              <a:defRPr sz="2175" b="1">
                <a:solidFill>
                  <a:srgbClr val="1E2A37"/>
                </a:solidFill>
                <a:latin typeface="Arial"/>
                <a:ea typeface="Arial"/>
                <a:cs typeface="Arial"/>
              </a:defRPr>
            </a:lvl8pPr>
            <a:lvl9pPr algn="l">
              <a:buNone/>
              <a:defRPr sz="2175" b="1">
                <a:solidFill>
                  <a:srgbClr val="1E2A37"/>
                </a:solidFill>
                <a:latin typeface="Arial"/>
                <a:ea typeface="Arial"/>
                <a:cs typeface="Arial"/>
              </a:defRPr>
            </a:lvl9pPr>
          </a:lstStyle>
          <a:p xmlns:a="http://schemas.openxmlformats.org/drawingml/2006/main">
            <a:pPr algn="l">
              <a:buNone/>
              <a:defRPr sz="2175" b="1">
                <a:solidFill>
                  <a:srgbClr val="1E2A37"/>
                </a:solidFill>
                <a:latin typeface="Arial"/>
                <a:ea typeface="Arial"/>
                <a:cs typeface="Arial"/>
              </a:defRPr>
            </a:pPr>
            <a:r>
              <a:rPr sz="2175" b="1">
                <a:solidFill>
                  <a:srgbClr val="1E2A37"/>
                </a:solidFill>
                <a:latin typeface="Arial"/>
                <a:ea typeface="Arial"/>
                <a:cs typeface="Arial"/>
              </a:rPr>
              <a:t>A score alone does not explain what to practice next.</a:t>
            </a:r>
          </a:p>
        </p:txBody>
      </p:sp>
      <p:sp>
        <p:nvSpPr>
          <p:cNvPr id="7" name="col1-head">
            <a:extLst xmlns:a="http://schemas.openxmlformats.org/drawingml/2006/main">
              <a:ext uri="{FF2B5EF4-FFF2-40B4-BE49-F238E27FC236}">
                <a16:creationId xmlns:a16="http://schemas.microsoft.com/office/drawing/2014/main" id="{FB92692B-5C47-44F4-A093-6009545D5895}"/>
              </a:ext>
            </a:extLst>
          </p:cNvPr>
          <p:cNvSpPr>
            <a:spLocks xmlns:a="http://schemas.openxmlformats.org/drawingml/2006/main" noGrp="1"/>
          </p:cNvSpPr>
          <p:nvPr/>
        </p:nvSpPr>
        <p:spPr>
          <a:xfrm xmlns:a="http://schemas.openxmlformats.org/drawingml/2006/main">
            <a:off x="685800" y="285750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buNone/>
              <a:defRPr sz="1725" b="1">
                <a:solidFill>
                  <a:srgbClr val="1688C9"/>
                </a:solidFill>
                <a:latin typeface="Arial"/>
                <a:ea typeface="Arial"/>
                <a:cs typeface="Arial"/>
              </a:defRPr>
            </a:lvl1pPr>
            <a:lvl2pPr algn="l">
              <a:buNone/>
              <a:defRPr sz="1725" b="1">
                <a:solidFill>
                  <a:srgbClr val="1688C9"/>
                </a:solidFill>
                <a:latin typeface="Arial"/>
                <a:ea typeface="Arial"/>
                <a:cs typeface="Arial"/>
              </a:defRPr>
            </a:lvl2pPr>
            <a:lvl3pPr algn="l">
              <a:buNone/>
              <a:defRPr sz="1725" b="1">
                <a:solidFill>
                  <a:srgbClr val="1688C9"/>
                </a:solidFill>
                <a:latin typeface="Arial"/>
                <a:ea typeface="Arial"/>
                <a:cs typeface="Arial"/>
              </a:defRPr>
            </a:lvl3pPr>
            <a:lvl4pPr algn="l">
              <a:buNone/>
              <a:defRPr sz="1725" b="1">
                <a:solidFill>
                  <a:srgbClr val="1688C9"/>
                </a:solidFill>
                <a:latin typeface="Arial"/>
                <a:ea typeface="Arial"/>
                <a:cs typeface="Arial"/>
              </a:defRPr>
            </a:lvl4pPr>
            <a:lvl5pPr algn="l">
              <a:buNone/>
              <a:defRPr sz="1725" b="1">
                <a:solidFill>
                  <a:srgbClr val="1688C9"/>
                </a:solidFill>
                <a:latin typeface="Arial"/>
                <a:ea typeface="Arial"/>
                <a:cs typeface="Arial"/>
              </a:defRPr>
            </a:lvl5pPr>
            <a:lvl6pPr algn="l">
              <a:buNone/>
              <a:defRPr sz="1725" b="1">
                <a:solidFill>
                  <a:srgbClr val="1688C9"/>
                </a:solidFill>
                <a:latin typeface="Arial"/>
                <a:ea typeface="Arial"/>
                <a:cs typeface="Arial"/>
              </a:defRPr>
            </a:lvl6pPr>
            <a:lvl7pPr algn="l">
              <a:buNone/>
              <a:defRPr sz="1725" b="1">
                <a:solidFill>
                  <a:srgbClr val="1688C9"/>
                </a:solidFill>
                <a:latin typeface="Arial"/>
                <a:ea typeface="Arial"/>
                <a:cs typeface="Arial"/>
              </a:defRPr>
            </a:lvl7pPr>
            <a:lvl8pPr algn="l">
              <a:buNone/>
              <a:defRPr sz="1725" b="1">
                <a:solidFill>
                  <a:srgbClr val="1688C9"/>
                </a:solidFill>
                <a:latin typeface="Arial"/>
                <a:ea typeface="Arial"/>
                <a:cs typeface="Arial"/>
              </a:defRPr>
            </a:lvl8pPr>
            <a:lvl9pPr algn="l">
              <a:buNone/>
              <a:defRPr sz="1725" b="1">
                <a:solidFill>
                  <a:srgbClr val="1688C9"/>
                </a:solidFill>
                <a:latin typeface="Arial"/>
                <a:ea typeface="Arial"/>
                <a:cs typeface="Arial"/>
              </a:defRPr>
            </a:lvl9pPr>
          </a:lstStyle>
          <a:p xmlns:a="http://schemas.openxmlformats.org/drawingml/2006/main">
            <a:pPr algn="l">
              <a:buNone/>
              <a:defRPr sz="1725" b="1">
                <a:solidFill>
                  <a:srgbClr val="1688C9"/>
                </a:solidFill>
                <a:latin typeface="Arial"/>
                <a:ea typeface="Arial"/>
                <a:cs typeface="Arial"/>
              </a:defRPr>
            </a:pPr>
            <a:r>
              <a:rPr sz="1725" b="1">
                <a:solidFill>
                  <a:srgbClr val="1688C9"/>
                </a:solidFill>
                <a:latin typeface="Arial"/>
                <a:ea typeface="Arial"/>
                <a:cs typeface="Arial"/>
              </a:rPr>
              <a:t>Evidence is scattered</a:t>
            </a:r>
          </a:p>
        </p:txBody>
      </p:sp>
      <p:sp>
        <p:nvSpPr>
          <p:cNvPr id="8" name="col1-body">
            <a:extLst xmlns:a="http://schemas.openxmlformats.org/drawingml/2006/main">
              <a:ext uri="{FF2B5EF4-FFF2-40B4-BE49-F238E27FC236}">
                <a16:creationId xmlns:a16="http://schemas.microsoft.com/office/drawing/2014/main" id="{EF93B022-B7F3-4CD7-A8F2-DE414B913501}"/>
              </a:ext>
            </a:extLst>
          </p:cNvPr>
          <p:cNvSpPr>
            <a:spLocks xmlns:a="http://schemas.openxmlformats.org/drawingml/2006/main" noGrp="1"/>
          </p:cNvSpPr>
          <p:nvPr/>
        </p:nvSpPr>
        <p:spPr>
          <a:xfrm xmlns:a="http://schemas.openxmlformats.org/drawingml/2006/main">
            <a:off x="685800" y="335280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Scores, question responses, feedback, course materials, and source files live in different places.</a:t>
            </a:r>
          </a:p>
        </p:txBody>
      </p:sp>
      <p:sp>
        <p:nvSpPr>
          <p:cNvPr id="9" name="col2-head">
            <a:extLst xmlns:a="http://schemas.openxmlformats.org/drawingml/2006/main">
              <a:ext uri="{FF2B5EF4-FFF2-40B4-BE49-F238E27FC236}">
                <a16:creationId xmlns:a16="http://schemas.microsoft.com/office/drawing/2014/main" id="{66C14C03-B1AB-4689-86CE-7EDD66B5CD53}"/>
              </a:ext>
            </a:extLst>
          </p:cNvPr>
          <p:cNvSpPr>
            <a:spLocks xmlns:a="http://schemas.openxmlformats.org/drawingml/2006/main" noGrp="1"/>
          </p:cNvSpPr>
          <p:nvPr/>
        </p:nvSpPr>
        <p:spPr>
          <a:xfrm xmlns:a="http://schemas.openxmlformats.org/drawingml/2006/main">
            <a:off x="4394200" y="285750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buNone/>
              <a:defRPr sz="1725" b="1">
                <a:solidFill>
                  <a:srgbClr val="1688C9"/>
                </a:solidFill>
                <a:latin typeface="Arial"/>
                <a:ea typeface="Arial"/>
                <a:cs typeface="Arial"/>
              </a:defRPr>
            </a:lvl1pPr>
            <a:lvl2pPr algn="l">
              <a:buNone/>
              <a:defRPr sz="1725" b="1">
                <a:solidFill>
                  <a:srgbClr val="1688C9"/>
                </a:solidFill>
                <a:latin typeface="Arial"/>
                <a:ea typeface="Arial"/>
                <a:cs typeface="Arial"/>
              </a:defRPr>
            </a:lvl2pPr>
            <a:lvl3pPr algn="l">
              <a:buNone/>
              <a:defRPr sz="1725" b="1">
                <a:solidFill>
                  <a:srgbClr val="1688C9"/>
                </a:solidFill>
                <a:latin typeface="Arial"/>
                <a:ea typeface="Arial"/>
                <a:cs typeface="Arial"/>
              </a:defRPr>
            </a:lvl3pPr>
            <a:lvl4pPr algn="l">
              <a:buNone/>
              <a:defRPr sz="1725" b="1">
                <a:solidFill>
                  <a:srgbClr val="1688C9"/>
                </a:solidFill>
                <a:latin typeface="Arial"/>
                <a:ea typeface="Arial"/>
                <a:cs typeface="Arial"/>
              </a:defRPr>
            </a:lvl4pPr>
            <a:lvl5pPr algn="l">
              <a:buNone/>
              <a:defRPr sz="1725" b="1">
                <a:solidFill>
                  <a:srgbClr val="1688C9"/>
                </a:solidFill>
                <a:latin typeface="Arial"/>
                <a:ea typeface="Arial"/>
                <a:cs typeface="Arial"/>
              </a:defRPr>
            </a:lvl5pPr>
            <a:lvl6pPr algn="l">
              <a:buNone/>
              <a:defRPr sz="1725" b="1">
                <a:solidFill>
                  <a:srgbClr val="1688C9"/>
                </a:solidFill>
                <a:latin typeface="Arial"/>
                <a:ea typeface="Arial"/>
                <a:cs typeface="Arial"/>
              </a:defRPr>
            </a:lvl6pPr>
            <a:lvl7pPr algn="l">
              <a:buNone/>
              <a:defRPr sz="1725" b="1">
                <a:solidFill>
                  <a:srgbClr val="1688C9"/>
                </a:solidFill>
                <a:latin typeface="Arial"/>
                <a:ea typeface="Arial"/>
                <a:cs typeface="Arial"/>
              </a:defRPr>
            </a:lvl7pPr>
            <a:lvl8pPr algn="l">
              <a:buNone/>
              <a:defRPr sz="1725" b="1">
                <a:solidFill>
                  <a:srgbClr val="1688C9"/>
                </a:solidFill>
                <a:latin typeface="Arial"/>
                <a:ea typeface="Arial"/>
                <a:cs typeface="Arial"/>
              </a:defRPr>
            </a:lvl8pPr>
            <a:lvl9pPr algn="l">
              <a:buNone/>
              <a:defRPr sz="1725" b="1">
                <a:solidFill>
                  <a:srgbClr val="1688C9"/>
                </a:solidFill>
                <a:latin typeface="Arial"/>
                <a:ea typeface="Arial"/>
                <a:cs typeface="Arial"/>
              </a:defRPr>
            </a:lvl9pPr>
          </a:lstStyle>
          <a:p xmlns:a="http://schemas.openxmlformats.org/drawingml/2006/main">
            <a:pPr algn="l">
              <a:buNone/>
              <a:defRPr sz="1725" b="1">
                <a:solidFill>
                  <a:srgbClr val="1688C9"/>
                </a:solidFill>
                <a:latin typeface="Arial"/>
                <a:ea typeface="Arial"/>
                <a:cs typeface="Arial"/>
              </a:defRPr>
            </a:pPr>
            <a:r>
              <a:rPr sz="1725" b="1">
                <a:solidFill>
                  <a:srgbClr val="1688C9"/>
                </a:solidFill>
                <a:latin typeface="Arial"/>
                <a:ea typeface="Arial"/>
                <a:cs typeface="Arial"/>
              </a:rPr>
              <a:t>Question-level detail matters</a:t>
            </a:r>
          </a:p>
        </p:txBody>
      </p:sp>
      <p:sp>
        <p:nvSpPr>
          <p:cNvPr id="10" name="col2-body">
            <a:extLst xmlns:a="http://schemas.openxmlformats.org/drawingml/2006/main">
              <a:ext uri="{FF2B5EF4-FFF2-40B4-BE49-F238E27FC236}">
                <a16:creationId xmlns:a16="http://schemas.microsoft.com/office/drawing/2014/main" id="{DD87CF5C-687E-451B-8612-80A00F43C3B8}"/>
              </a:ext>
            </a:extLst>
          </p:cNvPr>
          <p:cNvSpPr>
            <a:spLocks xmlns:a="http://schemas.openxmlformats.org/drawingml/2006/main" noGrp="1"/>
          </p:cNvSpPr>
          <p:nvPr/>
        </p:nvSpPr>
        <p:spPr>
          <a:xfrm xmlns:a="http://schemas.openxmlformats.org/drawingml/2006/main">
            <a:off x="4394200" y="335280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A missed item can point to a specific concept or misconception, if the evidence is captured and checked.</a:t>
            </a:r>
          </a:p>
        </p:txBody>
      </p:sp>
      <p:sp>
        <p:nvSpPr>
          <p:cNvPr id="11" name="col3-head">
            <a:extLst xmlns:a="http://schemas.openxmlformats.org/drawingml/2006/main">
              <a:ext uri="{FF2B5EF4-FFF2-40B4-BE49-F238E27FC236}">
                <a16:creationId xmlns:a16="http://schemas.microsoft.com/office/drawing/2014/main" id="{7127381F-CF6C-4BA2-BCCC-940952E142F9}"/>
              </a:ext>
            </a:extLst>
          </p:cNvPr>
          <p:cNvSpPr>
            <a:spLocks xmlns:a="http://schemas.openxmlformats.org/drawingml/2006/main" noGrp="1"/>
          </p:cNvSpPr>
          <p:nvPr/>
        </p:nvSpPr>
        <p:spPr>
          <a:xfrm xmlns:a="http://schemas.openxmlformats.org/drawingml/2006/main">
            <a:off x="8102600" y="285750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buNone/>
              <a:defRPr sz="1725" b="1">
                <a:solidFill>
                  <a:srgbClr val="1688C9"/>
                </a:solidFill>
                <a:latin typeface="Arial"/>
                <a:ea typeface="Arial"/>
                <a:cs typeface="Arial"/>
              </a:defRPr>
            </a:lvl1pPr>
            <a:lvl2pPr algn="l">
              <a:buNone/>
              <a:defRPr sz="1725" b="1">
                <a:solidFill>
                  <a:srgbClr val="1688C9"/>
                </a:solidFill>
                <a:latin typeface="Arial"/>
                <a:ea typeface="Arial"/>
                <a:cs typeface="Arial"/>
              </a:defRPr>
            </a:lvl2pPr>
            <a:lvl3pPr algn="l">
              <a:buNone/>
              <a:defRPr sz="1725" b="1">
                <a:solidFill>
                  <a:srgbClr val="1688C9"/>
                </a:solidFill>
                <a:latin typeface="Arial"/>
                <a:ea typeface="Arial"/>
                <a:cs typeface="Arial"/>
              </a:defRPr>
            </a:lvl3pPr>
            <a:lvl4pPr algn="l">
              <a:buNone/>
              <a:defRPr sz="1725" b="1">
                <a:solidFill>
                  <a:srgbClr val="1688C9"/>
                </a:solidFill>
                <a:latin typeface="Arial"/>
                <a:ea typeface="Arial"/>
                <a:cs typeface="Arial"/>
              </a:defRPr>
            </a:lvl4pPr>
            <a:lvl5pPr algn="l">
              <a:buNone/>
              <a:defRPr sz="1725" b="1">
                <a:solidFill>
                  <a:srgbClr val="1688C9"/>
                </a:solidFill>
                <a:latin typeface="Arial"/>
                <a:ea typeface="Arial"/>
                <a:cs typeface="Arial"/>
              </a:defRPr>
            </a:lvl5pPr>
            <a:lvl6pPr algn="l">
              <a:buNone/>
              <a:defRPr sz="1725" b="1">
                <a:solidFill>
                  <a:srgbClr val="1688C9"/>
                </a:solidFill>
                <a:latin typeface="Arial"/>
                <a:ea typeface="Arial"/>
                <a:cs typeface="Arial"/>
              </a:defRPr>
            </a:lvl6pPr>
            <a:lvl7pPr algn="l">
              <a:buNone/>
              <a:defRPr sz="1725" b="1">
                <a:solidFill>
                  <a:srgbClr val="1688C9"/>
                </a:solidFill>
                <a:latin typeface="Arial"/>
                <a:ea typeface="Arial"/>
                <a:cs typeface="Arial"/>
              </a:defRPr>
            </a:lvl7pPr>
            <a:lvl8pPr algn="l">
              <a:buNone/>
              <a:defRPr sz="1725" b="1">
                <a:solidFill>
                  <a:srgbClr val="1688C9"/>
                </a:solidFill>
                <a:latin typeface="Arial"/>
                <a:ea typeface="Arial"/>
                <a:cs typeface="Arial"/>
              </a:defRPr>
            </a:lvl8pPr>
            <a:lvl9pPr algn="l">
              <a:buNone/>
              <a:defRPr sz="1725" b="1">
                <a:solidFill>
                  <a:srgbClr val="1688C9"/>
                </a:solidFill>
                <a:latin typeface="Arial"/>
                <a:ea typeface="Arial"/>
                <a:cs typeface="Arial"/>
              </a:defRPr>
            </a:lvl9pPr>
          </a:lstStyle>
          <a:p xmlns:a="http://schemas.openxmlformats.org/drawingml/2006/main">
            <a:pPr algn="l">
              <a:buNone/>
              <a:defRPr sz="1725" b="1">
                <a:solidFill>
                  <a:srgbClr val="1688C9"/>
                </a:solidFill>
                <a:latin typeface="Arial"/>
                <a:ea typeface="Arial"/>
                <a:cs typeface="Arial"/>
              </a:defRPr>
            </a:pPr>
            <a:r>
              <a:rPr sz="1725" b="1">
                <a:solidFill>
                  <a:srgbClr val="1688C9"/>
                </a:solidFill>
                <a:latin typeface="Arial"/>
                <a:ea typeface="Arial"/>
                <a:cs typeface="Arial"/>
              </a:rPr>
              <a:t>Guidance must respect context</a:t>
            </a:r>
          </a:p>
        </p:txBody>
      </p:sp>
      <p:sp>
        <p:nvSpPr>
          <p:cNvPr id="12" name="col3-body">
            <a:extLst xmlns:a="http://schemas.openxmlformats.org/drawingml/2006/main">
              <a:ext uri="{FF2B5EF4-FFF2-40B4-BE49-F238E27FC236}">
                <a16:creationId xmlns:a16="http://schemas.microsoft.com/office/drawing/2014/main" id="{64EC2076-3114-4AF8-955E-E42B2C832733}"/>
              </a:ext>
            </a:extLst>
          </p:cNvPr>
          <p:cNvSpPr>
            <a:spLocks xmlns:a="http://schemas.openxmlformats.org/drawingml/2006/main" noGrp="1"/>
          </p:cNvSpPr>
          <p:nvPr/>
        </p:nvSpPr>
        <p:spPr>
          <a:xfrm xmlns:a="http://schemas.openxmlformats.org/drawingml/2006/main">
            <a:off x="8102600" y="335280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Students need explanations tied to authorized course resources and assessment rules.</a:t>
            </a:r>
          </a:p>
        </p:txBody>
      </p:sp>
      <p:sp>
        <p:nvSpPr>
          <p:cNvPr id="13" name="caveat">
            <a:extLst xmlns:a="http://schemas.openxmlformats.org/drawingml/2006/main">
              <a:ext uri="{FF2B5EF4-FFF2-40B4-BE49-F238E27FC236}">
                <a16:creationId xmlns:a16="http://schemas.microsoft.com/office/drawing/2014/main" id="{0886F0DE-6776-4FB2-98CB-5AC26F72408B}"/>
              </a:ext>
            </a:extLst>
          </p:cNvPr>
          <p:cNvSpPr>
            <a:spLocks xmlns:a="http://schemas.openxmlformats.org/drawingml/2006/main" noGrp="1"/>
          </p:cNvSpPr>
          <p:nvPr/>
        </p:nvSpPr>
        <p:spPr>
          <a:xfrm xmlns:a="http://schemas.openxmlformats.org/drawingml/2006/main">
            <a:off x="685800" y="55054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C35A61"/>
                </a:solidFill>
                <a:latin typeface="Arial"/>
                <a:ea typeface="Arial"/>
                <a:cs typeface="Arial"/>
              </a:defRPr>
            </a:defPPr>
            <a:lvl1pPr algn="l">
              <a:buNone/>
              <a:defRPr sz="1350" b="1">
                <a:solidFill>
                  <a:srgbClr val="C35A61"/>
                </a:solidFill>
                <a:latin typeface="Arial"/>
                <a:ea typeface="Arial"/>
                <a:cs typeface="Arial"/>
              </a:defRPr>
            </a:lvl1pPr>
            <a:lvl2pPr algn="l">
              <a:buNone/>
              <a:defRPr sz="1350" b="1">
                <a:solidFill>
                  <a:srgbClr val="C35A61"/>
                </a:solidFill>
                <a:latin typeface="Arial"/>
                <a:ea typeface="Arial"/>
                <a:cs typeface="Arial"/>
              </a:defRPr>
            </a:lvl2pPr>
            <a:lvl3pPr algn="l">
              <a:buNone/>
              <a:defRPr sz="1350" b="1">
                <a:solidFill>
                  <a:srgbClr val="C35A61"/>
                </a:solidFill>
                <a:latin typeface="Arial"/>
                <a:ea typeface="Arial"/>
                <a:cs typeface="Arial"/>
              </a:defRPr>
            </a:lvl3pPr>
            <a:lvl4pPr algn="l">
              <a:buNone/>
              <a:defRPr sz="1350" b="1">
                <a:solidFill>
                  <a:srgbClr val="C35A61"/>
                </a:solidFill>
                <a:latin typeface="Arial"/>
                <a:ea typeface="Arial"/>
                <a:cs typeface="Arial"/>
              </a:defRPr>
            </a:lvl4pPr>
            <a:lvl5pPr algn="l">
              <a:buNone/>
              <a:defRPr sz="1350" b="1">
                <a:solidFill>
                  <a:srgbClr val="C35A61"/>
                </a:solidFill>
                <a:latin typeface="Arial"/>
                <a:ea typeface="Arial"/>
                <a:cs typeface="Arial"/>
              </a:defRPr>
            </a:lvl5pPr>
            <a:lvl6pPr algn="l">
              <a:buNone/>
              <a:defRPr sz="1350" b="1">
                <a:solidFill>
                  <a:srgbClr val="C35A61"/>
                </a:solidFill>
                <a:latin typeface="Arial"/>
                <a:ea typeface="Arial"/>
                <a:cs typeface="Arial"/>
              </a:defRPr>
            </a:lvl6pPr>
            <a:lvl7pPr algn="l">
              <a:buNone/>
              <a:defRPr sz="1350" b="1">
                <a:solidFill>
                  <a:srgbClr val="C35A61"/>
                </a:solidFill>
                <a:latin typeface="Arial"/>
                <a:ea typeface="Arial"/>
                <a:cs typeface="Arial"/>
              </a:defRPr>
            </a:lvl7pPr>
            <a:lvl8pPr algn="l">
              <a:buNone/>
              <a:defRPr sz="1350" b="1">
                <a:solidFill>
                  <a:srgbClr val="C35A61"/>
                </a:solidFill>
                <a:latin typeface="Arial"/>
                <a:ea typeface="Arial"/>
                <a:cs typeface="Arial"/>
              </a:defRPr>
            </a:lvl8pPr>
            <a:lvl9pPr algn="l">
              <a:buNone/>
              <a:defRPr sz="1350" b="1">
                <a:solidFill>
                  <a:srgbClr val="C35A61"/>
                </a:solidFill>
                <a:latin typeface="Arial"/>
                <a:ea typeface="Arial"/>
                <a:cs typeface="Arial"/>
              </a:defRPr>
            </a:lvl9pPr>
          </a:lstStyle>
          <a:p xmlns:a="http://schemas.openxmlformats.org/drawingml/2006/main">
            <a:pPr algn="l">
              <a:buNone/>
              <a:defRPr sz="1350" b="1">
                <a:solidFill>
                  <a:srgbClr val="C35A61"/>
                </a:solidFill>
                <a:latin typeface="Arial"/>
                <a:ea typeface="Arial"/>
                <a:cs typeface="Arial"/>
              </a:defRPr>
            </a:pPr>
            <a:r>
              <a:rPr sz="1350" b="1">
                <a:solidFill>
                  <a:srgbClr val="C35A61"/>
                </a:solidFill>
                <a:latin typeface="Arial"/>
                <a:ea typeface="Arial"/>
                <a:cs typeface="Arial"/>
              </a:rPr>
              <a:t>Our current analytics describe observed performance; they are not a validated measure of learning gain.</a:t>
            </a:r>
          </a:p>
        </p:txBody>
      </p:sp>
    </p:spTree>
    <p:extLst>
      <p:ext uri="{BB962C8B-B14F-4D97-AF65-F5344CB8AC3E}">
        <p14:creationId xmlns:p14="http://schemas.microsoft.com/office/powerpoint/2010/main" val="3982910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4463CB0C-AF7E-43A3-AC44-DE2B8B4B9E45}"/>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buNone/>
              <a:defRPr sz="1050" b="1">
                <a:solidFill>
                  <a:srgbClr val="1688C9"/>
                </a:solidFill>
                <a:latin typeface="Arial"/>
                <a:ea typeface="Arial"/>
                <a:cs typeface="Arial"/>
              </a:defRPr>
            </a:lvl1pPr>
            <a:lvl2pPr algn="l">
              <a:buNone/>
              <a:defRPr sz="1050" b="1">
                <a:solidFill>
                  <a:srgbClr val="1688C9"/>
                </a:solidFill>
                <a:latin typeface="Arial"/>
                <a:ea typeface="Arial"/>
                <a:cs typeface="Arial"/>
              </a:defRPr>
            </a:lvl2pPr>
            <a:lvl3pPr algn="l">
              <a:buNone/>
              <a:defRPr sz="1050" b="1">
                <a:solidFill>
                  <a:srgbClr val="1688C9"/>
                </a:solidFill>
                <a:latin typeface="Arial"/>
                <a:ea typeface="Arial"/>
                <a:cs typeface="Arial"/>
              </a:defRPr>
            </a:lvl3pPr>
            <a:lvl4pPr algn="l">
              <a:buNone/>
              <a:defRPr sz="1050" b="1">
                <a:solidFill>
                  <a:srgbClr val="1688C9"/>
                </a:solidFill>
                <a:latin typeface="Arial"/>
                <a:ea typeface="Arial"/>
                <a:cs typeface="Arial"/>
              </a:defRPr>
            </a:lvl4pPr>
            <a:lvl5pPr algn="l">
              <a:buNone/>
              <a:defRPr sz="1050" b="1">
                <a:solidFill>
                  <a:srgbClr val="1688C9"/>
                </a:solidFill>
                <a:latin typeface="Arial"/>
                <a:ea typeface="Arial"/>
                <a:cs typeface="Arial"/>
              </a:defRPr>
            </a:lvl5pPr>
            <a:lvl6pPr algn="l">
              <a:buNone/>
              <a:defRPr sz="1050" b="1">
                <a:solidFill>
                  <a:srgbClr val="1688C9"/>
                </a:solidFill>
                <a:latin typeface="Arial"/>
                <a:ea typeface="Arial"/>
                <a:cs typeface="Arial"/>
              </a:defRPr>
            </a:lvl6pPr>
            <a:lvl7pPr algn="l">
              <a:buNone/>
              <a:defRPr sz="1050" b="1">
                <a:solidFill>
                  <a:srgbClr val="1688C9"/>
                </a:solidFill>
                <a:latin typeface="Arial"/>
                <a:ea typeface="Arial"/>
                <a:cs typeface="Arial"/>
              </a:defRPr>
            </a:lvl7pPr>
            <a:lvl8pPr algn="l">
              <a:buNone/>
              <a:defRPr sz="1050" b="1">
                <a:solidFill>
                  <a:srgbClr val="1688C9"/>
                </a:solidFill>
                <a:latin typeface="Arial"/>
                <a:ea typeface="Arial"/>
                <a:cs typeface="Arial"/>
              </a:defRPr>
            </a:lvl8pPr>
            <a:lvl9pPr algn="l">
              <a:buNone/>
              <a:defRPr sz="1050" b="1">
                <a:solidFill>
                  <a:srgbClr val="1688C9"/>
                </a:solidFill>
                <a:latin typeface="Arial"/>
                <a:ea typeface="Arial"/>
                <a:cs typeface="Arial"/>
              </a:defRPr>
            </a:lvl9pPr>
          </a:lstStyle>
          <a:p xmlns:a="http://schemas.openxmlformats.org/drawingml/2006/main">
            <a:pPr algn="l">
              <a:buNone/>
              <a:defRPr sz="1050" b="1">
                <a:solidFill>
                  <a:srgbClr val="1688C9"/>
                </a:solidFill>
                <a:latin typeface="Arial"/>
                <a:ea typeface="Arial"/>
                <a:cs typeface="Arial"/>
              </a:defRPr>
            </a:pPr>
            <a:r>
              <a:rPr sz="1050" b="1">
                <a:solidFill>
                  <a:srgbClr val="1688C9"/>
                </a:solidFill>
                <a:latin typeface="Arial"/>
                <a:ea typeface="Arial"/>
                <a:cs typeface="Arial"/>
              </a:rPr>
              <a:t>WHAT WE BUILT</a:t>
            </a:r>
          </a:p>
        </p:txBody>
      </p:sp>
      <p:sp>
        <p:nvSpPr>
          <p:cNvPr id="2" name="title">
            <a:extLst xmlns:a="http://schemas.openxmlformats.org/drawingml/2006/main">
              <a:ext uri="{FF2B5EF4-FFF2-40B4-BE49-F238E27FC236}">
                <a16:creationId xmlns:a16="http://schemas.microsoft.com/office/drawing/2014/main" id="{E8E023EF-3058-4C64-8BCF-958633CCE65D}"/>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buNone/>
              <a:defRPr sz="3225" b="1">
                <a:solidFill>
                  <a:srgbClr val="14263D"/>
                </a:solidFill>
                <a:latin typeface="Arial"/>
                <a:ea typeface="Arial"/>
                <a:cs typeface="Arial"/>
              </a:defRPr>
            </a:lvl1pPr>
            <a:lvl2pPr algn="l">
              <a:buNone/>
              <a:defRPr sz="3225" b="1">
                <a:solidFill>
                  <a:srgbClr val="14263D"/>
                </a:solidFill>
                <a:latin typeface="Arial"/>
                <a:ea typeface="Arial"/>
                <a:cs typeface="Arial"/>
              </a:defRPr>
            </a:lvl2pPr>
            <a:lvl3pPr algn="l">
              <a:buNone/>
              <a:defRPr sz="3225" b="1">
                <a:solidFill>
                  <a:srgbClr val="14263D"/>
                </a:solidFill>
                <a:latin typeface="Arial"/>
                <a:ea typeface="Arial"/>
                <a:cs typeface="Arial"/>
              </a:defRPr>
            </a:lvl3pPr>
            <a:lvl4pPr algn="l">
              <a:buNone/>
              <a:defRPr sz="3225" b="1">
                <a:solidFill>
                  <a:srgbClr val="14263D"/>
                </a:solidFill>
                <a:latin typeface="Arial"/>
                <a:ea typeface="Arial"/>
                <a:cs typeface="Arial"/>
              </a:defRPr>
            </a:lvl4pPr>
            <a:lvl5pPr algn="l">
              <a:buNone/>
              <a:defRPr sz="3225" b="1">
                <a:solidFill>
                  <a:srgbClr val="14263D"/>
                </a:solidFill>
                <a:latin typeface="Arial"/>
                <a:ea typeface="Arial"/>
                <a:cs typeface="Arial"/>
              </a:defRPr>
            </a:lvl5pPr>
            <a:lvl6pPr algn="l">
              <a:buNone/>
              <a:defRPr sz="3225" b="1">
                <a:solidFill>
                  <a:srgbClr val="14263D"/>
                </a:solidFill>
                <a:latin typeface="Arial"/>
                <a:ea typeface="Arial"/>
                <a:cs typeface="Arial"/>
              </a:defRPr>
            </a:lvl6pPr>
            <a:lvl7pPr algn="l">
              <a:buNone/>
              <a:defRPr sz="3225" b="1">
                <a:solidFill>
                  <a:srgbClr val="14263D"/>
                </a:solidFill>
                <a:latin typeface="Arial"/>
                <a:ea typeface="Arial"/>
                <a:cs typeface="Arial"/>
              </a:defRPr>
            </a:lvl7pPr>
            <a:lvl8pPr algn="l">
              <a:buNone/>
              <a:defRPr sz="3225" b="1">
                <a:solidFill>
                  <a:srgbClr val="14263D"/>
                </a:solidFill>
                <a:latin typeface="Arial"/>
                <a:ea typeface="Arial"/>
                <a:cs typeface="Arial"/>
              </a:defRPr>
            </a:lvl8pPr>
            <a:lvl9pPr algn="l">
              <a:buNone/>
              <a:defRPr sz="3225" b="1">
                <a:solidFill>
                  <a:srgbClr val="14263D"/>
                </a:solidFill>
                <a:latin typeface="Arial"/>
                <a:ea typeface="Arial"/>
                <a:cs typeface="Arial"/>
              </a:defRPr>
            </a:lvl9pPr>
          </a:lstStyle>
          <a:p xmlns:a="http://schemas.openxmlformats.org/drawingml/2006/main">
            <a:pPr algn="l">
              <a:buNone/>
              <a:defRPr sz="3225" b="1">
                <a:solidFill>
                  <a:srgbClr val="14263D"/>
                </a:solidFill>
                <a:latin typeface="Arial"/>
                <a:ea typeface="Arial"/>
                <a:cs typeface="Arial"/>
              </a:defRPr>
            </a:pPr>
            <a:r>
              <a:rPr sz="3225" b="1">
                <a:solidFill>
                  <a:srgbClr val="14263D"/>
                </a:solidFill>
                <a:latin typeface="Arial"/>
                <a:ea typeface="Arial"/>
                <a:cs typeface="Arial"/>
              </a:rPr>
              <a:t>Three product surfaces, with clear boundaries</a:t>
            </a:r>
          </a:p>
        </p:txBody>
      </p:sp>
      <p:sp>
        <p:nvSpPr>
          <p:cNvPr id="3" name="">
            <a:extLst xmlns:a="http://schemas.openxmlformats.org/drawingml/2006/main">
              <a:ext uri="{FF2B5EF4-FFF2-40B4-BE49-F238E27FC236}">
                <a16:creationId xmlns:a16="http://schemas.microsoft.com/office/drawing/2014/main" id="{D657A405-157B-4C41-B5DD-EDB925912C68}"/>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9F56196A-A384-4CC0-9D05-2E21F20AED61}"/>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buNone/>
              <a:defRPr sz="975" b="1">
                <a:solidFill>
                  <a:srgbClr val="5B6877"/>
                </a:solidFill>
                <a:latin typeface="Arial"/>
                <a:ea typeface="Arial"/>
                <a:cs typeface="Arial"/>
              </a:defRPr>
            </a:lvl1pPr>
            <a:lvl2pPr algn="l">
              <a:buNone/>
              <a:defRPr sz="975" b="1">
                <a:solidFill>
                  <a:srgbClr val="5B6877"/>
                </a:solidFill>
                <a:latin typeface="Arial"/>
                <a:ea typeface="Arial"/>
                <a:cs typeface="Arial"/>
              </a:defRPr>
            </a:lvl2pPr>
            <a:lvl3pPr algn="l">
              <a:buNone/>
              <a:defRPr sz="975" b="1">
                <a:solidFill>
                  <a:srgbClr val="5B6877"/>
                </a:solidFill>
                <a:latin typeface="Arial"/>
                <a:ea typeface="Arial"/>
                <a:cs typeface="Arial"/>
              </a:defRPr>
            </a:lvl3pPr>
            <a:lvl4pPr algn="l">
              <a:buNone/>
              <a:defRPr sz="975" b="1">
                <a:solidFill>
                  <a:srgbClr val="5B6877"/>
                </a:solidFill>
                <a:latin typeface="Arial"/>
                <a:ea typeface="Arial"/>
                <a:cs typeface="Arial"/>
              </a:defRPr>
            </a:lvl4pPr>
            <a:lvl5pPr algn="l">
              <a:buNone/>
              <a:defRPr sz="975" b="1">
                <a:solidFill>
                  <a:srgbClr val="5B6877"/>
                </a:solidFill>
                <a:latin typeface="Arial"/>
                <a:ea typeface="Arial"/>
                <a:cs typeface="Arial"/>
              </a:defRPr>
            </a:lvl5pPr>
            <a:lvl6pPr algn="l">
              <a:buNone/>
              <a:defRPr sz="975" b="1">
                <a:solidFill>
                  <a:srgbClr val="5B6877"/>
                </a:solidFill>
                <a:latin typeface="Arial"/>
                <a:ea typeface="Arial"/>
                <a:cs typeface="Arial"/>
              </a:defRPr>
            </a:lvl6pPr>
            <a:lvl7pPr algn="l">
              <a:buNone/>
              <a:defRPr sz="975" b="1">
                <a:solidFill>
                  <a:srgbClr val="5B6877"/>
                </a:solidFill>
                <a:latin typeface="Arial"/>
                <a:ea typeface="Arial"/>
                <a:cs typeface="Arial"/>
              </a:defRPr>
            </a:lvl7pPr>
            <a:lvl8pPr algn="l">
              <a:buNone/>
              <a:defRPr sz="975" b="1">
                <a:solidFill>
                  <a:srgbClr val="5B6877"/>
                </a:solidFill>
                <a:latin typeface="Arial"/>
                <a:ea typeface="Arial"/>
                <a:cs typeface="Arial"/>
              </a:defRPr>
            </a:lvl8pPr>
            <a:lvl9pPr algn="l">
              <a:buNone/>
              <a:defRPr sz="975" b="1">
                <a:solidFill>
                  <a:srgbClr val="5B6877"/>
                </a:solidFill>
                <a:latin typeface="Arial"/>
                <a:ea typeface="Arial"/>
                <a:cs typeface="Arial"/>
              </a:defRPr>
            </a:lvl9pPr>
          </a:lstStyle>
          <a:p xmlns:a="http://schemas.openxmlformats.org/drawingml/2006/main">
            <a:pPr algn="l">
              <a:buNone/>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FC453275-251D-440E-82EB-695EE616CA29}"/>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buNone/>
              <a:defRPr sz="1050" b="1">
                <a:solidFill>
                  <a:srgbClr val="1688C9"/>
                </a:solidFill>
                <a:latin typeface="Arial"/>
                <a:ea typeface="Arial"/>
                <a:cs typeface="Arial"/>
              </a:defRPr>
            </a:lvl1pPr>
            <a:lvl2pPr algn="r">
              <a:buNone/>
              <a:defRPr sz="1050" b="1">
                <a:solidFill>
                  <a:srgbClr val="1688C9"/>
                </a:solidFill>
                <a:latin typeface="Arial"/>
                <a:ea typeface="Arial"/>
                <a:cs typeface="Arial"/>
              </a:defRPr>
            </a:lvl2pPr>
            <a:lvl3pPr algn="r">
              <a:buNone/>
              <a:defRPr sz="1050" b="1">
                <a:solidFill>
                  <a:srgbClr val="1688C9"/>
                </a:solidFill>
                <a:latin typeface="Arial"/>
                <a:ea typeface="Arial"/>
                <a:cs typeface="Arial"/>
              </a:defRPr>
            </a:lvl3pPr>
            <a:lvl4pPr algn="r">
              <a:buNone/>
              <a:defRPr sz="1050" b="1">
                <a:solidFill>
                  <a:srgbClr val="1688C9"/>
                </a:solidFill>
                <a:latin typeface="Arial"/>
                <a:ea typeface="Arial"/>
                <a:cs typeface="Arial"/>
              </a:defRPr>
            </a:lvl4pPr>
            <a:lvl5pPr algn="r">
              <a:buNone/>
              <a:defRPr sz="1050" b="1">
                <a:solidFill>
                  <a:srgbClr val="1688C9"/>
                </a:solidFill>
                <a:latin typeface="Arial"/>
                <a:ea typeface="Arial"/>
                <a:cs typeface="Arial"/>
              </a:defRPr>
            </a:lvl5pPr>
            <a:lvl6pPr algn="r">
              <a:buNone/>
              <a:defRPr sz="1050" b="1">
                <a:solidFill>
                  <a:srgbClr val="1688C9"/>
                </a:solidFill>
                <a:latin typeface="Arial"/>
                <a:ea typeface="Arial"/>
                <a:cs typeface="Arial"/>
              </a:defRPr>
            </a:lvl6pPr>
            <a:lvl7pPr algn="r">
              <a:buNone/>
              <a:defRPr sz="1050" b="1">
                <a:solidFill>
                  <a:srgbClr val="1688C9"/>
                </a:solidFill>
                <a:latin typeface="Arial"/>
                <a:ea typeface="Arial"/>
                <a:cs typeface="Arial"/>
              </a:defRPr>
            </a:lvl7pPr>
            <a:lvl8pPr algn="r">
              <a:buNone/>
              <a:defRPr sz="1050" b="1">
                <a:solidFill>
                  <a:srgbClr val="1688C9"/>
                </a:solidFill>
                <a:latin typeface="Arial"/>
                <a:ea typeface="Arial"/>
                <a:cs typeface="Arial"/>
              </a:defRPr>
            </a:lvl8pPr>
            <a:lvl9pPr algn="r">
              <a:buNone/>
              <a:defRPr sz="1050" b="1">
                <a:solidFill>
                  <a:srgbClr val="1688C9"/>
                </a:solidFill>
                <a:latin typeface="Arial"/>
                <a:ea typeface="Arial"/>
                <a:cs typeface="Arial"/>
              </a:defRPr>
            </a:lvl9pPr>
          </a:lstStyle>
          <a:p xmlns:a="http://schemas.openxmlformats.org/drawingml/2006/main">
            <a:pPr algn="r">
              <a:buNone/>
              <a:defRPr sz="1050" b="1">
                <a:solidFill>
                  <a:srgbClr val="1688C9"/>
                </a:solidFill>
                <a:latin typeface="Arial"/>
                <a:ea typeface="Arial"/>
                <a:cs typeface="Arial"/>
              </a:defRPr>
            </a:pPr>
            <a:r>
              <a:rPr sz="1050" b="1">
                <a:solidFill>
                  <a:srgbClr val="1688C9"/>
                </a:solidFill>
                <a:latin typeface="Arial"/>
                <a:ea typeface="Arial"/>
                <a:cs typeface="Arial"/>
              </a:rPr>
              <a:t>03</a:t>
            </a:r>
          </a:p>
        </p:txBody>
      </p:sp>
      <p:sp>
        <p:nvSpPr>
          <p:cNvPr id="6" name="takeaway">
            <a:extLst xmlns:a="http://schemas.openxmlformats.org/drawingml/2006/main">
              <a:ext uri="{FF2B5EF4-FFF2-40B4-BE49-F238E27FC236}">
                <a16:creationId xmlns:a16="http://schemas.microsoft.com/office/drawing/2014/main" id="{54D3E309-098A-4F2B-85EA-D4F3C60C6BD5}"/>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buNone/>
              <a:defRPr sz="2175" b="1">
                <a:solidFill>
                  <a:srgbClr val="1E2A37"/>
                </a:solidFill>
                <a:latin typeface="Arial"/>
                <a:ea typeface="Arial"/>
                <a:cs typeface="Arial"/>
              </a:defRPr>
            </a:lvl1pPr>
            <a:lvl2pPr algn="l">
              <a:buNone/>
              <a:defRPr sz="2175" b="1">
                <a:solidFill>
                  <a:srgbClr val="1E2A37"/>
                </a:solidFill>
                <a:latin typeface="Arial"/>
                <a:ea typeface="Arial"/>
                <a:cs typeface="Arial"/>
              </a:defRPr>
            </a:lvl2pPr>
            <a:lvl3pPr algn="l">
              <a:buNone/>
              <a:defRPr sz="2175" b="1">
                <a:solidFill>
                  <a:srgbClr val="1E2A37"/>
                </a:solidFill>
                <a:latin typeface="Arial"/>
                <a:ea typeface="Arial"/>
                <a:cs typeface="Arial"/>
              </a:defRPr>
            </a:lvl3pPr>
            <a:lvl4pPr algn="l">
              <a:buNone/>
              <a:defRPr sz="2175" b="1">
                <a:solidFill>
                  <a:srgbClr val="1E2A37"/>
                </a:solidFill>
                <a:latin typeface="Arial"/>
                <a:ea typeface="Arial"/>
                <a:cs typeface="Arial"/>
              </a:defRPr>
            </a:lvl4pPr>
            <a:lvl5pPr algn="l">
              <a:buNone/>
              <a:defRPr sz="2175" b="1">
                <a:solidFill>
                  <a:srgbClr val="1E2A37"/>
                </a:solidFill>
                <a:latin typeface="Arial"/>
                <a:ea typeface="Arial"/>
                <a:cs typeface="Arial"/>
              </a:defRPr>
            </a:lvl5pPr>
            <a:lvl6pPr algn="l">
              <a:buNone/>
              <a:defRPr sz="2175" b="1">
                <a:solidFill>
                  <a:srgbClr val="1E2A37"/>
                </a:solidFill>
                <a:latin typeface="Arial"/>
                <a:ea typeface="Arial"/>
                <a:cs typeface="Arial"/>
              </a:defRPr>
            </a:lvl6pPr>
            <a:lvl7pPr algn="l">
              <a:buNone/>
              <a:defRPr sz="2175" b="1">
                <a:solidFill>
                  <a:srgbClr val="1E2A37"/>
                </a:solidFill>
                <a:latin typeface="Arial"/>
                <a:ea typeface="Arial"/>
                <a:cs typeface="Arial"/>
              </a:defRPr>
            </a:lvl7pPr>
            <a:lvl8pPr algn="l">
              <a:buNone/>
              <a:defRPr sz="2175" b="1">
                <a:solidFill>
                  <a:srgbClr val="1E2A37"/>
                </a:solidFill>
                <a:latin typeface="Arial"/>
                <a:ea typeface="Arial"/>
                <a:cs typeface="Arial"/>
              </a:defRPr>
            </a:lvl8pPr>
            <a:lvl9pPr algn="l">
              <a:buNone/>
              <a:defRPr sz="2175" b="1">
                <a:solidFill>
                  <a:srgbClr val="1E2A37"/>
                </a:solidFill>
                <a:latin typeface="Arial"/>
                <a:ea typeface="Arial"/>
                <a:cs typeface="Arial"/>
              </a:defRPr>
            </a:lvl9pPr>
          </a:lstStyle>
          <a:p xmlns:a="http://schemas.openxmlformats.org/drawingml/2006/main">
            <a:pPr algn="l">
              <a:buNone/>
              <a:defRPr sz="2175" b="1">
                <a:solidFill>
                  <a:srgbClr val="1E2A37"/>
                </a:solidFill>
                <a:latin typeface="Arial"/>
                <a:ea typeface="Arial"/>
                <a:cs typeface="Arial"/>
              </a:defRPr>
            </a:pPr>
            <a:r>
              <a:rPr sz="2175" b="1">
                <a:solidFill>
                  <a:srgbClr val="1E2A37"/>
                </a:solidFill>
                <a:latin typeface="Arial"/>
                <a:ea typeface="Arial"/>
                <a:cs typeface="Arial"/>
              </a:rPr>
              <a:t>A classroom demo, a course analytics backend, and a Canvas-style review flow.</a:t>
            </a:r>
          </a:p>
        </p:txBody>
      </p:sp>
      <p:sp>
        <p:nvSpPr>
          <p:cNvPr id="7" name="col1-head">
            <a:extLst xmlns:a="http://schemas.openxmlformats.org/drawingml/2006/main">
              <a:ext uri="{FF2B5EF4-FFF2-40B4-BE49-F238E27FC236}">
                <a16:creationId xmlns:a16="http://schemas.microsoft.com/office/drawing/2014/main" id="{A273F3B8-4A52-45AC-B023-AEDDAA4DED77}"/>
              </a:ext>
            </a:extLst>
          </p:cNvPr>
          <p:cNvSpPr>
            <a:spLocks xmlns:a="http://schemas.openxmlformats.org/drawingml/2006/main" noGrp="1"/>
          </p:cNvSpPr>
          <p:nvPr/>
        </p:nvSpPr>
        <p:spPr>
          <a:xfrm xmlns:a="http://schemas.openxmlformats.org/drawingml/2006/main">
            <a:off x="6858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buNone/>
              <a:defRPr sz="1725" b="1">
                <a:solidFill>
                  <a:srgbClr val="1688C9"/>
                </a:solidFill>
                <a:latin typeface="Arial"/>
                <a:ea typeface="Arial"/>
                <a:cs typeface="Arial"/>
              </a:defRPr>
            </a:lvl1pPr>
            <a:lvl2pPr algn="l">
              <a:buNone/>
              <a:defRPr sz="1725" b="1">
                <a:solidFill>
                  <a:srgbClr val="1688C9"/>
                </a:solidFill>
                <a:latin typeface="Arial"/>
                <a:ea typeface="Arial"/>
                <a:cs typeface="Arial"/>
              </a:defRPr>
            </a:lvl2pPr>
            <a:lvl3pPr algn="l">
              <a:buNone/>
              <a:defRPr sz="1725" b="1">
                <a:solidFill>
                  <a:srgbClr val="1688C9"/>
                </a:solidFill>
                <a:latin typeface="Arial"/>
                <a:ea typeface="Arial"/>
                <a:cs typeface="Arial"/>
              </a:defRPr>
            </a:lvl3pPr>
            <a:lvl4pPr algn="l">
              <a:buNone/>
              <a:defRPr sz="1725" b="1">
                <a:solidFill>
                  <a:srgbClr val="1688C9"/>
                </a:solidFill>
                <a:latin typeface="Arial"/>
                <a:ea typeface="Arial"/>
                <a:cs typeface="Arial"/>
              </a:defRPr>
            </a:lvl4pPr>
            <a:lvl5pPr algn="l">
              <a:buNone/>
              <a:defRPr sz="1725" b="1">
                <a:solidFill>
                  <a:srgbClr val="1688C9"/>
                </a:solidFill>
                <a:latin typeface="Arial"/>
                <a:ea typeface="Arial"/>
                <a:cs typeface="Arial"/>
              </a:defRPr>
            </a:lvl5pPr>
            <a:lvl6pPr algn="l">
              <a:buNone/>
              <a:defRPr sz="1725" b="1">
                <a:solidFill>
                  <a:srgbClr val="1688C9"/>
                </a:solidFill>
                <a:latin typeface="Arial"/>
                <a:ea typeface="Arial"/>
                <a:cs typeface="Arial"/>
              </a:defRPr>
            </a:lvl6pPr>
            <a:lvl7pPr algn="l">
              <a:buNone/>
              <a:defRPr sz="1725" b="1">
                <a:solidFill>
                  <a:srgbClr val="1688C9"/>
                </a:solidFill>
                <a:latin typeface="Arial"/>
                <a:ea typeface="Arial"/>
                <a:cs typeface="Arial"/>
              </a:defRPr>
            </a:lvl7pPr>
            <a:lvl8pPr algn="l">
              <a:buNone/>
              <a:defRPr sz="1725" b="1">
                <a:solidFill>
                  <a:srgbClr val="1688C9"/>
                </a:solidFill>
                <a:latin typeface="Arial"/>
                <a:ea typeface="Arial"/>
                <a:cs typeface="Arial"/>
              </a:defRPr>
            </a:lvl8pPr>
            <a:lvl9pPr algn="l">
              <a:buNone/>
              <a:defRPr sz="1725" b="1">
                <a:solidFill>
                  <a:srgbClr val="1688C9"/>
                </a:solidFill>
                <a:latin typeface="Arial"/>
                <a:ea typeface="Arial"/>
                <a:cs typeface="Arial"/>
              </a:defRPr>
            </a:lvl9pPr>
          </a:lstStyle>
          <a:p xmlns:a="http://schemas.openxmlformats.org/drawingml/2006/main">
            <a:pPr algn="l">
              <a:buNone/>
              <a:defRPr sz="1725" b="1">
                <a:solidFill>
                  <a:srgbClr val="1688C9"/>
                </a:solidFill>
                <a:latin typeface="Arial"/>
                <a:ea typeface="Arial"/>
                <a:cs typeface="Arial"/>
              </a:defRPr>
            </a:pPr>
            <a:r>
              <a:rPr sz="1725" b="1">
                <a:solidFill>
                  <a:srgbClr val="1688C9"/>
                </a:solidFill>
                <a:latin typeface="Arial"/>
                <a:ea typeface="Arial"/>
                <a:cs typeface="Arial"/>
              </a:rPr>
              <a:t>Main LMS demo</a:t>
            </a:r>
          </a:p>
        </p:txBody>
      </p:sp>
      <p:sp>
        <p:nvSpPr>
          <p:cNvPr id="8" name="col1-body">
            <a:extLst xmlns:a="http://schemas.openxmlformats.org/drawingml/2006/main">
              <a:ext uri="{FF2B5EF4-FFF2-40B4-BE49-F238E27FC236}">
                <a16:creationId xmlns:a16="http://schemas.microsoft.com/office/drawing/2014/main" id="{1F90DB1B-99B7-4113-BF0D-B9D69B4DCB09}"/>
              </a:ext>
            </a:extLst>
          </p:cNvPr>
          <p:cNvSpPr>
            <a:spLocks xmlns:a="http://schemas.openxmlformats.org/drawingml/2006/main" noGrp="1"/>
          </p:cNvSpPr>
          <p:nvPr/>
        </p:nvSpPr>
        <p:spPr>
          <a:xfrm xmlns:a="http://schemas.openxmlformats.org/drawingml/2006/main">
            <a:off x="6858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React + Vite and FastAPI. Seeded ISE 3200 and STAT 1450 courses, role switcher, course pages, and local SQLite data.</a:t>
            </a:r>
          </a:p>
        </p:txBody>
      </p:sp>
      <p:sp>
        <p:nvSpPr>
          <p:cNvPr id="9" name="col2-head">
            <a:extLst xmlns:a="http://schemas.openxmlformats.org/drawingml/2006/main">
              <a:ext uri="{FF2B5EF4-FFF2-40B4-BE49-F238E27FC236}">
                <a16:creationId xmlns:a16="http://schemas.microsoft.com/office/drawing/2014/main" id="{02BE20A1-BFC1-431D-81DB-1BFFD2A6BEF2}"/>
              </a:ext>
            </a:extLst>
          </p:cNvPr>
          <p:cNvSpPr>
            <a:spLocks xmlns:a="http://schemas.openxmlformats.org/drawingml/2006/main" noGrp="1"/>
          </p:cNvSpPr>
          <p:nvPr/>
        </p:nvSpPr>
        <p:spPr>
          <a:xfrm xmlns:a="http://schemas.openxmlformats.org/drawingml/2006/main">
            <a:off x="43942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3D9478"/>
                </a:solidFill>
                <a:latin typeface="Arial"/>
                <a:ea typeface="Arial"/>
                <a:cs typeface="Arial"/>
              </a:defRPr>
            </a:defPPr>
            <a:lvl1pPr algn="l">
              <a:buNone/>
              <a:defRPr sz="1725" b="1">
                <a:solidFill>
                  <a:srgbClr val="3D9478"/>
                </a:solidFill>
                <a:latin typeface="Arial"/>
                <a:ea typeface="Arial"/>
                <a:cs typeface="Arial"/>
              </a:defRPr>
            </a:lvl1pPr>
            <a:lvl2pPr algn="l">
              <a:buNone/>
              <a:defRPr sz="1725" b="1">
                <a:solidFill>
                  <a:srgbClr val="3D9478"/>
                </a:solidFill>
                <a:latin typeface="Arial"/>
                <a:ea typeface="Arial"/>
                <a:cs typeface="Arial"/>
              </a:defRPr>
            </a:lvl2pPr>
            <a:lvl3pPr algn="l">
              <a:buNone/>
              <a:defRPr sz="1725" b="1">
                <a:solidFill>
                  <a:srgbClr val="3D9478"/>
                </a:solidFill>
                <a:latin typeface="Arial"/>
                <a:ea typeface="Arial"/>
                <a:cs typeface="Arial"/>
              </a:defRPr>
            </a:lvl3pPr>
            <a:lvl4pPr algn="l">
              <a:buNone/>
              <a:defRPr sz="1725" b="1">
                <a:solidFill>
                  <a:srgbClr val="3D9478"/>
                </a:solidFill>
                <a:latin typeface="Arial"/>
                <a:ea typeface="Arial"/>
                <a:cs typeface="Arial"/>
              </a:defRPr>
            </a:lvl4pPr>
            <a:lvl5pPr algn="l">
              <a:buNone/>
              <a:defRPr sz="1725" b="1">
                <a:solidFill>
                  <a:srgbClr val="3D9478"/>
                </a:solidFill>
                <a:latin typeface="Arial"/>
                <a:ea typeface="Arial"/>
                <a:cs typeface="Arial"/>
              </a:defRPr>
            </a:lvl5pPr>
            <a:lvl6pPr algn="l">
              <a:buNone/>
              <a:defRPr sz="1725" b="1">
                <a:solidFill>
                  <a:srgbClr val="3D9478"/>
                </a:solidFill>
                <a:latin typeface="Arial"/>
                <a:ea typeface="Arial"/>
                <a:cs typeface="Arial"/>
              </a:defRPr>
            </a:lvl6pPr>
            <a:lvl7pPr algn="l">
              <a:buNone/>
              <a:defRPr sz="1725" b="1">
                <a:solidFill>
                  <a:srgbClr val="3D9478"/>
                </a:solidFill>
                <a:latin typeface="Arial"/>
                <a:ea typeface="Arial"/>
                <a:cs typeface="Arial"/>
              </a:defRPr>
            </a:lvl7pPr>
            <a:lvl8pPr algn="l">
              <a:buNone/>
              <a:defRPr sz="1725" b="1">
                <a:solidFill>
                  <a:srgbClr val="3D9478"/>
                </a:solidFill>
                <a:latin typeface="Arial"/>
                <a:ea typeface="Arial"/>
                <a:cs typeface="Arial"/>
              </a:defRPr>
            </a:lvl8pPr>
            <a:lvl9pPr algn="l">
              <a:buNone/>
              <a:defRPr sz="1725" b="1">
                <a:solidFill>
                  <a:srgbClr val="3D9478"/>
                </a:solidFill>
                <a:latin typeface="Arial"/>
                <a:ea typeface="Arial"/>
                <a:cs typeface="Arial"/>
              </a:defRPr>
            </a:lvl9pPr>
          </a:lstStyle>
          <a:p xmlns:a="http://schemas.openxmlformats.org/drawingml/2006/main">
            <a:pPr algn="l">
              <a:buNone/>
              <a:defRPr sz="1725" b="1">
                <a:solidFill>
                  <a:srgbClr val="3D9478"/>
                </a:solidFill>
                <a:latin typeface="Arial"/>
                <a:ea typeface="Arial"/>
                <a:cs typeface="Arial"/>
              </a:defRPr>
            </a:pPr>
            <a:r>
              <a:rPr sz="1725" b="1">
                <a:solidFill>
                  <a:srgbClr val="3D9478"/>
                </a:solidFill>
                <a:latin typeface="Arial"/>
                <a:ea typeface="Arial"/>
                <a:cs typeface="Arial"/>
              </a:rPr>
              <a:t>Carmen Study Guide</a:t>
            </a:r>
          </a:p>
        </p:txBody>
      </p:sp>
      <p:sp>
        <p:nvSpPr>
          <p:cNvPr id="10" name="col2-body">
            <a:extLst xmlns:a="http://schemas.openxmlformats.org/drawingml/2006/main">
              <a:ext uri="{FF2B5EF4-FFF2-40B4-BE49-F238E27FC236}">
                <a16:creationId xmlns:a16="http://schemas.microsoft.com/office/drawing/2014/main" id="{3ECD5584-0FFF-4CB0-9333-BCDD2566825E}"/>
              </a:ext>
            </a:extLst>
          </p:cNvPr>
          <p:cNvSpPr>
            <a:spLocks xmlns:a="http://schemas.openxmlformats.org/drawingml/2006/main" noGrp="1"/>
          </p:cNvSpPr>
          <p:nvPr/>
        </p:nvSpPr>
        <p:spPr>
          <a:xfrm xmlns:a="http://schemas.openxmlformats.org/drawingml/2006/main">
            <a:off x="43942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Separate mock Canvas experience for VIBE 101: roster, completed quizzes, item review, and role-scoped API access.</a:t>
            </a:r>
          </a:p>
        </p:txBody>
      </p:sp>
      <p:sp>
        <p:nvSpPr>
          <p:cNvPr id="11" name="col3-head">
            <a:extLst xmlns:a="http://schemas.openxmlformats.org/drawingml/2006/main">
              <a:ext uri="{FF2B5EF4-FFF2-40B4-BE49-F238E27FC236}">
                <a16:creationId xmlns:a16="http://schemas.microsoft.com/office/drawing/2014/main" id="{B1A870E6-8658-4DA1-8A23-008E20711868}"/>
              </a:ext>
            </a:extLst>
          </p:cNvPr>
          <p:cNvSpPr>
            <a:spLocks xmlns:a="http://schemas.openxmlformats.org/drawingml/2006/main" noGrp="1"/>
          </p:cNvSpPr>
          <p:nvPr/>
        </p:nvSpPr>
        <p:spPr>
          <a:xfrm xmlns:a="http://schemas.openxmlformats.org/drawingml/2006/main">
            <a:off x="81026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F0A548"/>
                </a:solidFill>
                <a:latin typeface="Arial"/>
                <a:ea typeface="Arial"/>
                <a:cs typeface="Arial"/>
              </a:defRPr>
            </a:defPPr>
            <a:lvl1pPr algn="l">
              <a:buNone/>
              <a:defRPr sz="1725" b="1">
                <a:solidFill>
                  <a:srgbClr val="F0A548"/>
                </a:solidFill>
                <a:latin typeface="Arial"/>
                <a:ea typeface="Arial"/>
                <a:cs typeface="Arial"/>
              </a:defRPr>
            </a:lvl1pPr>
            <a:lvl2pPr algn="l">
              <a:buNone/>
              <a:defRPr sz="1725" b="1">
                <a:solidFill>
                  <a:srgbClr val="F0A548"/>
                </a:solidFill>
                <a:latin typeface="Arial"/>
                <a:ea typeface="Arial"/>
                <a:cs typeface="Arial"/>
              </a:defRPr>
            </a:lvl2pPr>
            <a:lvl3pPr algn="l">
              <a:buNone/>
              <a:defRPr sz="1725" b="1">
                <a:solidFill>
                  <a:srgbClr val="F0A548"/>
                </a:solidFill>
                <a:latin typeface="Arial"/>
                <a:ea typeface="Arial"/>
                <a:cs typeface="Arial"/>
              </a:defRPr>
            </a:lvl3pPr>
            <a:lvl4pPr algn="l">
              <a:buNone/>
              <a:defRPr sz="1725" b="1">
                <a:solidFill>
                  <a:srgbClr val="F0A548"/>
                </a:solidFill>
                <a:latin typeface="Arial"/>
                <a:ea typeface="Arial"/>
                <a:cs typeface="Arial"/>
              </a:defRPr>
            </a:lvl4pPr>
            <a:lvl5pPr algn="l">
              <a:buNone/>
              <a:defRPr sz="1725" b="1">
                <a:solidFill>
                  <a:srgbClr val="F0A548"/>
                </a:solidFill>
                <a:latin typeface="Arial"/>
                <a:ea typeface="Arial"/>
                <a:cs typeface="Arial"/>
              </a:defRPr>
            </a:lvl5pPr>
            <a:lvl6pPr algn="l">
              <a:buNone/>
              <a:defRPr sz="1725" b="1">
                <a:solidFill>
                  <a:srgbClr val="F0A548"/>
                </a:solidFill>
                <a:latin typeface="Arial"/>
                <a:ea typeface="Arial"/>
                <a:cs typeface="Arial"/>
              </a:defRPr>
            </a:lvl6pPr>
            <a:lvl7pPr algn="l">
              <a:buNone/>
              <a:defRPr sz="1725" b="1">
                <a:solidFill>
                  <a:srgbClr val="F0A548"/>
                </a:solidFill>
                <a:latin typeface="Arial"/>
                <a:ea typeface="Arial"/>
                <a:cs typeface="Arial"/>
              </a:defRPr>
            </a:lvl7pPr>
            <a:lvl8pPr algn="l">
              <a:buNone/>
              <a:defRPr sz="1725" b="1">
                <a:solidFill>
                  <a:srgbClr val="F0A548"/>
                </a:solidFill>
                <a:latin typeface="Arial"/>
                <a:ea typeface="Arial"/>
                <a:cs typeface="Arial"/>
              </a:defRPr>
            </a:lvl8pPr>
            <a:lvl9pPr algn="l">
              <a:buNone/>
              <a:defRPr sz="1725" b="1">
                <a:solidFill>
                  <a:srgbClr val="F0A548"/>
                </a:solidFill>
                <a:latin typeface="Arial"/>
                <a:ea typeface="Arial"/>
                <a:cs typeface="Arial"/>
              </a:defRPr>
            </a:lvl9pPr>
          </a:lstStyle>
          <a:p xmlns:a="http://schemas.openxmlformats.org/drawingml/2006/main">
            <a:pPr algn="l">
              <a:buNone/>
              <a:defRPr sz="1725" b="1">
                <a:solidFill>
                  <a:srgbClr val="F0A548"/>
                </a:solidFill>
                <a:latin typeface="Arial"/>
                <a:ea typeface="Arial"/>
                <a:cs typeface="Arial"/>
              </a:defRPr>
            </a:pPr>
            <a:r>
              <a:rPr sz="1725" b="1">
                <a:solidFill>
                  <a:srgbClr val="F0A548"/>
                </a:solidFill>
                <a:latin typeface="Arial"/>
                <a:ea typeface="Arial"/>
                <a:cs typeface="Arial"/>
              </a:rPr>
              <a:t>Analytics services</a:t>
            </a:r>
          </a:p>
        </p:txBody>
      </p:sp>
      <p:sp>
        <p:nvSpPr>
          <p:cNvPr id="12" name="col3-body">
            <a:extLst xmlns:a="http://schemas.openxmlformats.org/drawingml/2006/main">
              <a:ext uri="{FF2B5EF4-FFF2-40B4-BE49-F238E27FC236}">
                <a16:creationId xmlns:a16="http://schemas.microsoft.com/office/drawing/2014/main" id="{007E2C3C-97D0-4CB8-999E-216E8D2092F2}"/>
              </a:ext>
            </a:extLst>
          </p:cNvPr>
          <p:cNvSpPr>
            <a:spLocks xmlns:a="http://schemas.openxmlformats.org/drawingml/2006/main" noGrp="1"/>
          </p:cNvSpPr>
          <p:nvPr/>
        </p:nvSpPr>
        <p:spPr>
          <a:xfrm xmlns:a="http://schemas.openxmlformats.org/drawingml/2006/main">
            <a:off x="81026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Shared Supabase stores versioned learning evidence and analytics results. Browser reads use the signed-in session and access rules.</a:t>
            </a:r>
          </a:p>
        </p:txBody>
      </p:sp>
      <p:sp>
        <p:nvSpPr>
          <p:cNvPr id="13" name="boundary">
            <a:extLst xmlns:a="http://schemas.openxmlformats.org/drawingml/2006/main">
              <a:ext uri="{FF2B5EF4-FFF2-40B4-BE49-F238E27FC236}">
                <a16:creationId xmlns:a16="http://schemas.microsoft.com/office/drawing/2014/main" id="{B376CDF6-950D-467C-9B53-0AB721D5FCAB}"/>
              </a:ext>
            </a:extLst>
          </p:cNvPr>
          <p:cNvSpPr>
            <a:spLocks xmlns:a="http://schemas.openxmlformats.org/drawingml/2006/main" noGrp="1"/>
          </p:cNvSpPr>
          <p:nvPr/>
        </p:nvSpPr>
        <p:spPr>
          <a:xfrm xmlns:a="http://schemas.openxmlformats.org/drawingml/2006/main">
            <a:off x="685800" y="55054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C35A61"/>
                </a:solidFill>
                <a:latin typeface="Arial"/>
                <a:ea typeface="Arial"/>
                <a:cs typeface="Arial"/>
              </a:defRPr>
            </a:defPPr>
            <a:lvl1pPr algn="l">
              <a:buNone/>
              <a:defRPr sz="1350" b="1">
                <a:solidFill>
                  <a:srgbClr val="C35A61"/>
                </a:solidFill>
                <a:latin typeface="Arial"/>
                <a:ea typeface="Arial"/>
                <a:cs typeface="Arial"/>
              </a:defRPr>
            </a:lvl1pPr>
            <a:lvl2pPr algn="l">
              <a:buNone/>
              <a:defRPr sz="1350" b="1">
                <a:solidFill>
                  <a:srgbClr val="C35A61"/>
                </a:solidFill>
                <a:latin typeface="Arial"/>
                <a:ea typeface="Arial"/>
                <a:cs typeface="Arial"/>
              </a:defRPr>
            </a:lvl2pPr>
            <a:lvl3pPr algn="l">
              <a:buNone/>
              <a:defRPr sz="1350" b="1">
                <a:solidFill>
                  <a:srgbClr val="C35A61"/>
                </a:solidFill>
                <a:latin typeface="Arial"/>
                <a:ea typeface="Arial"/>
                <a:cs typeface="Arial"/>
              </a:defRPr>
            </a:lvl3pPr>
            <a:lvl4pPr algn="l">
              <a:buNone/>
              <a:defRPr sz="1350" b="1">
                <a:solidFill>
                  <a:srgbClr val="C35A61"/>
                </a:solidFill>
                <a:latin typeface="Arial"/>
                <a:ea typeface="Arial"/>
                <a:cs typeface="Arial"/>
              </a:defRPr>
            </a:lvl4pPr>
            <a:lvl5pPr algn="l">
              <a:buNone/>
              <a:defRPr sz="1350" b="1">
                <a:solidFill>
                  <a:srgbClr val="C35A61"/>
                </a:solidFill>
                <a:latin typeface="Arial"/>
                <a:ea typeface="Arial"/>
                <a:cs typeface="Arial"/>
              </a:defRPr>
            </a:lvl5pPr>
            <a:lvl6pPr algn="l">
              <a:buNone/>
              <a:defRPr sz="1350" b="1">
                <a:solidFill>
                  <a:srgbClr val="C35A61"/>
                </a:solidFill>
                <a:latin typeface="Arial"/>
                <a:ea typeface="Arial"/>
                <a:cs typeface="Arial"/>
              </a:defRPr>
            </a:lvl6pPr>
            <a:lvl7pPr algn="l">
              <a:buNone/>
              <a:defRPr sz="1350" b="1">
                <a:solidFill>
                  <a:srgbClr val="C35A61"/>
                </a:solidFill>
                <a:latin typeface="Arial"/>
                <a:ea typeface="Arial"/>
                <a:cs typeface="Arial"/>
              </a:defRPr>
            </a:lvl7pPr>
            <a:lvl8pPr algn="l">
              <a:buNone/>
              <a:defRPr sz="1350" b="1">
                <a:solidFill>
                  <a:srgbClr val="C35A61"/>
                </a:solidFill>
                <a:latin typeface="Arial"/>
                <a:ea typeface="Arial"/>
                <a:cs typeface="Arial"/>
              </a:defRPr>
            </a:lvl8pPr>
            <a:lvl9pPr algn="l">
              <a:buNone/>
              <a:defRPr sz="1350" b="1">
                <a:solidFill>
                  <a:srgbClr val="C35A61"/>
                </a:solidFill>
                <a:latin typeface="Arial"/>
                <a:ea typeface="Arial"/>
                <a:cs typeface="Arial"/>
              </a:defRPr>
            </a:lvl9pPr>
          </a:lstStyle>
          <a:p xmlns:a="http://schemas.openxmlformats.org/drawingml/2006/main">
            <a:pPr algn="l">
              <a:buNone/>
              <a:defRPr sz="1350" b="1">
                <a:solidFill>
                  <a:srgbClr val="C35A61"/>
                </a:solidFill>
                <a:latin typeface="Arial"/>
                <a:ea typeface="Arial"/>
                <a:cs typeface="Arial"/>
              </a:defRPr>
            </a:pPr>
            <a:r>
              <a:rPr sz="1350" b="1">
                <a:solidFill>
                  <a:srgbClr val="C35A61"/>
                </a:solidFill>
                <a:latin typeface="Arial"/>
                <a:ea typeface="Arial"/>
                <a:cs typeface="Arial"/>
              </a:rPr>
              <a:t>Demo logins, Carmen tokens, and Supabase accounts are separate identity systems; IDs are not interchangeable.</a:t>
            </a:r>
          </a:p>
        </p:txBody>
      </p:sp>
    </p:spTree>
    <p:extLst>
      <p:ext uri="{BB962C8B-B14F-4D97-AF65-F5344CB8AC3E}">
        <p14:creationId xmlns:p14="http://schemas.microsoft.com/office/powerpoint/2010/main" val="12322360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
            <a:extLst xmlns:a="http://schemas.openxmlformats.org/drawingml/2006/main">
              <a:ext uri="{FF2B5EF4-FFF2-40B4-BE49-F238E27FC236}">
                <a16:creationId xmlns:a16="http://schemas.microsoft.com/office/drawing/2014/main" id="{EDA22715-CEE1-44F6-9FCC-312C357740DC}"/>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buNone/>
              <a:defRPr sz="1050" b="1">
                <a:solidFill>
                  <a:srgbClr val="1688C9"/>
                </a:solidFill>
                <a:latin typeface="Arial"/>
                <a:ea typeface="Arial"/>
                <a:cs typeface="Arial"/>
              </a:defRPr>
            </a:lvl1pPr>
            <a:lvl2pPr algn="l">
              <a:buNone/>
              <a:defRPr sz="1050" b="1">
                <a:solidFill>
                  <a:srgbClr val="1688C9"/>
                </a:solidFill>
                <a:latin typeface="Arial"/>
                <a:ea typeface="Arial"/>
                <a:cs typeface="Arial"/>
              </a:defRPr>
            </a:lvl2pPr>
            <a:lvl3pPr algn="l">
              <a:buNone/>
              <a:defRPr sz="1050" b="1">
                <a:solidFill>
                  <a:srgbClr val="1688C9"/>
                </a:solidFill>
                <a:latin typeface="Arial"/>
                <a:ea typeface="Arial"/>
                <a:cs typeface="Arial"/>
              </a:defRPr>
            </a:lvl3pPr>
            <a:lvl4pPr algn="l">
              <a:buNone/>
              <a:defRPr sz="1050" b="1">
                <a:solidFill>
                  <a:srgbClr val="1688C9"/>
                </a:solidFill>
                <a:latin typeface="Arial"/>
                <a:ea typeface="Arial"/>
                <a:cs typeface="Arial"/>
              </a:defRPr>
            </a:lvl4pPr>
            <a:lvl5pPr algn="l">
              <a:buNone/>
              <a:defRPr sz="1050" b="1">
                <a:solidFill>
                  <a:srgbClr val="1688C9"/>
                </a:solidFill>
                <a:latin typeface="Arial"/>
                <a:ea typeface="Arial"/>
                <a:cs typeface="Arial"/>
              </a:defRPr>
            </a:lvl5pPr>
            <a:lvl6pPr algn="l">
              <a:buNone/>
              <a:defRPr sz="1050" b="1">
                <a:solidFill>
                  <a:srgbClr val="1688C9"/>
                </a:solidFill>
                <a:latin typeface="Arial"/>
                <a:ea typeface="Arial"/>
                <a:cs typeface="Arial"/>
              </a:defRPr>
            </a:lvl6pPr>
            <a:lvl7pPr algn="l">
              <a:buNone/>
              <a:defRPr sz="1050" b="1">
                <a:solidFill>
                  <a:srgbClr val="1688C9"/>
                </a:solidFill>
                <a:latin typeface="Arial"/>
                <a:ea typeface="Arial"/>
                <a:cs typeface="Arial"/>
              </a:defRPr>
            </a:lvl7pPr>
            <a:lvl8pPr algn="l">
              <a:buNone/>
              <a:defRPr sz="1050" b="1">
                <a:solidFill>
                  <a:srgbClr val="1688C9"/>
                </a:solidFill>
                <a:latin typeface="Arial"/>
                <a:ea typeface="Arial"/>
                <a:cs typeface="Arial"/>
              </a:defRPr>
            </a:lvl8pPr>
            <a:lvl9pPr algn="l">
              <a:buNone/>
              <a:defRPr sz="1050" b="1">
                <a:solidFill>
                  <a:srgbClr val="1688C9"/>
                </a:solidFill>
                <a:latin typeface="Arial"/>
                <a:ea typeface="Arial"/>
                <a:cs typeface="Arial"/>
              </a:defRPr>
            </a:lvl9pPr>
          </a:lstStyle>
          <a:p xmlns:a="http://schemas.openxmlformats.org/drawingml/2006/main">
            <a:pPr algn="l">
              <a:buNone/>
              <a:defRPr sz="1050" b="1">
                <a:solidFill>
                  <a:srgbClr val="1688C9"/>
                </a:solidFill>
                <a:latin typeface="Arial"/>
                <a:ea typeface="Arial"/>
                <a:cs typeface="Arial"/>
              </a:defRPr>
            </a:pPr>
            <a:r>
              <a:rPr sz="1050" b="1">
                <a:solidFill>
                  <a:srgbClr val="1688C9"/>
                </a:solidFill>
                <a:latin typeface="Arial"/>
                <a:ea typeface="Arial"/>
                <a:cs typeface="Arial"/>
              </a:rPr>
              <a:t>HOW IT FITS TOGETHER</a:t>
            </a:r>
          </a:p>
        </p:txBody>
      </p:sp>
      <p:sp>
        <p:nvSpPr>
          <p:cNvPr id="2" name="title">
            <a:extLst xmlns:a="http://schemas.openxmlformats.org/drawingml/2006/main">
              <a:ext uri="{FF2B5EF4-FFF2-40B4-BE49-F238E27FC236}">
                <a16:creationId xmlns:a16="http://schemas.microsoft.com/office/drawing/2014/main" id="{2FF95DDD-D488-4C81-A161-09DCD56038AF}"/>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buNone/>
              <a:defRPr sz="3225" b="1">
                <a:solidFill>
                  <a:srgbClr val="14263D"/>
                </a:solidFill>
                <a:latin typeface="Arial"/>
                <a:ea typeface="Arial"/>
                <a:cs typeface="Arial"/>
              </a:defRPr>
            </a:lvl1pPr>
            <a:lvl2pPr algn="l">
              <a:buNone/>
              <a:defRPr sz="3225" b="1">
                <a:solidFill>
                  <a:srgbClr val="14263D"/>
                </a:solidFill>
                <a:latin typeface="Arial"/>
                <a:ea typeface="Arial"/>
                <a:cs typeface="Arial"/>
              </a:defRPr>
            </a:lvl2pPr>
            <a:lvl3pPr algn="l">
              <a:buNone/>
              <a:defRPr sz="3225" b="1">
                <a:solidFill>
                  <a:srgbClr val="14263D"/>
                </a:solidFill>
                <a:latin typeface="Arial"/>
                <a:ea typeface="Arial"/>
                <a:cs typeface="Arial"/>
              </a:defRPr>
            </a:lvl3pPr>
            <a:lvl4pPr algn="l">
              <a:buNone/>
              <a:defRPr sz="3225" b="1">
                <a:solidFill>
                  <a:srgbClr val="14263D"/>
                </a:solidFill>
                <a:latin typeface="Arial"/>
                <a:ea typeface="Arial"/>
                <a:cs typeface="Arial"/>
              </a:defRPr>
            </a:lvl4pPr>
            <a:lvl5pPr algn="l">
              <a:buNone/>
              <a:defRPr sz="3225" b="1">
                <a:solidFill>
                  <a:srgbClr val="14263D"/>
                </a:solidFill>
                <a:latin typeface="Arial"/>
                <a:ea typeface="Arial"/>
                <a:cs typeface="Arial"/>
              </a:defRPr>
            </a:lvl5pPr>
            <a:lvl6pPr algn="l">
              <a:buNone/>
              <a:defRPr sz="3225" b="1">
                <a:solidFill>
                  <a:srgbClr val="14263D"/>
                </a:solidFill>
                <a:latin typeface="Arial"/>
                <a:ea typeface="Arial"/>
                <a:cs typeface="Arial"/>
              </a:defRPr>
            </a:lvl6pPr>
            <a:lvl7pPr algn="l">
              <a:buNone/>
              <a:defRPr sz="3225" b="1">
                <a:solidFill>
                  <a:srgbClr val="14263D"/>
                </a:solidFill>
                <a:latin typeface="Arial"/>
                <a:ea typeface="Arial"/>
                <a:cs typeface="Arial"/>
              </a:defRPr>
            </a:lvl7pPr>
            <a:lvl8pPr algn="l">
              <a:buNone/>
              <a:defRPr sz="3225" b="1">
                <a:solidFill>
                  <a:srgbClr val="14263D"/>
                </a:solidFill>
                <a:latin typeface="Arial"/>
                <a:ea typeface="Arial"/>
                <a:cs typeface="Arial"/>
              </a:defRPr>
            </a:lvl8pPr>
            <a:lvl9pPr algn="l">
              <a:buNone/>
              <a:defRPr sz="3225" b="1">
                <a:solidFill>
                  <a:srgbClr val="14263D"/>
                </a:solidFill>
                <a:latin typeface="Arial"/>
                <a:ea typeface="Arial"/>
                <a:cs typeface="Arial"/>
              </a:defRPr>
            </a:lvl9pPr>
          </a:lstStyle>
          <a:p xmlns:a="http://schemas.openxmlformats.org/drawingml/2006/main">
            <a:pPr algn="l">
              <a:buNone/>
              <a:defRPr sz="3225" b="1">
                <a:solidFill>
                  <a:srgbClr val="14263D"/>
                </a:solidFill>
                <a:latin typeface="Arial"/>
                <a:ea typeface="Arial"/>
                <a:cs typeface="Arial"/>
              </a:defRPr>
            </a:pPr>
            <a:r>
              <a:rPr sz="3225" b="1">
                <a:solidFill>
                  <a:srgbClr val="14263D"/>
                </a:solidFill>
                <a:latin typeface="Arial"/>
                <a:ea typeface="Arial"/>
                <a:cs typeface="Arial"/>
              </a:rPr>
              <a:t>Evidence is traceable from source to result</a:t>
            </a:r>
          </a:p>
        </p:txBody>
      </p:sp>
      <p:sp>
        <p:nvSpPr>
          <p:cNvPr id="3" name="">
            <a:extLst xmlns:a="http://schemas.openxmlformats.org/drawingml/2006/main">
              <a:ext uri="{FF2B5EF4-FFF2-40B4-BE49-F238E27FC236}">
                <a16:creationId xmlns:a16="http://schemas.microsoft.com/office/drawing/2014/main" id="{01D0E8A6-DE2B-4E0A-BF3E-2BBDC4A77206}"/>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A6561C17-5408-4581-8B44-120B738FB7F3}"/>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buNone/>
              <a:defRPr sz="975" b="1">
                <a:solidFill>
                  <a:srgbClr val="5B6877"/>
                </a:solidFill>
                <a:latin typeface="Arial"/>
                <a:ea typeface="Arial"/>
                <a:cs typeface="Arial"/>
              </a:defRPr>
            </a:lvl1pPr>
            <a:lvl2pPr algn="l">
              <a:buNone/>
              <a:defRPr sz="975" b="1">
                <a:solidFill>
                  <a:srgbClr val="5B6877"/>
                </a:solidFill>
                <a:latin typeface="Arial"/>
                <a:ea typeface="Arial"/>
                <a:cs typeface="Arial"/>
              </a:defRPr>
            </a:lvl2pPr>
            <a:lvl3pPr algn="l">
              <a:buNone/>
              <a:defRPr sz="975" b="1">
                <a:solidFill>
                  <a:srgbClr val="5B6877"/>
                </a:solidFill>
                <a:latin typeface="Arial"/>
                <a:ea typeface="Arial"/>
                <a:cs typeface="Arial"/>
              </a:defRPr>
            </a:lvl3pPr>
            <a:lvl4pPr algn="l">
              <a:buNone/>
              <a:defRPr sz="975" b="1">
                <a:solidFill>
                  <a:srgbClr val="5B6877"/>
                </a:solidFill>
                <a:latin typeface="Arial"/>
                <a:ea typeface="Arial"/>
                <a:cs typeface="Arial"/>
              </a:defRPr>
            </a:lvl4pPr>
            <a:lvl5pPr algn="l">
              <a:buNone/>
              <a:defRPr sz="975" b="1">
                <a:solidFill>
                  <a:srgbClr val="5B6877"/>
                </a:solidFill>
                <a:latin typeface="Arial"/>
                <a:ea typeface="Arial"/>
                <a:cs typeface="Arial"/>
              </a:defRPr>
            </a:lvl5pPr>
            <a:lvl6pPr algn="l">
              <a:buNone/>
              <a:defRPr sz="975" b="1">
                <a:solidFill>
                  <a:srgbClr val="5B6877"/>
                </a:solidFill>
                <a:latin typeface="Arial"/>
                <a:ea typeface="Arial"/>
                <a:cs typeface="Arial"/>
              </a:defRPr>
            </a:lvl6pPr>
            <a:lvl7pPr algn="l">
              <a:buNone/>
              <a:defRPr sz="975" b="1">
                <a:solidFill>
                  <a:srgbClr val="5B6877"/>
                </a:solidFill>
                <a:latin typeface="Arial"/>
                <a:ea typeface="Arial"/>
                <a:cs typeface="Arial"/>
              </a:defRPr>
            </a:lvl7pPr>
            <a:lvl8pPr algn="l">
              <a:buNone/>
              <a:defRPr sz="975" b="1">
                <a:solidFill>
                  <a:srgbClr val="5B6877"/>
                </a:solidFill>
                <a:latin typeface="Arial"/>
                <a:ea typeface="Arial"/>
                <a:cs typeface="Arial"/>
              </a:defRPr>
            </a:lvl8pPr>
            <a:lvl9pPr algn="l">
              <a:buNone/>
              <a:defRPr sz="975" b="1">
                <a:solidFill>
                  <a:srgbClr val="5B6877"/>
                </a:solidFill>
                <a:latin typeface="Arial"/>
                <a:ea typeface="Arial"/>
                <a:cs typeface="Arial"/>
              </a:defRPr>
            </a:lvl9pPr>
          </a:lstStyle>
          <a:p xmlns:a="http://schemas.openxmlformats.org/drawingml/2006/main">
            <a:pPr algn="l">
              <a:buNone/>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0724AA59-DAA6-4333-9123-991707EAB645}"/>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buNone/>
              <a:defRPr sz="1050" b="1">
                <a:solidFill>
                  <a:srgbClr val="1688C9"/>
                </a:solidFill>
                <a:latin typeface="Arial"/>
                <a:ea typeface="Arial"/>
                <a:cs typeface="Arial"/>
              </a:defRPr>
            </a:lvl1pPr>
            <a:lvl2pPr algn="r">
              <a:buNone/>
              <a:defRPr sz="1050" b="1">
                <a:solidFill>
                  <a:srgbClr val="1688C9"/>
                </a:solidFill>
                <a:latin typeface="Arial"/>
                <a:ea typeface="Arial"/>
                <a:cs typeface="Arial"/>
              </a:defRPr>
            </a:lvl2pPr>
            <a:lvl3pPr algn="r">
              <a:buNone/>
              <a:defRPr sz="1050" b="1">
                <a:solidFill>
                  <a:srgbClr val="1688C9"/>
                </a:solidFill>
                <a:latin typeface="Arial"/>
                <a:ea typeface="Arial"/>
                <a:cs typeface="Arial"/>
              </a:defRPr>
            </a:lvl3pPr>
            <a:lvl4pPr algn="r">
              <a:buNone/>
              <a:defRPr sz="1050" b="1">
                <a:solidFill>
                  <a:srgbClr val="1688C9"/>
                </a:solidFill>
                <a:latin typeface="Arial"/>
                <a:ea typeface="Arial"/>
                <a:cs typeface="Arial"/>
              </a:defRPr>
            </a:lvl4pPr>
            <a:lvl5pPr algn="r">
              <a:buNone/>
              <a:defRPr sz="1050" b="1">
                <a:solidFill>
                  <a:srgbClr val="1688C9"/>
                </a:solidFill>
                <a:latin typeface="Arial"/>
                <a:ea typeface="Arial"/>
                <a:cs typeface="Arial"/>
              </a:defRPr>
            </a:lvl5pPr>
            <a:lvl6pPr algn="r">
              <a:buNone/>
              <a:defRPr sz="1050" b="1">
                <a:solidFill>
                  <a:srgbClr val="1688C9"/>
                </a:solidFill>
                <a:latin typeface="Arial"/>
                <a:ea typeface="Arial"/>
                <a:cs typeface="Arial"/>
              </a:defRPr>
            </a:lvl6pPr>
            <a:lvl7pPr algn="r">
              <a:buNone/>
              <a:defRPr sz="1050" b="1">
                <a:solidFill>
                  <a:srgbClr val="1688C9"/>
                </a:solidFill>
                <a:latin typeface="Arial"/>
                <a:ea typeface="Arial"/>
                <a:cs typeface="Arial"/>
              </a:defRPr>
            </a:lvl7pPr>
            <a:lvl8pPr algn="r">
              <a:buNone/>
              <a:defRPr sz="1050" b="1">
                <a:solidFill>
                  <a:srgbClr val="1688C9"/>
                </a:solidFill>
                <a:latin typeface="Arial"/>
                <a:ea typeface="Arial"/>
                <a:cs typeface="Arial"/>
              </a:defRPr>
            </a:lvl8pPr>
            <a:lvl9pPr algn="r">
              <a:buNone/>
              <a:defRPr sz="1050" b="1">
                <a:solidFill>
                  <a:srgbClr val="1688C9"/>
                </a:solidFill>
                <a:latin typeface="Arial"/>
                <a:ea typeface="Arial"/>
                <a:cs typeface="Arial"/>
              </a:defRPr>
            </a:lvl9pPr>
          </a:lstStyle>
          <a:p xmlns:a="http://schemas.openxmlformats.org/drawingml/2006/main">
            <a:pPr algn="r">
              <a:buNone/>
              <a:defRPr sz="1050" b="1">
                <a:solidFill>
                  <a:srgbClr val="1688C9"/>
                </a:solidFill>
                <a:latin typeface="Arial"/>
                <a:ea typeface="Arial"/>
                <a:cs typeface="Arial"/>
              </a:defRPr>
            </a:pPr>
            <a:r>
              <a:rPr sz="1050" b="1">
                <a:solidFill>
                  <a:srgbClr val="1688C9"/>
                </a:solidFill>
                <a:latin typeface="Arial"/>
                <a:ea typeface="Arial"/>
                <a:cs typeface="Arial"/>
              </a:rPr>
              <a:t>04</a:t>
            </a:r>
          </a:p>
        </p:txBody>
      </p:sp>
      <p:sp>
        <p:nvSpPr>
          <p:cNvPr id="6" name="takeaway">
            <a:extLst xmlns:a="http://schemas.openxmlformats.org/drawingml/2006/main">
              <a:ext uri="{FF2B5EF4-FFF2-40B4-BE49-F238E27FC236}">
                <a16:creationId xmlns:a16="http://schemas.microsoft.com/office/drawing/2014/main" id="{3BEB6100-17A6-4056-AA1A-63D343B31EF8}"/>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buNone/>
              <a:defRPr sz="2175" b="1">
                <a:solidFill>
                  <a:srgbClr val="1E2A37"/>
                </a:solidFill>
                <a:latin typeface="Arial"/>
                <a:ea typeface="Arial"/>
                <a:cs typeface="Arial"/>
              </a:defRPr>
            </a:lvl1pPr>
            <a:lvl2pPr algn="l">
              <a:buNone/>
              <a:defRPr sz="2175" b="1">
                <a:solidFill>
                  <a:srgbClr val="1E2A37"/>
                </a:solidFill>
                <a:latin typeface="Arial"/>
                <a:ea typeface="Arial"/>
                <a:cs typeface="Arial"/>
              </a:defRPr>
            </a:lvl2pPr>
            <a:lvl3pPr algn="l">
              <a:buNone/>
              <a:defRPr sz="2175" b="1">
                <a:solidFill>
                  <a:srgbClr val="1E2A37"/>
                </a:solidFill>
                <a:latin typeface="Arial"/>
                <a:ea typeface="Arial"/>
                <a:cs typeface="Arial"/>
              </a:defRPr>
            </a:lvl3pPr>
            <a:lvl4pPr algn="l">
              <a:buNone/>
              <a:defRPr sz="2175" b="1">
                <a:solidFill>
                  <a:srgbClr val="1E2A37"/>
                </a:solidFill>
                <a:latin typeface="Arial"/>
                <a:ea typeface="Arial"/>
                <a:cs typeface="Arial"/>
              </a:defRPr>
            </a:lvl4pPr>
            <a:lvl5pPr algn="l">
              <a:buNone/>
              <a:defRPr sz="2175" b="1">
                <a:solidFill>
                  <a:srgbClr val="1E2A37"/>
                </a:solidFill>
                <a:latin typeface="Arial"/>
                <a:ea typeface="Arial"/>
                <a:cs typeface="Arial"/>
              </a:defRPr>
            </a:lvl5pPr>
            <a:lvl6pPr algn="l">
              <a:buNone/>
              <a:defRPr sz="2175" b="1">
                <a:solidFill>
                  <a:srgbClr val="1E2A37"/>
                </a:solidFill>
                <a:latin typeface="Arial"/>
                <a:ea typeface="Arial"/>
                <a:cs typeface="Arial"/>
              </a:defRPr>
            </a:lvl6pPr>
            <a:lvl7pPr algn="l">
              <a:buNone/>
              <a:defRPr sz="2175" b="1">
                <a:solidFill>
                  <a:srgbClr val="1E2A37"/>
                </a:solidFill>
                <a:latin typeface="Arial"/>
                <a:ea typeface="Arial"/>
                <a:cs typeface="Arial"/>
              </a:defRPr>
            </a:lvl7pPr>
            <a:lvl8pPr algn="l">
              <a:buNone/>
              <a:defRPr sz="2175" b="1">
                <a:solidFill>
                  <a:srgbClr val="1E2A37"/>
                </a:solidFill>
                <a:latin typeface="Arial"/>
                <a:ea typeface="Arial"/>
                <a:cs typeface="Arial"/>
              </a:defRPr>
            </a:lvl8pPr>
            <a:lvl9pPr algn="l">
              <a:buNone/>
              <a:defRPr sz="2175" b="1">
                <a:solidFill>
                  <a:srgbClr val="1E2A37"/>
                </a:solidFill>
                <a:latin typeface="Arial"/>
                <a:ea typeface="Arial"/>
                <a:cs typeface="Arial"/>
              </a:defRPr>
            </a:lvl9pPr>
          </a:lstStyle>
          <a:p xmlns:a="http://schemas.openxmlformats.org/drawingml/2006/main">
            <a:pPr algn="l">
              <a:buNone/>
              <a:defRPr sz="2175" b="1">
                <a:solidFill>
                  <a:srgbClr val="1E2A37"/>
                </a:solidFill>
                <a:latin typeface="Arial"/>
                <a:ea typeface="Arial"/>
                <a:cs typeface="Arial"/>
              </a:defRPr>
            </a:pPr>
            <a:r>
              <a:rPr sz="2175" b="1">
                <a:solidFill>
                  <a:srgbClr val="1E2A37"/>
                </a:solidFill>
                <a:latin typeface="Arial"/>
                <a:ea typeface="Arial"/>
                <a:cs typeface="Arial"/>
              </a:rPr>
              <a:t>The analytics run is deterministic and versioned; evidence gaps stay visible.</a:t>
            </a:r>
          </a:p>
        </p:txBody>
      </p:sp>
      <p:sp>
        <p:nvSpPr>
          <p:cNvPr id="7" name="stage-num-0">
            <a:extLst xmlns:a="http://schemas.openxmlformats.org/drawingml/2006/main">
              <a:ext uri="{FF2B5EF4-FFF2-40B4-BE49-F238E27FC236}">
                <a16:creationId xmlns:a16="http://schemas.microsoft.com/office/drawing/2014/main" id="{2C55237A-A4EC-4607-A37E-0751F338A313}"/>
              </a:ext>
            </a:extLst>
          </p:cNvPr>
          <p:cNvSpPr>
            <a:spLocks xmlns:a="http://schemas.openxmlformats.org/drawingml/2006/main" noGrp="1"/>
          </p:cNvSpPr>
          <p:nvPr/>
        </p:nvSpPr>
        <p:spPr>
          <a:xfrm xmlns:a="http://schemas.openxmlformats.org/drawingml/2006/main">
            <a:off x="723900" y="30480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buNone/>
              <a:defRPr sz="2025" b="1">
                <a:solidFill>
                  <a:srgbClr val="1688C9"/>
                </a:solidFill>
                <a:latin typeface="Arial"/>
                <a:ea typeface="Arial"/>
                <a:cs typeface="Arial"/>
              </a:defRPr>
            </a:lvl1pPr>
            <a:lvl2pPr algn="l">
              <a:buNone/>
              <a:defRPr sz="2025" b="1">
                <a:solidFill>
                  <a:srgbClr val="1688C9"/>
                </a:solidFill>
                <a:latin typeface="Arial"/>
                <a:ea typeface="Arial"/>
                <a:cs typeface="Arial"/>
              </a:defRPr>
            </a:lvl2pPr>
            <a:lvl3pPr algn="l">
              <a:buNone/>
              <a:defRPr sz="2025" b="1">
                <a:solidFill>
                  <a:srgbClr val="1688C9"/>
                </a:solidFill>
                <a:latin typeface="Arial"/>
                <a:ea typeface="Arial"/>
                <a:cs typeface="Arial"/>
              </a:defRPr>
            </a:lvl3pPr>
            <a:lvl4pPr algn="l">
              <a:buNone/>
              <a:defRPr sz="2025" b="1">
                <a:solidFill>
                  <a:srgbClr val="1688C9"/>
                </a:solidFill>
                <a:latin typeface="Arial"/>
                <a:ea typeface="Arial"/>
                <a:cs typeface="Arial"/>
              </a:defRPr>
            </a:lvl4pPr>
            <a:lvl5pPr algn="l">
              <a:buNone/>
              <a:defRPr sz="2025" b="1">
                <a:solidFill>
                  <a:srgbClr val="1688C9"/>
                </a:solidFill>
                <a:latin typeface="Arial"/>
                <a:ea typeface="Arial"/>
                <a:cs typeface="Arial"/>
              </a:defRPr>
            </a:lvl5pPr>
            <a:lvl6pPr algn="l">
              <a:buNone/>
              <a:defRPr sz="2025" b="1">
                <a:solidFill>
                  <a:srgbClr val="1688C9"/>
                </a:solidFill>
                <a:latin typeface="Arial"/>
                <a:ea typeface="Arial"/>
                <a:cs typeface="Arial"/>
              </a:defRPr>
            </a:lvl6pPr>
            <a:lvl7pPr algn="l">
              <a:buNone/>
              <a:defRPr sz="2025" b="1">
                <a:solidFill>
                  <a:srgbClr val="1688C9"/>
                </a:solidFill>
                <a:latin typeface="Arial"/>
                <a:ea typeface="Arial"/>
                <a:cs typeface="Arial"/>
              </a:defRPr>
            </a:lvl7pPr>
            <a:lvl8pPr algn="l">
              <a:buNone/>
              <a:defRPr sz="2025" b="1">
                <a:solidFill>
                  <a:srgbClr val="1688C9"/>
                </a:solidFill>
                <a:latin typeface="Arial"/>
                <a:ea typeface="Arial"/>
                <a:cs typeface="Arial"/>
              </a:defRPr>
            </a:lvl8pPr>
            <a:lvl9pPr algn="l">
              <a:buNone/>
              <a:defRPr sz="2025" b="1">
                <a:solidFill>
                  <a:srgbClr val="1688C9"/>
                </a:solidFill>
                <a:latin typeface="Arial"/>
                <a:ea typeface="Arial"/>
                <a:cs typeface="Arial"/>
              </a:defRPr>
            </a:lvl9pPr>
          </a:lstStyle>
          <a:p xmlns:a="http://schemas.openxmlformats.org/drawingml/2006/main">
            <a:pPr algn="l">
              <a:buNone/>
              <a:defRPr sz="2025" b="1">
                <a:solidFill>
                  <a:srgbClr val="1688C9"/>
                </a:solidFill>
                <a:latin typeface="Arial"/>
                <a:ea typeface="Arial"/>
                <a:cs typeface="Arial"/>
              </a:defRPr>
            </a:pPr>
            <a:r>
              <a:rPr sz="2025" b="1">
                <a:solidFill>
                  <a:srgbClr val="1688C9"/>
                </a:solidFill>
                <a:latin typeface="Arial"/>
                <a:ea typeface="Arial"/>
                <a:cs typeface="Arial"/>
              </a:rPr>
              <a:t>01</a:t>
            </a:r>
          </a:p>
        </p:txBody>
      </p:sp>
      <p:sp>
        <p:nvSpPr>
          <p:cNvPr id="8" name="stage-0">
            <a:extLst xmlns:a="http://schemas.openxmlformats.org/drawingml/2006/main">
              <a:ext uri="{FF2B5EF4-FFF2-40B4-BE49-F238E27FC236}">
                <a16:creationId xmlns:a16="http://schemas.microsoft.com/office/drawing/2014/main" id="{ED6127FC-72C1-419C-8686-0C90B27FBB5E}"/>
              </a:ext>
            </a:extLst>
          </p:cNvPr>
          <p:cNvSpPr>
            <a:spLocks xmlns:a="http://schemas.openxmlformats.org/drawingml/2006/main" noGrp="1"/>
          </p:cNvSpPr>
          <p:nvPr/>
        </p:nvSpPr>
        <p:spPr>
          <a:xfrm xmlns:a="http://schemas.openxmlformats.org/drawingml/2006/main">
            <a:off x="723900" y="35623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4263D"/>
                </a:solidFill>
                <a:latin typeface="Arial"/>
                <a:ea typeface="Arial"/>
                <a:cs typeface="Arial"/>
              </a:defRPr>
            </a:defPPr>
            <a:lvl1pPr algn="l">
              <a:buNone/>
              <a:defRPr sz="1575" b="1">
                <a:solidFill>
                  <a:srgbClr val="14263D"/>
                </a:solidFill>
                <a:latin typeface="Arial"/>
                <a:ea typeface="Arial"/>
                <a:cs typeface="Arial"/>
              </a:defRPr>
            </a:lvl1pPr>
            <a:lvl2pPr algn="l">
              <a:buNone/>
              <a:defRPr sz="1575" b="1">
                <a:solidFill>
                  <a:srgbClr val="14263D"/>
                </a:solidFill>
                <a:latin typeface="Arial"/>
                <a:ea typeface="Arial"/>
                <a:cs typeface="Arial"/>
              </a:defRPr>
            </a:lvl2pPr>
            <a:lvl3pPr algn="l">
              <a:buNone/>
              <a:defRPr sz="1575" b="1">
                <a:solidFill>
                  <a:srgbClr val="14263D"/>
                </a:solidFill>
                <a:latin typeface="Arial"/>
                <a:ea typeface="Arial"/>
                <a:cs typeface="Arial"/>
              </a:defRPr>
            </a:lvl3pPr>
            <a:lvl4pPr algn="l">
              <a:buNone/>
              <a:defRPr sz="1575" b="1">
                <a:solidFill>
                  <a:srgbClr val="14263D"/>
                </a:solidFill>
                <a:latin typeface="Arial"/>
                <a:ea typeface="Arial"/>
                <a:cs typeface="Arial"/>
              </a:defRPr>
            </a:lvl4pPr>
            <a:lvl5pPr algn="l">
              <a:buNone/>
              <a:defRPr sz="1575" b="1">
                <a:solidFill>
                  <a:srgbClr val="14263D"/>
                </a:solidFill>
                <a:latin typeface="Arial"/>
                <a:ea typeface="Arial"/>
                <a:cs typeface="Arial"/>
              </a:defRPr>
            </a:lvl5pPr>
            <a:lvl6pPr algn="l">
              <a:buNone/>
              <a:defRPr sz="1575" b="1">
                <a:solidFill>
                  <a:srgbClr val="14263D"/>
                </a:solidFill>
                <a:latin typeface="Arial"/>
                <a:ea typeface="Arial"/>
                <a:cs typeface="Arial"/>
              </a:defRPr>
            </a:lvl6pPr>
            <a:lvl7pPr algn="l">
              <a:buNone/>
              <a:defRPr sz="1575" b="1">
                <a:solidFill>
                  <a:srgbClr val="14263D"/>
                </a:solidFill>
                <a:latin typeface="Arial"/>
                <a:ea typeface="Arial"/>
                <a:cs typeface="Arial"/>
              </a:defRPr>
            </a:lvl7pPr>
            <a:lvl8pPr algn="l">
              <a:buNone/>
              <a:defRPr sz="1575" b="1">
                <a:solidFill>
                  <a:srgbClr val="14263D"/>
                </a:solidFill>
                <a:latin typeface="Arial"/>
                <a:ea typeface="Arial"/>
                <a:cs typeface="Arial"/>
              </a:defRPr>
            </a:lvl8pPr>
            <a:lvl9pPr algn="l">
              <a:buNone/>
              <a:defRPr sz="1575" b="1">
                <a:solidFill>
                  <a:srgbClr val="14263D"/>
                </a:solidFill>
                <a:latin typeface="Arial"/>
                <a:ea typeface="Arial"/>
                <a:cs typeface="Arial"/>
              </a:defRPr>
            </a:lvl9pPr>
          </a:lstStyle>
          <a:p xmlns:a="http://schemas.openxmlformats.org/drawingml/2006/main">
            <a:pPr algn="l">
              <a:buNone/>
              <a:defRPr sz="1575" b="1">
                <a:solidFill>
                  <a:srgbClr val="14263D"/>
                </a:solidFill>
                <a:latin typeface="Arial"/>
                <a:ea typeface="Arial"/>
                <a:cs typeface="Arial"/>
              </a:defRPr>
            </a:pPr>
            <a:r>
              <a:rPr sz="1575" b="1">
                <a:solidFill>
                  <a:srgbClr val="14263D"/>
                </a:solidFill>
                <a:latin typeface="Arial"/>
                <a:ea typeface="Arial"/>
                <a:cs typeface="Arial"/>
              </a:rPr>
              <a:t>Course files</a:t>
            </a:r>
          </a:p>
          <a:p xmlns:a="http://schemas.openxmlformats.org/drawingml/2006/main">
            <a:pPr algn="l">
              <a:buNone/>
              <a:defRPr sz="1575" b="1">
                <a:solidFill>
                  <a:srgbClr val="14263D"/>
                </a:solidFill>
                <a:latin typeface="Arial"/>
                <a:ea typeface="Arial"/>
                <a:cs typeface="Arial"/>
              </a:defRPr>
            </a:pPr>
            <a:r>
              <a:rPr sz="1575" b="1">
                <a:solidFill>
                  <a:srgbClr val="14263D"/>
                </a:solidFill>
                <a:latin typeface="Arial"/>
                <a:ea typeface="Arial"/>
                <a:cs typeface="Arial"/>
              </a:rPr>
              <a:t>&amp; assessments</a:t>
            </a:r>
          </a:p>
        </p:txBody>
      </p:sp>
      <p:sp>
        <p:nvSpPr>
          <p:cNvPr id="9" name="arrow-0">
            <a:extLst xmlns:a="http://schemas.openxmlformats.org/drawingml/2006/main">
              <a:ext uri="{FF2B5EF4-FFF2-40B4-BE49-F238E27FC236}">
                <a16:creationId xmlns:a16="http://schemas.microsoft.com/office/drawing/2014/main" id="{2E9C0EA5-AEF2-4DDC-AEC9-B8F27C19D1E1}"/>
              </a:ext>
            </a:extLst>
          </p:cNvPr>
          <p:cNvSpPr>
            <a:spLocks xmlns:a="http://schemas.openxmlformats.org/drawingml/2006/main" noGrp="1"/>
          </p:cNvSpPr>
          <p:nvPr/>
        </p:nvSpPr>
        <p:spPr>
          <a:xfrm xmlns:a="http://schemas.openxmlformats.org/drawingml/2006/main">
            <a:off x="2457450" y="35528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250" b="1">
                <a:solidFill>
                  <a:srgbClr val="F0A548"/>
                </a:solidFill>
                <a:latin typeface="Arial"/>
                <a:ea typeface="Arial"/>
                <a:cs typeface="Arial"/>
              </a:defRPr>
            </a:defPPr>
            <a:lvl1pPr algn="ctr">
              <a:buNone/>
              <a:defRPr sz="2250" b="1">
                <a:solidFill>
                  <a:srgbClr val="F0A548"/>
                </a:solidFill>
                <a:latin typeface="Arial"/>
                <a:ea typeface="Arial"/>
                <a:cs typeface="Arial"/>
              </a:defRPr>
            </a:lvl1pPr>
            <a:lvl2pPr algn="ctr">
              <a:buNone/>
              <a:defRPr sz="2250" b="1">
                <a:solidFill>
                  <a:srgbClr val="F0A548"/>
                </a:solidFill>
                <a:latin typeface="Arial"/>
                <a:ea typeface="Arial"/>
                <a:cs typeface="Arial"/>
              </a:defRPr>
            </a:lvl2pPr>
            <a:lvl3pPr algn="ctr">
              <a:buNone/>
              <a:defRPr sz="2250" b="1">
                <a:solidFill>
                  <a:srgbClr val="F0A548"/>
                </a:solidFill>
                <a:latin typeface="Arial"/>
                <a:ea typeface="Arial"/>
                <a:cs typeface="Arial"/>
              </a:defRPr>
            </a:lvl3pPr>
            <a:lvl4pPr algn="ctr">
              <a:buNone/>
              <a:defRPr sz="2250" b="1">
                <a:solidFill>
                  <a:srgbClr val="F0A548"/>
                </a:solidFill>
                <a:latin typeface="Arial"/>
                <a:ea typeface="Arial"/>
                <a:cs typeface="Arial"/>
              </a:defRPr>
            </a:lvl4pPr>
            <a:lvl5pPr algn="ctr">
              <a:buNone/>
              <a:defRPr sz="2250" b="1">
                <a:solidFill>
                  <a:srgbClr val="F0A548"/>
                </a:solidFill>
                <a:latin typeface="Arial"/>
                <a:ea typeface="Arial"/>
                <a:cs typeface="Arial"/>
              </a:defRPr>
            </a:lvl5pPr>
            <a:lvl6pPr algn="ctr">
              <a:buNone/>
              <a:defRPr sz="2250" b="1">
                <a:solidFill>
                  <a:srgbClr val="F0A548"/>
                </a:solidFill>
                <a:latin typeface="Arial"/>
                <a:ea typeface="Arial"/>
                <a:cs typeface="Arial"/>
              </a:defRPr>
            </a:lvl6pPr>
            <a:lvl7pPr algn="ctr">
              <a:buNone/>
              <a:defRPr sz="2250" b="1">
                <a:solidFill>
                  <a:srgbClr val="F0A548"/>
                </a:solidFill>
                <a:latin typeface="Arial"/>
                <a:ea typeface="Arial"/>
                <a:cs typeface="Arial"/>
              </a:defRPr>
            </a:lvl7pPr>
            <a:lvl8pPr algn="ctr">
              <a:buNone/>
              <a:defRPr sz="2250" b="1">
                <a:solidFill>
                  <a:srgbClr val="F0A548"/>
                </a:solidFill>
                <a:latin typeface="Arial"/>
                <a:ea typeface="Arial"/>
                <a:cs typeface="Arial"/>
              </a:defRPr>
            </a:lvl8pPr>
            <a:lvl9pPr algn="ctr">
              <a:buNone/>
              <a:defRPr sz="2250" b="1">
                <a:solidFill>
                  <a:srgbClr val="F0A548"/>
                </a:solidFill>
                <a:latin typeface="Arial"/>
                <a:ea typeface="Arial"/>
                <a:cs typeface="Arial"/>
              </a:defRPr>
            </a:lvl9pPr>
          </a:lstStyle>
          <a:p xmlns:a="http://schemas.openxmlformats.org/drawingml/2006/main">
            <a:pPr algn="ctr">
              <a:buNone/>
              <a:defRPr sz="2250" b="1">
                <a:solidFill>
                  <a:srgbClr val="F0A548"/>
                </a:solidFill>
                <a:latin typeface="Arial"/>
                <a:ea typeface="Arial"/>
                <a:cs typeface="Arial"/>
              </a:defRPr>
            </a:pPr>
            <a:r>
              <a:rPr sz="2250" b="1">
                <a:solidFill>
                  <a:srgbClr val="F0A548"/>
                </a:solidFill>
                <a:latin typeface="Arial"/>
                <a:ea typeface="Arial"/>
                <a:cs typeface="Arial"/>
              </a:rPr>
              <a:t>→</a:t>
            </a:r>
          </a:p>
        </p:txBody>
      </p:sp>
      <p:sp>
        <p:nvSpPr>
          <p:cNvPr id="10" name="stage-num-1">
            <a:extLst xmlns:a="http://schemas.openxmlformats.org/drawingml/2006/main">
              <a:ext uri="{FF2B5EF4-FFF2-40B4-BE49-F238E27FC236}">
                <a16:creationId xmlns:a16="http://schemas.microsoft.com/office/drawing/2014/main" id="{B1B57C9D-1A62-4C60-9652-DC699CBBE652}"/>
              </a:ext>
            </a:extLst>
          </p:cNvPr>
          <p:cNvSpPr>
            <a:spLocks xmlns:a="http://schemas.openxmlformats.org/drawingml/2006/main" noGrp="1"/>
          </p:cNvSpPr>
          <p:nvPr/>
        </p:nvSpPr>
        <p:spPr>
          <a:xfrm xmlns:a="http://schemas.openxmlformats.org/drawingml/2006/main">
            <a:off x="2867025" y="30480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buNone/>
              <a:defRPr sz="2025" b="1">
                <a:solidFill>
                  <a:srgbClr val="1688C9"/>
                </a:solidFill>
                <a:latin typeface="Arial"/>
                <a:ea typeface="Arial"/>
                <a:cs typeface="Arial"/>
              </a:defRPr>
            </a:lvl1pPr>
            <a:lvl2pPr algn="l">
              <a:buNone/>
              <a:defRPr sz="2025" b="1">
                <a:solidFill>
                  <a:srgbClr val="1688C9"/>
                </a:solidFill>
                <a:latin typeface="Arial"/>
                <a:ea typeface="Arial"/>
                <a:cs typeface="Arial"/>
              </a:defRPr>
            </a:lvl2pPr>
            <a:lvl3pPr algn="l">
              <a:buNone/>
              <a:defRPr sz="2025" b="1">
                <a:solidFill>
                  <a:srgbClr val="1688C9"/>
                </a:solidFill>
                <a:latin typeface="Arial"/>
                <a:ea typeface="Arial"/>
                <a:cs typeface="Arial"/>
              </a:defRPr>
            </a:lvl3pPr>
            <a:lvl4pPr algn="l">
              <a:buNone/>
              <a:defRPr sz="2025" b="1">
                <a:solidFill>
                  <a:srgbClr val="1688C9"/>
                </a:solidFill>
                <a:latin typeface="Arial"/>
                <a:ea typeface="Arial"/>
                <a:cs typeface="Arial"/>
              </a:defRPr>
            </a:lvl4pPr>
            <a:lvl5pPr algn="l">
              <a:buNone/>
              <a:defRPr sz="2025" b="1">
                <a:solidFill>
                  <a:srgbClr val="1688C9"/>
                </a:solidFill>
                <a:latin typeface="Arial"/>
                <a:ea typeface="Arial"/>
                <a:cs typeface="Arial"/>
              </a:defRPr>
            </a:lvl5pPr>
            <a:lvl6pPr algn="l">
              <a:buNone/>
              <a:defRPr sz="2025" b="1">
                <a:solidFill>
                  <a:srgbClr val="1688C9"/>
                </a:solidFill>
                <a:latin typeface="Arial"/>
                <a:ea typeface="Arial"/>
                <a:cs typeface="Arial"/>
              </a:defRPr>
            </a:lvl6pPr>
            <a:lvl7pPr algn="l">
              <a:buNone/>
              <a:defRPr sz="2025" b="1">
                <a:solidFill>
                  <a:srgbClr val="1688C9"/>
                </a:solidFill>
                <a:latin typeface="Arial"/>
                <a:ea typeface="Arial"/>
                <a:cs typeface="Arial"/>
              </a:defRPr>
            </a:lvl7pPr>
            <a:lvl8pPr algn="l">
              <a:buNone/>
              <a:defRPr sz="2025" b="1">
                <a:solidFill>
                  <a:srgbClr val="1688C9"/>
                </a:solidFill>
                <a:latin typeface="Arial"/>
                <a:ea typeface="Arial"/>
                <a:cs typeface="Arial"/>
              </a:defRPr>
            </a:lvl8pPr>
            <a:lvl9pPr algn="l">
              <a:buNone/>
              <a:defRPr sz="2025" b="1">
                <a:solidFill>
                  <a:srgbClr val="1688C9"/>
                </a:solidFill>
                <a:latin typeface="Arial"/>
                <a:ea typeface="Arial"/>
                <a:cs typeface="Arial"/>
              </a:defRPr>
            </a:lvl9pPr>
          </a:lstStyle>
          <a:p xmlns:a="http://schemas.openxmlformats.org/drawingml/2006/main">
            <a:pPr algn="l">
              <a:buNone/>
              <a:defRPr sz="2025" b="1">
                <a:solidFill>
                  <a:srgbClr val="1688C9"/>
                </a:solidFill>
                <a:latin typeface="Arial"/>
                <a:ea typeface="Arial"/>
                <a:cs typeface="Arial"/>
              </a:defRPr>
            </a:pPr>
            <a:r>
              <a:rPr sz="2025" b="1">
                <a:solidFill>
                  <a:srgbClr val="1688C9"/>
                </a:solidFill>
                <a:latin typeface="Arial"/>
                <a:ea typeface="Arial"/>
                <a:cs typeface="Arial"/>
              </a:rPr>
              <a:t>02</a:t>
            </a:r>
          </a:p>
        </p:txBody>
      </p:sp>
      <p:sp>
        <p:nvSpPr>
          <p:cNvPr id="11" name="stage-1">
            <a:extLst xmlns:a="http://schemas.openxmlformats.org/drawingml/2006/main">
              <a:ext uri="{FF2B5EF4-FFF2-40B4-BE49-F238E27FC236}">
                <a16:creationId xmlns:a16="http://schemas.microsoft.com/office/drawing/2014/main" id="{DCB38CDF-9412-47A9-8C36-6D4881ED8489}"/>
              </a:ext>
            </a:extLst>
          </p:cNvPr>
          <p:cNvSpPr>
            <a:spLocks xmlns:a="http://schemas.openxmlformats.org/drawingml/2006/main" noGrp="1"/>
          </p:cNvSpPr>
          <p:nvPr/>
        </p:nvSpPr>
        <p:spPr>
          <a:xfrm xmlns:a="http://schemas.openxmlformats.org/drawingml/2006/main">
            <a:off x="2867025" y="35623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4263D"/>
                </a:solidFill>
                <a:latin typeface="Arial"/>
                <a:ea typeface="Arial"/>
                <a:cs typeface="Arial"/>
              </a:defRPr>
            </a:defPPr>
            <a:lvl1pPr algn="l">
              <a:buNone/>
              <a:defRPr sz="1575" b="1">
                <a:solidFill>
                  <a:srgbClr val="14263D"/>
                </a:solidFill>
                <a:latin typeface="Arial"/>
                <a:ea typeface="Arial"/>
                <a:cs typeface="Arial"/>
              </a:defRPr>
            </a:lvl1pPr>
            <a:lvl2pPr algn="l">
              <a:buNone/>
              <a:defRPr sz="1575" b="1">
                <a:solidFill>
                  <a:srgbClr val="14263D"/>
                </a:solidFill>
                <a:latin typeface="Arial"/>
                <a:ea typeface="Arial"/>
                <a:cs typeface="Arial"/>
              </a:defRPr>
            </a:lvl2pPr>
            <a:lvl3pPr algn="l">
              <a:buNone/>
              <a:defRPr sz="1575" b="1">
                <a:solidFill>
                  <a:srgbClr val="14263D"/>
                </a:solidFill>
                <a:latin typeface="Arial"/>
                <a:ea typeface="Arial"/>
                <a:cs typeface="Arial"/>
              </a:defRPr>
            </a:lvl3pPr>
            <a:lvl4pPr algn="l">
              <a:buNone/>
              <a:defRPr sz="1575" b="1">
                <a:solidFill>
                  <a:srgbClr val="14263D"/>
                </a:solidFill>
                <a:latin typeface="Arial"/>
                <a:ea typeface="Arial"/>
                <a:cs typeface="Arial"/>
              </a:defRPr>
            </a:lvl4pPr>
            <a:lvl5pPr algn="l">
              <a:buNone/>
              <a:defRPr sz="1575" b="1">
                <a:solidFill>
                  <a:srgbClr val="14263D"/>
                </a:solidFill>
                <a:latin typeface="Arial"/>
                <a:ea typeface="Arial"/>
                <a:cs typeface="Arial"/>
              </a:defRPr>
            </a:lvl5pPr>
            <a:lvl6pPr algn="l">
              <a:buNone/>
              <a:defRPr sz="1575" b="1">
                <a:solidFill>
                  <a:srgbClr val="14263D"/>
                </a:solidFill>
                <a:latin typeface="Arial"/>
                <a:ea typeface="Arial"/>
                <a:cs typeface="Arial"/>
              </a:defRPr>
            </a:lvl6pPr>
            <a:lvl7pPr algn="l">
              <a:buNone/>
              <a:defRPr sz="1575" b="1">
                <a:solidFill>
                  <a:srgbClr val="14263D"/>
                </a:solidFill>
                <a:latin typeface="Arial"/>
                <a:ea typeface="Arial"/>
                <a:cs typeface="Arial"/>
              </a:defRPr>
            </a:lvl7pPr>
            <a:lvl8pPr algn="l">
              <a:buNone/>
              <a:defRPr sz="1575" b="1">
                <a:solidFill>
                  <a:srgbClr val="14263D"/>
                </a:solidFill>
                <a:latin typeface="Arial"/>
                <a:ea typeface="Arial"/>
                <a:cs typeface="Arial"/>
              </a:defRPr>
            </a:lvl8pPr>
            <a:lvl9pPr algn="l">
              <a:buNone/>
              <a:defRPr sz="1575" b="1">
                <a:solidFill>
                  <a:srgbClr val="14263D"/>
                </a:solidFill>
                <a:latin typeface="Arial"/>
                <a:ea typeface="Arial"/>
                <a:cs typeface="Arial"/>
              </a:defRPr>
            </a:lvl9pPr>
          </a:lstStyle>
          <a:p xmlns:a="http://schemas.openxmlformats.org/drawingml/2006/main">
            <a:pPr algn="l">
              <a:buNone/>
              <a:defRPr sz="1575" b="1">
                <a:solidFill>
                  <a:srgbClr val="14263D"/>
                </a:solidFill>
                <a:latin typeface="Arial"/>
                <a:ea typeface="Arial"/>
                <a:cs typeface="Arial"/>
              </a:defRPr>
            </a:pPr>
            <a:r>
              <a:rPr sz="1575" b="1">
                <a:solidFill>
                  <a:srgbClr val="14263D"/>
                </a:solidFill>
                <a:latin typeface="Arial"/>
                <a:ea typeface="Arial"/>
                <a:cs typeface="Arial"/>
              </a:rPr>
              <a:t>Validated</a:t>
            </a:r>
          </a:p>
          <a:p xmlns:a="http://schemas.openxmlformats.org/drawingml/2006/main">
            <a:pPr algn="l">
              <a:buNone/>
              <a:defRPr sz="1575" b="1">
                <a:solidFill>
                  <a:srgbClr val="14263D"/>
                </a:solidFill>
                <a:latin typeface="Arial"/>
                <a:ea typeface="Arial"/>
                <a:cs typeface="Arial"/>
              </a:defRPr>
            </a:pPr>
            <a:r>
              <a:rPr sz="1575" b="1">
                <a:solidFill>
                  <a:srgbClr val="14263D"/>
                </a:solidFill>
                <a:latin typeface="Arial"/>
                <a:ea typeface="Arial"/>
                <a:cs typeface="Arial"/>
              </a:rPr>
              <a:t>question evidence</a:t>
            </a:r>
          </a:p>
        </p:txBody>
      </p:sp>
      <p:sp>
        <p:nvSpPr>
          <p:cNvPr id="12" name="arrow-1">
            <a:extLst xmlns:a="http://schemas.openxmlformats.org/drawingml/2006/main">
              <a:ext uri="{FF2B5EF4-FFF2-40B4-BE49-F238E27FC236}">
                <a16:creationId xmlns:a16="http://schemas.microsoft.com/office/drawing/2014/main" id="{A32EA807-8465-4F74-A5E3-20B626AD4E0B}"/>
              </a:ext>
            </a:extLst>
          </p:cNvPr>
          <p:cNvSpPr>
            <a:spLocks xmlns:a="http://schemas.openxmlformats.org/drawingml/2006/main" noGrp="1"/>
          </p:cNvSpPr>
          <p:nvPr/>
        </p:nvSpPr>
        <p:spPr>
          <a:xfrm xmlns:a="http://schemas.openxmlformats.org/drawingml/2006/main">
            <a:off x="4600575" y="35528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250" b="1">
                <a:solidFill>
                  <a:srgbClr val="F0A548"/>
                </a:solidFill>
                <a:latin typeface="Arial"/>
                <a:ea typeface="Arial"/>
                <a:cs typeface="Arial"/>
              </a:defRPr>
            </a:defPPr>
            <a:lvl1pPr algn="ctr">
              <a:buNone/>
              <a:defRPr sz="2250" b="1">
                <a:solidFill>
                  <a:srgbClr val="F0A548"/>
                </a:solidFill>
                <a:latin typeface="Arial"/>
                <a:ea typeface="Arial"/>
                <a:cs typeface="Arial"/>
              </a:defRPr>
            </a:lvl1pPr>
            <a:lvl2pPr algn="ctr">
              <a:buNone/>
              <a:defRPr sz="2250" b="1">
                <a:solidFill>
                  <a:srgbClr val="F0A548"/>
                </a:solidFill>
                <a:latin typeface="Arial"/>
                <a:ea typeface="Arial"/>
                <a:cs typeface="Arial"/>
              </a:defRPr>
            </a:lvl2pPr>
            <a:lvl3pPr algn="ctr">
              <a:buNone/>
              <a:defRPr sz="2250" b="1">
                <a:solidFill>
                  <a:srgbClr val="F0A548"/>
                </a:solidFill>
                <a:latin typeface="Arial"/>
                <a:ea typeface="Arial"/>
                <a:cs typeface="Arial"/>
              </a:defRPr>
            </a:lvl3pPr>
            <a:lvl4pPr algn="ctr">
              <a:buNone/>
              <a:defRPr sz="2250" b="1">
                <a:solidFill>
                  <a:srgbClr val="F0A548"/>
                </a:solidFill>
                <a:latin typeface="Arial"/>
                <a:ea typeface="Arial"/>
                <a:cs typeface="Arial"/>
              </a:defRPr>
            </a:lvl4pPr>
            <a:lvl5pPr algn="ctr">
              <a:buNone/>
              <a:defRPr sz="2250" b="1">
                <a:solidFill>
                  <a:srgbClr val="F0A548"/>
                </a:solidFill>
                <a:latin typeface="Arial"/>
                <a:ea typeface="Arial"/>
                <a:cs typeface="Arial"/>
              </a:defRPr>
            </a:lvl5pPr>
            <a:lvl6pPr algn="ctr">
              <a:buNone/>
              <a:defRPr sz="2250" b="1">
                <a:solidFill>
                  <a:srgbClr val="F0A548"/>
                </a:solidFill>
                <a:latin typeface="Arial"/>
                <a:ea typeface="Arial"/>
                <a:cs typeface="Arial"/>
              </a:defRPr>
            </a:lvl6pPr>
            <a:lvl7pPr algn="ctr">
              <a:buNone/>
              <a:defRPr sz="2250" b="1">
                <a:solidFill>
                  <a:srgbClr val="F0A548"/>
                </a:solidFill>
                <a:latin typeface="Arial"/>
                <a:ea typeface="Arial"/>
                <a:cs typeface="Arial"/>
              </a:defRPr>
            </a:lvl7pPr>
            <a:lvl8pPr algn="ctr">
              <a:buNone/>
              <a:defRPr sz="2250" b="1">
                <a:solidFill>
                  <a:srgbClr val="F0A548"/>
                </a:solidFill>
                <a:latin typeface="Arial"/>
                <a:ea typeface="Arial"/>
                <a:cs typeface="Arial"/>
              </a:defRPr>
            </a:lvl8pPr>
            <a:lvl9pPr algn="ctr">
              <a:buNone/>
              <a:defRPr sz="2250" b="1">
                <a:solidFill>
                  <a:srgbClr val="F0A548"/>
                </a:solidFill>
                <a:latin typeface="Arial"/>
                <a:ea typeface="Arial"/>
                <a:cs typeface="Arial"/>
              </a:defRPr>
            </a:lvl9pPr>
          </a:lstStyle>
          <a:p xmlns:a="http://schemas.openxmlformats.org/drawingml/2006/main">
            <a:pPr algn="ctr">
              <a:buNone/>
              <a:defRPr sz="2250" b="1">
                <a:solidFill>
                  <a:srgbClr val="F0A548"/>
                </a:solidFill>
                <a:latin typeface="Arial"/>
                <a:ea typeface="Arial"/>
                <a:cs typeface="Arial"/>
              </a:defRPr>
            </a:pPr>
            <a:r>
              <a:rPr sz="2250" b="1">
                <a:solidFill>
                  <a:srgbClr val="F0A548"/>
                </a:solidFill>
                <a:latin typeface="Arial"/>
                <a:ea typeface="Arial"/>
                <a:cs typeface="Arial"/>
              </a:rPr>
              <a:t>→</a:t>
            </a:r>
          </a:p>
        </p:txBody>
      </p:sp>
      <p:sp>
        <p:nvSpPr>
          <p:cNvPr id="13" name="stage-num-2">
            <a:extLst xmlns:a="http://schemas.openxmlformats.org/drawingml/2006/main">
              <a:ext uri="{FF2B5EF4-FFF2-40B4-BE49-F238E27FC236}">
                <a16:creationId xmlns:a16="http://schemas.microsoft.com/office/drawing/2014/main" id="{FA3440D9-CECD-4934-8C65-6E7C1D6FBF9B}"/>
              </a:ext>
            </a:extLst>
          </p:cNvPr>
          <p:cNvSpPr>
            <a:spLocks xmlns:a="http://schemas.openxmlformats.org/drawingml/2006/main" noGrp="1"/>
          </p:cNvSpPr>
          <p:nvPr/>
        </p:nvSpPr>
        <p:spPr>
          <a:xfrm xmlns:a="http://schemas.openxmlformats.org/drawingml/2006/main">
            <a:off x="5010150" y="30480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buNone/>
              <a:defRPr sz="2025" b="1">
                <a:solidFill>
                  <a:srgbClr val="1688C9"/>
                </a:solidFill>
                <a:latin typeface="Arial"/>
                <a:ea typeface="Arial"/>
                <a:cs typeface="Arial"/>
              </a:defRPr>
            </a:lvl1pPr>
            <a:lvl2pPr algn="l">
              <a:buNone/>
              <a:defRPr sz="2025" b="1">
                <a:solidFill>
                  <a:srgbClr val="1688C9"/>
                </a:solidFill>
                <a:latin typeface="Arial"/>
                <a:ea typeface="Arial"/>
                <a:cs typeface="Arial"/>
              </a:defRPr>
            </a:lvl2pPr>
            <a:lvl3pPr algn="l">
              <a:buNone/>
              <a:defRPr sz="2025" b="1">
                <a:solidFill>
                  <a:srgbClr val="1688C9"/>
                </a:solidFill>
                <a:latin typeface="Arial"/>
                <a:ea typeface="Arial"/>
                <a:cs typeface="Arial"/>
              </a:defRPr>
            </a:lvl3pPr>
            <a:lvl4pPr algn="l">
              <a:buNone/>
              <a:defRPr sz="2025" b="1">
                <a:solidFill>
                  <a:srgbClr val="1688C9"/>
                </a:solidFill>
                <a:latin typeface="Arial"/>
                <a:ea typeface="Arial"/>
                <a:cs typeface="Arial"/>
              </a:defRPr>
            </a:lvl4pPr>
            <a:lvl5pPr algn="l">
              <a:buNone/>
              <a:defRPr sz="2025" b="1">
                <a:solidFill>
                  <a:srgbClr val="1688C9"/>
                </a:solidFill>
                <a:latin typeface="Arial"/>
                <a:ea typeface="Arial"/>
                <a:cs typeface="Arial"/>
              </a:defRPr>
            </a:lvl5pPr>
            <a:lvl6pPr algn="l">
              <a:buNone/>
              <a:defRPr sz="2025" b="1">
                <a:solidFill>
                  <a:srgbClr val="1688C9"/>
                </a:solidFill>
                <a:latin typeface="Arial"/>
                <a:ea typeface="Arial"/>
                <a:cs typeface="Arial"/>
              </a:defRPr>
            </a:lvl6pPr>
            <a:lvl7pPr algn="l">
              <a:buNone/>
              <a:defRPr sz="2025" b="1">
                <a:solidFill>
                  <a:srgbClr val="1688C9"/>
                </a:solidFill>
                <a:latin typeface="Arial"/>
                <a:ea typeface="Arial"/>
                <a:cs typeface="Arial"/>
              </a:defRPr>
            </a:lvl7pPr>
            <a:lvl8pPr algn="l">
              <a:buNone/>
              <a:defRPr sz="2025" b="1">
                <a:solidFill>
                  <a:srgbClr val="1688C9"/>
                </a:solidFill>
                <a:latin typeface="Arial"/>
                <a:ea typeface="Arial"/>
                <a:cs typeface="Arial"/>
              </a:defRPr>
            </a:lvl8pPr>
            <a:lvl9pPr algn="l">
              <a:buNone/>
              <a:defRPr sz="2025" b="1">
                <a:solidFill>
                  <a:srgbClr val="1688C9"/>
                </a:solidFill>
                <a:latin typeface="Arial"/>
                <a:ea typeface="Arial"/>
                <a:cs typeface="Arial"/>
              </a:defRPr>
            </a:lvl9pPr>
          </a:lstStyle>
          <a:p xmlns:a="http://schemas.openxmlformats.org/drawingml/2006/main">
            <a:pPr algn="l">
              <a:buNone/>
              <a:defRPr sz="2025" b="1">
                <a:solidFill>
                  <a:srgbClr val="1688C9"/>
                </a:solidFill>
                <a:latin typeface="Arial"/>
                <a:ea typeface="Arial"/>
                <a:cs typeface="Arial"/>
              </a:defRPr>
            </a:pPr>
            <a:r>
              <a:rPr sz="2025" b="1">
                <a:solidFill>
                  <a:srgbClr val="1688C9"/>
                </a:solidFill>
                <a:latin typeface="Arial"/>
                <a:ea typeface="Arial"/>
                <a:cs typeface="Arial"/>
              </a:rPr>
              <a:t>03</a:t>
            </a:r>
          </a:p>
        </p:txBody>
      </p:sp>
      <p:sp>
        <p:nvSpPr>
          <p:cNvPr id="14" name="stage-2">
            <a:extLst xmlns:a="http://schemas.openxmlformats.org/drawingml/2006/main">
              <a:ext uri="{FF2B5EF4-FFF2-40B4-BE49-F238E27FC236}">
                <a16:creationId xmlns:a16="http://schemas.microsoft.com/office/drawing/2014/main" id="{9C6F694A-1F36-414F-BAB5-BEFA9BE53C32}"/>
              </a:ext>
            </a:extLst>
          </p:cNvPr>
          <p:cNvSpPr>
            <a:spLocks xmlns:a="http://schemas.openxmlformats.org/drawingml/2006/main" noGrp="1"/>
          </p:cNvSpPr>
          <p:nvPr/>
        </p:nvSpPr>
        <p:spPr>
          <a:xfrm xmlns:a="http://schemas.openxmlformats.org/drawingml/2006/main">
            <a:off x="5010150" y="35623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4263D"/>
                </a:solidFill>
                <a:latin typeface="Arial"/>
                <a:ea typeface="Arial"/>
                <a:cs typeface="Arial"/>
              </a:defRPr>
            </a:defPPr>
            <a:lvl1pPr algn="l">
              <a:buNone/>
              <a:defRPr sz="1575" b="1">
                <a:solidFill>
                  <a:srgbClr val="14263D"/>
                </a:solidFill>
                <a:latin typeface="Arial"/>
                <a:ea typeface="Arial"/>
                <a:cs typeface="Arial"/>
              </a:defRPr>
            </a:lvl1pPr>
            <a:lvl2pPr algn="l">
              <a:buNone/>
              <a:defRPr sz="1575" b="1">
                <a:solidFill>
                  <a:srgbClr val="14263D"/>
                </a:solidFill>
                <a:latin typeface="Arial"/>
                <a:ea typeface="Arial"/>
                <a:cs typeface="Arial"/>
              </a:defRPr>
            </a:lvl2pPr>
            <a:lvl3pPr algn="l">
              <a:buNone/>
              <a:defRPr sz="1575" b="1">
                <a:solidFill>
                  <a:srgbClr val="14263D"/>
                </a:solidFill>
                <a:latin typeface="Arial"/>
                <a:ea typeface="Arial"/>
                <a:cs typeface="Arial"/>
              </a:defRPr>
            </a:lvl3pPr>
            <a:lvl4pPr algn="l">
              <a:buNone/>
              <a:defRPr sz="1575" b="1">
                <a:solidFill>
                  <a:srgbClr val="14263D"/>
                </a:solidFill>
                <a:latin typeface="Arial"/>
                <a:ea typeface="Arial"/>
                <a:cs typeface="Arial"/>
              </a:defRPr>
            </a:lvl4pPr>
            <a:lvl5pPr algn="l">
              <a:buNone/>
              <a:defRPr sz="1575" b="1">
                <a:solidFill>
                  <a:srgbClr val="14263D"/>
                </a:solidFill>
                <a:latin typeface="Arial"/>
                <a:ea typeface="Arial"/>
                <a:cs typeface="Arial"/>
              </a:defRPr>
            </a:lvl5pPr>
            <a:lvl6pPr algn="l">
              <a:buNone/>
              <a:defRPr sz="1575" b="1">
                <a:solidFill>
                  <a:srgbClr val="14263D"/>
                </a:solidFill>
                <a:latin typeface="Arial"/>
                <a:ea typeface="Arial"/>
                <a:cs typeface="Arial"/>
              </a:defRPr>
            </a:lvl6pPr>
            <a:lvl7pPr algn="l">
              <a:buNone/>
              <a:defRPr sz="1575" b="1">
                <a:solidFill>
                  <a:srgbClr val="14263D"/>
                </a:solidFill>
                <a:latin typeface="Arial"/>
                <a:ea typeface="Arial"/>
                <a:cs typeface="Arial"/>
              </a:defRPr>
            </a:lvl7pPr>
            <a:lvl8pPr algn="l">
              <a:buNone/>
              <a:defRPr sz="1575" b="1">
                <a:solidFill>
                  <a:srgbClr val="14263D"/>
                </a:solidFill>
                <a:latin typeface="Arial"/>
                <a:ea typeface="Arial"/>
                <a:cs typeface="Arial"/>
              </a:defRPr>
            </a:lvl8pPr>
            <a:lvl9pPr algn="l">
              <a:buNone/>
              <a:defRPr sz="1575" b="1">
                <a:solidFill>
                  <a:srgbClr val="14263D"/>
                </a:solidFill>
                <a:latin typeface="Arial"/>
                <a:ea typeface="Arial"/>
                <a:cs typeface="Arial"/>
              </a:defRPr>
            </a:lvl9pPr>
          </a:lstStyle>
          <a:p xmlns:a="http://schemas.openxmlformats.org/drawingml/2006/main">
            <a:pPr algn="l">
              <a:buNone/>
              <a:defRPr sz="1575" b="1">
                <a:solidFill>
                  <a:srgbClr val="14263D"/>
                </a:solidFill>
                <a:latin typeface="Arial"/>
                <a:ea typeface="Arial"/>
                <a:cs typeface="Arial"/>
              </a:defRPr>
            </a:pPr>
            <a:r>
              <a:rPr sz="1575" b="1">
                <a:solidFill>
                  <a:srgbClr val="14263D"/>
                </a:solidFill>
                <a:latin typeface="Arial"/>
                <a:ea typeface="Arial"/>
                <a:cs typeface="Arial"/>
              </a:rPr>
              <a:t>Outcome</a:t>
            </a:r>
          </a:p>
          <a:p xmlns:a="http://schemas.openxmlformats.org/drawingml/2006/main">
            <a:pPr algn="l">
              <a:buNone/>
              <a:defRPr sz="1575" b="1">
                <a:solidFill>
                  <a:srgbClr val="14263D"/>
                </a:solidFill>
                <a:latin typeface="Arial"/>
                <a:ea typeface="Arial"/>
                <a:cs typeface="Arial"/>
              </a:defRPr>
            </a:pPr>
            <a:r>
              <a:rPr sz="1575" b="1">
                <a:solidFill>
                  <a:srgbClr val="14263D"/>
                </a:solidFill>
                <a:latin typeface="Arial"/>
                <a:ea typeface="Arial"/>
                <a:cs typeface="Arial"/>
              </a:rPr>
              <a:t>features &amp; scores</a:t>
            </a:r>
          </a:p>
        </p:txBody>
      </p:sp>
      <p:sp>
        <p:nvSpPr>
          <p:cNvPr id="15" name="arrow-2">
            <a:extLst xmlns:a="http://schemas.openxmlformats.org/drawingml/2006/main">
              <a:ext uri="{FF2B5EF4-FFF2-40B4-BE49-F238E27FC236}">
                <a16:creationId xmlns:a16="http://schemas.microsoft.com/office/drawing/2014/main" id="{C6AA1429-CA0D-4806-9141-96B3196B5337}"/>
              </a:ext>
            </a:extLst>
          </p:cNvPr>
          <p:cNvSpPr>
            <a:spLocks xmlns:a="http://schemas.openxmlformats.org/drawingml/2006/main" noGrp="1"/>
          </p:cNvSpPr>
          <p:nvPr/>
        </p:nvSpPr>
        <p:spPr>
          <a:xfrm xmlns:a="http://schemas.openxmlformats.org/drawingml/2006/main">
            <a:off x="6743700" y="35528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250" b="1">
                <a:solidFill>
                  <a:srgbClr val="F0A548"/>
                </a:solidFill>
                <a:latin typeface="Arial"/>
                <a:ea typeface="Arial"/>
                <a:cs typeface="Arial"/>
              </a:defRPr>
            </a:defPPr>
            <a:lvl1pPr algn="ctr">
              <a:buNone/>
              <a:defRPr sz="2250" b="1">
                <a:solidFill>
                  <a:srgbClr val="F0A548"/>
                </a:solidFill>
                <a:latin typeface="Arial"/>
                <a:ea typeface="Arial"/>
                <a:cs typeface="Arial"/>
              </a:defRPr>
            </a:lvl1pPr>
            <a:lvl2pPr algn="ctr">
              <a:buNone/>
              <a:defRPr sz="2250" b="1">
                <a:solidFill>
                  <a:srgbClr val="F0A548"/>
                </a:solidFill>
                <a:latin typeface="Arial"/>
                <a:ea typeface="Arial"/>
                <a:cs typeface="Arial"/>
              </a:defRPr>
            </a:lvl2pPr>
            <a:lvl3pPr algn="ctr">
              <a:buNone/>
              <a:defRPr sz="2250" b="1">
                <a:solidFill>
                  <a:srgbClr val="F0A548"/>
                </a:solidFill>
                <a:latin typeface="Arial"/>
                <a:ea typeface="Arial"/>
                <a:cs typeface="Arial"/>
              </a:defRPr>
            </a:lvl3pPr>
            <a:lvl4pPr algn="ctr">
              <a:buNone/>
              <a:defRPr sz="2250" b="1">
                <a:solidFill>
                  <a:srgbClr val="F0A548"/>
                </a:solidFill>
                <a:latin typeface="Arial"/>
                <a:ea typeface="Arial"/>
                <a:cs typeface="Arial"/>
              </a:defRPr>
            </a:lvl4pPr>
            <a:lvl5pPr algn="ctr">
              <a:buNone/>
              <a:defRPr sz="2250" b="1">
                <a:solidFill>
                  <a:srgbClr val="F0A548"/>
                </a:solidFill>
                <a:latin typeface="Arial"/>
                <a:ea typeface="Arial"/>
                <a:cs typeface="Arial"/>
              </a:defRPr>
            </a:lvl5pPr>
            <a:lvl6pPr algn="ctr">
              <a:buNone/>
              <a:defRPr sz="2250" b="1">
                <a:solidFill>
                  <a:srgbClr val="F0A548"/>
                </a:solidFill>
                <a:latin typeface="Arial"/>
                <a:ea typeface="Arial"/>
                <a:cs typeface="Arial"/>
              </a:defRPr>
            </a:lvl6pPr>
            <a:lvl7pPr algn="ctr">
              <a:buNone/>
              <a:defRPr sz="2250" b="1">
                <a:solidFill>
                  <a:srgbClr val="F0A548"/>
                </a:solidFill>
                <a:latin typeface="Arial"/>
                <a:ea typeface="Arial"/>
                <a:cs typeface="Arial"/>
              </a:defRPr>
            </a:lvl7pPr>
            <a:lvl8pPr algn="ctr">
              <a:buNone/>
              <a:defRPr sz="2250" b="1">
                <a:solidFill>
                  <a:srgbClr val="F0A548"/>
                </a:solidFill>
                <a:latin typeface="Arial"/>
                <a:ea typeface="Arial"/>
                <a:cs typeface="Arial"/>
              </a:defRPr>
            </a:lvl8pPr>
            <a:lvl9pPr algn="ctr">
              <a:buNone/>
              <a:defRPr sz="2250" b="1">
                <a:solidFill>
                  <a:srgbClr val="F0A548"/>
                </a:solidFill>
                <a:latin typeface="Arial"/>
                <a:ea typeface="Arial"/>
                <a:cs typeface="Arial"/>
              </a:defRPr>
            </a:lvl9pPr>
          </a:lstStyle>
          <a:p xmlns:a="http://schemas.openxmlformats.org/drawingml/2006/main">
            <a:pPr algn="ctr">
              <a:buNone/>
              <a:defRPr sz="2250" b="1">
                <a:solidFill>
                  <a:srgbClr val="F0A548"/>
                </a:solidFill>
                <a:latin typeface="Arial"/>
                <a:ea typeface="Arial"/>
                <a:cs typeface="Arial"/>
              </a:defRPr>
            </a:pPr>
            <a:r>
              <a:rPr sz="2250" b="1">
                <a:solidFill>
                  <a:srgbClr val="F0A548"/>
                </a:solidFill>
                <a:latin typeface="Arial"/>
                <a:ea typeface="Arial"/>
                <a:cs typeface="Arial"/>
              </a:rPr>
              <a:t>→</a:t>
            </a:r>
          </a:p>
        </p:txBody>
      </p:sp>
      <p:sp>
        <p:nvSpPr>
          <p:cNvPr id="16" name="stage-num-3">
            <a:extLst xmlns:a="http://schemas.openxmlformats.org/drawingml/2006/main">
              <a:ext uri="{FF2B5EF4-FFF2-40B4-BE49-F238E27FC236}">
                <a16:creationId xmlns:a16="http://schemas.microsoft.com/office/drawing/2014/main" id="{2BD705B0-6D61-448D-902F-4633E724A454}"/>
              </a:ext>
            </a:extLst>
          </p:cNvPr>
          <p:cNvSpPr>
            <a:spLocks xmlns:a="http://schemas.openxmlformats.org/drawingml/2006/main" noGrp="1"/>
          </p:cNvSpPr>
          <p:nvPr/>
        </p:nvSpPr>
        <p:spPr>
          <a:xfrm xmlns:a="http://schemas.openxmlformats.org/drawingml/2006/main">
            <a:off x="7153275" y="30480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buNone/>
              <a:defRPr sz="2025" b="1">
                <a:solidFill>
                  <a:srgbClr val="1688C9"/>
                </a:solidFill>
                <a:latin typeface="Arial"/>
                <a:ea typeface="Arial"/>
                <a:cs typeface="Arial"/>
              </a:defRPr>
            </a:lvl1pPr>
            <a:lvl2pPr algn="l">
              <a:buNone/>
              <a:defRPr sz="2025" b="1">
                <a:solidFill>
                  <a:srgbClr val="1688C9"/>
                </a:solidFill>
                <a:latin typeface="Arial"/>
                <a:ea typeface="Arial"/>
                <a:cs typeface="Arial"/>
              </a:defRPr>
            </a:lvl2pPr>
            <a:lvl3pPr algn="l">
              <a:buNone/>
              <a:defRPr sz="2025" b="1">
                <a:solidFill>
                  <a:srgbClr val="1688C9"/>
                </a:solidFill>
                <a:latin typeface="Arial"/>
                <a:ea typeface="Arial"/>
                <a:cs typeface="Arial"/>
              </a:defRPr>
            </a:lvl3pPr>
            <a:lvl4pPr algn="l">
              <a:buNone/>
              <a:defRPr sz="2025" b="1">
                <a:solidFill>
                  <a:srgbClr val="1688C9"/>
                </a:solidFill>
                <a:latin typeface="Arial"/>
                <a:ea typeface="Arial"/>
                <a:cs typeface="Arial"/>
              </a:defRPr>
            </a:lvl4pPr>
            <a:lvl5pPr algn="l">
              <a:buNone/>
              <a:defRPr sz="2025" b="1">
                <a:solidFill>
                  <a:srgbClr val="1688C9"/>
                </a:solidFill>
                <a:latin typeface="Arial"/>
                <a:ea typeface="Arial"/>
                <a:cs typeface="Arial"/>
              </a:defRPr>
            </a:lvl5pPr>
            <a:lvl6pPr algn="l">
              <a:buNone/>
              <a:defRPr sz="2025" b="1">
                <a:solidFill>
                  <a:srgbClr val="1688C9"/>
                </a:solidFill>
                <a:latin typeface="Arial"/>
                <a:ea typeface="Arial"/>
                <a:cs typeface="Arial"/>
              </a:defRPr>
            </a:lvl6pPr>
            <a:lvl7pPr algn="l">
              <a:buNone/>
              <a:defRPr sz="2025" b="1">
                <a:solidFill>
                  <a:srgbClr val="1688C9"/>
                </a:solidFill>
                <a:latin typeface="Arial"/>
                <a:ea typeface="Arial"/>
                <a:cs typeface="Arial"/>
              </a:defRPr>
            </a:lvl7pPr>
            <a:lvl8pPr algn="l">
              <a:buNone/>
              <a:defRPr sz="2025" b="1">
                <a:solidFill>
                  <a:srgbClr val="1688C9"/>
                </a:solidFill>
                <a:latin typeface="Arial"/>
                <a:ea typeface="Arial"/>
                <a:cs typeface="Arial"/>
              </a:defRPr>
            </a:lvl8pPr>
            <a:lvl9pPr algn="l">
              <a:buNone/>
              <a:defRPr sz="2025" b="1">
                <a:solidFill>
                  <a:srgbClr val="1688C9"/>
                </a:solidFill>
                <a:latin typeface="Arial"/>
                <a:ea typeface="Arial"/>
                <a:cs typeface="Arial"/>
              </a:defRPr>
            </a:lvl9pPr>
          </a:lstStyle>
          <a:p xmlns:a="http://schemas.openxmlformats.org/drawingml/2006/main">
            <a:pPr algn="l">
              <a:buNone/>
              <a:defRPr sz="2025" b="1">
                <a:solidFill>
                  <a:srgbClr val="1688C9"/>
                </a:solidFill>
                <a:latin typeface="Arial"/>
                <a:ea typeface="Arial"/>
                <a:cs typeface="Arial"/>
              </a:defRPr>
            </a:pPr>
            <a:r>
              <a:rPr sz="2025" b="1">
                <a:solidFill>
                  <a:srgbClr val="1688C9"/>
                </a:solidFill>
                <a:latin typeface="Arial"/>
                <a:ea typeface="Arial"/>
                <a:cs typeface="Arial"/>
              </a:rPr>
              <a:t>04</a:t>
            </a:r>
          </a:p>
        </p:txBody>
      </p:sp>
      <p:sp>
        <p:nvSpPr>
          <p:cNvPr id="17" name="stage-3">
            <a:extLst xmlns:a="http://schemas.openxmlformats.org/drawingml/2006/main">
              <a:ext uri="{FF2B5EF4-FFF2-40B4-BE49-F238E27FC236}">
                <a16:creationId xmlns:a16="http://schemas.microsoft.com/office/drawing/2014/main" id="{C16BEA16-907D-4415-B311-CF02185B3830}"/>
              </a:ext>
            </a:extLst>
          </p:cNvPr>
          <p:cNvSpPr>
            <a:spLocks xmlns:a="http://schemas.openxmlformats.org/drawingml/2006/main" noGrp="1"/>
          </p:cNvSpPr>
          <p:nvPr/>
        </p:nvSpPr>
        <p:spPr>
          <a:xfrm xmlns:a="http://schemas.openxmlformats.org/drawingml/2006/main">
            <a:off x="7153275" y="35623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4263D"/>
                </a:solidFill>
                <a:latin typeface="Arial"/>
                <a:ea typeface="Arial"/>
                <a:cs typeface="Arial"/>
              </a:defRPr>
            </a:defPPr>
            <a:lvl1pPr algn="l">
              <a:buNone/>
              <a:defRPr sz="1575" b="1">
                <a:solidFill>
                  <a:srgbClr val="14263D"/>
                </a:solidFill>
                <a:latin typeface="Arial"/>
                <a:ea typeface="Arial"/>
                <a:cs typeface="Arial"/>
              </a:defRPr>
            </a:lvl1pPr>
            <a:lvl2pPr algn="l">
              <a:buNone/>
              <a:defRPr sz="1575" b="1">
                <a:solidFill>
                  <a:srgbClr val="14263D"/>
                </a:solidFill>
                <a:latin typeface="Arial"/>
                <a:ea typeface="Arial"/>
                <a:cs typeface="Arial"/>
              </a:defRPr>
            </a:lvl2pPr>
            <a:lvl3pPr algn="l">
              <a:buNone/>
              <a:defRPr sz="1575" b="1">
                <a:solidFill>
                  <a:srgbClr val="14263D"/>
                </a:solidFill>
                <a:latin typeface="Arial"/>
                <a:ea typeface="Arial"/>
                <a:cs typeface="Arial"/>
              </a:defRPr>
            </a:lvl3pPr>
            <a:lvl4pPr algn="l">
              <a:buNone/>
              <a:defRPr sz="1575" b="1">
                <a:solidFill>
                  <a:srgbClr val="14263D"/>
                </a:solidFill>
                <a:latin typeface="Arial"/>
                <a:ea typeface="Arial"/>
                <a:cs typeface="Arial"/>
              </a:defRPr>
            </a:lvl4pPr>
            <a:lvl5pPr algn="l">
              <a:buNone/>
              <a:defRPr sz="1575" b="1">
                <a:solidFill>
                  <a:srgbClr val="14263D"/>
                </a:solidFill>
                <a:latin typeface="Arial"/>
                <a:ea typeface="Arial"/>
                <a:cs typeface="Arial"/>
              </a:defRPr>
            </a:lvl5pPr>
            <a:lvl6pPr algn="l">
              <a:buNone/>
              <a:defRPr sz="1575" b="1">
                <a:solidFill>
                  <a:srgbClr val="14263D"/>
                </a:solidFill>
                <a:latin typeface="Arial"/>
                <a:ea typeface="Arial"/>
                <a:cs typeface="Arial"/>
              </a:defRPr>
            </a:lvl6pPr>
            <a:lvl7pPr algn="l">
              <a:buNone/>
              <a:defRPr sz="1575" b="1">
                <a:solidFill>
                  <a:srgbClr val="14263D"/>
                </a:solidFill>
                <a:latin typeface="Arial"/>
                <a:ea typeface="Arial"/>
                <a:cs typeface="Arial"/>
              </a:defRPr>
            </a:lvl7pPr>
            <a:lvl8pPr algn="l">
              <a:buNone/>
              <a:defRPr sz="1575" b="1">
                <a:solidFill>
                  <a:srgbClr val="14263D"/>
                </a:solidFill>
                <a:latin typeface="Arial"/>
                <a:ea typeface="Arial"/>
                <a:cs typeface="Arial"/>
              </a:defRPr>
            </a:lvl8pPr>
            <a:lvl9pPr algn="l">
              <a:buNone/>
              <a:defRPr sz="1575" b="1">
                <a:solidFill>
                  <a:srgbClr val="14263D"/>
                </a:solidFill>
                <a:latin typeface="Arial"/>
                <a:ea typeface="Arial"/>
                <a:cs typeface="Arial"/>
              </a:defRPr>
            </a:lvl9pPr>
          </a:lstStyle>
          <a:p xmlns:a="http://schemas.openxmlformats.org/drawingml/2006/main">
            <a:pPr algn="l">
              <a:buNone/>
              <a:defRPr sz="1575" b="1">
                <a:solidFill>
                  <a:srgbClr val="14263D"/>
                </a:solidFill>
                <a:latin typeface="Arial"/>
                <a:ea typeface="Arial"/>
                <a:cs typeface="Arial"/>
              </a:defRPr>
            </a:pPr>
            <a:r>
              <a:rPr sz="1575" b="1">
                <a:solidFill>
                  <a:srgbClr val="14263D"/>
                </a:solidFill>
                <a:latin typeface="Arial"/>
                <a:ea typeface="Arial"/>
                <a:cs typeface="Arial"/>
              </a:rPr>
              <a:t>Versioned</a:t>
            </a:r>
          </a:p>
          <a:p xmlns:a="http://schemas.openxmlformats.org/drawingml/2006/main">
            <a:pPr algn="l">
              <a:buNone/>
              <a:defRPr sz="1575" b="1">
                <a:solidFill>
                  <a:srgbClr val="14263D"/>
                </a:solidFill>
                <a:latin typeface="Arial"/>
                <a:ea typeface="Arial"/>
                <a:cs typeface="Arial"/>
              </a:defRPr>
            </a:pPr>
            <a:r>
              <a:rPr sz="1575" b="1">
                <a:solidFill>
                  <a:srgbClr val="14263D"/>
                </a:solidFill>
                <a:latin typeface="Arial"/>
                <a:ea typeface="Arial"/>
                <a:cs typeface="Arial"/>
              </a:rPr>
              <a:t>analytics results</a:t>
            </a:r>
          </a:p>
        </p:txBody>
      </p:sp>
      <p:sp>
        <p:nvSpPr>
          <p:cNvPr id="18" name="arrow-3">
            <a:extLst xmlns:a="http://schemas.openxmlformats.org/drawingml/2006/main">
              <a:ext uri="{FF2B5EF4-FFF2-40B4-BE49-F238E27FC236}">
                <a16:creationId xmlns:a16="http://schemas.microsoft.com/office/drawing/2014/main" id="{39E6039F-F34C-4718-9DB2-22AAC425C9C8}"/>
              </a:ext>
            </a:extLst>
          </p:cNvPr>
          <p:cNvSpPr>
            <a:spLocks xmlns:a="http://schemas.openxmlformats.org/drawingml/2006/main" noGrp="1"/>
          </p:cNvSpPr>
          <p:nvPr/>
        </p:nvSpPr>
        <p:spPr>
          <a:xfrm xmlns:a="http://schemas.openxmlformats.org/drawingml/2006/main">
            <a:off x="8886825" y="35528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250" b="1">
                <a:solidFill>
                  <a:srgbClr val="F0A548"/>
                </a:solidFill>
                <a:latin typeface="Arial"/>
                <a:ea typeface="Arial"/>
                <a:cs typeface="Arial"/>
              </a:defRPr>
            </a:defPPr>
            <a:lvl1pPr algn="ctr">
              <a:buNone/>
              <a:defRPr sz="2250" b="1">
                <a:solidFill>
                  <a:srgbClr val="F0A548"/>
                </a:solidFill>
                <a:latin typeface="Arial"/>
                <a:ea typeface="Arial"/>
                <a:cs typeface="Arial"/>
              </a:defRPr>
            </a:lvl1pPr>
            <a:lvl2pPr algn="ctr">
              <a:buNone/>
              <a:defRPr sz="2250" b="1">
                <a:solidFill>
                  <a:srgbClr val="F0A548"/>
                </a:solidFill>
                <a:latin typeface="Arial"/>
                <a:ea typeface="Arial"/>
                <a:cs typeface="Arial"/>
              </a:defRPr>
            </a:lvl2pPr>
            <a:lvl3pPr algn="ctr">
              <a:buNone/>
              <a:defRPr sz="2250" b="1">
                <a:solidFill>
                  <a:srgbClr val="F0A548"/>
                </a:solidFill>
                <a:latin typeface="Arial"/>
                <a:ea typeface="Arial"/>
                <a:cs typeface="Arial"/>
              </a:defRPr>
            </a:lvl3pPr>
            <a:lvl4pPr algn="ctr">
              <a:buNone/>
              <a:defRPr sz="2250" b="1">
                <a:solidFill>
                  <a:srgbClr val="F0A548"/>
                </a:solidFill>
                <a:latin typeface="Arial"/>
                <a:ea typeface="Arial"/>
                <a:cs typeface="Arial"/>
              </a:defRPr>
            </a:lvl4pPr>
            <a:lvl5pPr algn="ctr">
              <a:buNone/>
              <a:defRPr sz="2250" b="1">
                <a:solidFill>
                  <a:srgbClr val="F0A548"/>
                </a:solidFill>
                <a:latin typeface="Arial"/>
                <a:ea typeface="Arial"/>
                <a:cs typeface="Arial"/>
              </a:defRPr>
            </a:lvl5pPr>
            <a:lvl6pPr algn="ctr">
              <a:buNone/>
              <a:defRPr sz="2250" b="1">
                <a:solidFill>
                  <a:srgbClr val="F0A548"/>
                </a:solidFill>
                <a:latin typeface="Arial"/>
                <a:ea typeface="Arial"/>
                <a:cs typeface="Arial"/>
              </a:defRPr>
            </a:lvl6pPr>
            <a:lvl7pPr algn="ctr">
              <a:buNone/>
              <a:defRPr sz="2250" b="1">
                <a:solidFill>
                  <a:srgbClr val="F0A548"/>
                </a:solidFill>
                <a:latin typeface="Arial"/>
                <a:ea typeface="Arial"/>
                <a:cs typeface="Arial"/>
              </a:defRPr>
            </a:lvl7pPr>
            <a:lvl8pPr algn="ctr">
              <a:buNone/>
              <a:defRPr sz="2250" b="1">
                <a:solidFill>
                  <a:srgbClr val="F0A548"/>
                </a:solidFill>
                <a:latin typeface="Arial"/>
                <a:ea typeface="Arial"/>
                <a:cs typeface="Arial"/>
              </a:defRPr>
            </a:lvl8pPr>
            <a:lvl9pPr algn="ctr">
              <a:buNone/>
              <a:defRPr sz="2250" b="1">
                <a:solidFill>
                  <a:srgbClr val="F0A548"/>
                </a:solidFill>
                <a:latin typeface="Arial"/>
                <a:ea typeface="Arial"/>
                <a:cs typeface="Arial"/>
              </a:defRPr>
            </a:lvl9pPr>
          </a:lstStyle>
          <a:p xmlns:a="http://schemas.openxmlformats.org/drawingml/2006/main">
            <a:pPr algn="ctr">
              <a:buNone/>
              <a:defRPr sz="2250" b="1">
                <a:solidFill>
                  <a:srgbClr val="F0A548"/>
                </a:solidFill>
                <a:latin typeface="Arial"/>
                <a:ea typeface="Arial"/>
                <a:cs typeface="Arial"/>
              </a:defRPr>
            </a:pPr>
            <a:r>
              <a:rPr sz="2250" b="1">
                <a:solidFill>
                  <a:srgbClr val="F0A548"/>
                </a:solidFill>
                <a:latin typeface="Arial"/>
                <a:ea typeface="Arial"/>
                <a:cs typeface="Arial"/>
              </a:rPr>
              <a:t>→</a:t>
            </a:r>
          </a:p>
        </p:txBody>
      </p:sp>
      <p:sp>
        <p:nvSpPr>
          <p:cNvPr id="19" name="stage-num-4">
            <a:extLst xmlns:a="http://schemas.openxmlformats.org/drawingml/2006/main">
              <a:ext uri="{FF2B5EF4-FFF2-40B4-BE49-F238E27FC236}">
                <a16:creationId xmlns:a16="http://schemas.microsoft.com/office/drawing/2014/main" id="{2D93E2EA-0B53-4E33-A422-C15221E006CE}"/>
              </a:ext>
            </a:extLst>
          </p:cNvPr>
          <p:cNvSpPr>
            <a:spLocks xmlns:a="http://schemas.openxmlformats.org/drawingml/2006/main" noGrp="1"/>
          </p:cNvSpPr>
          <p:nvPr/>
        </p:nvSpPr>
        <p:spPr>
          <a:xfrm xmlns:a="http://schemas.openxmlformats.org/drawingml/2006/main">
            <a:off x="9296400" y="30480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buNone/>
              <a:defRPr sz="2025" b="1">
                <a:solidFill>
                  <a:srgbClr val="1688C9"/>
                </a:solidFill>
                <a:latin typeface="Arial"/>
                <a:ea typeface="Arial"/>
                <a:cs typeface="Arial"/>
              </a:defRPr>
            </a:lvl1pPr>
            <a:lvl2pPr algn="l">
              <a:buNone/>
              <a:defRPr sz="2025" b="1">
                <a:solidFill>
                  <a:srgbClr val="1688C9"/>
                </a:solidFill>
                <a:latin typeface="Arial"/>
                <a:ea typeface="Arial"/>
                <a:cs typeface="Arial"/>
              </a:defRPr>
            </a:lvl2pPr>
            <a:lvl3pPr algn="l">
              <a:buNone/>
              <a:defRPr sz="2025" b="1">
                <a:solidFill>
                  <a:srgbClr val="1688C9"/>
                </a:solidFill>
                <a:latin typeface="Arial"/>
                <a:ea typeface="Arial"/>
                <a:cs typeface="Arial"/>
              </a:defRPr>
            </a:lvl3pPr>
            <a:lvl4pPr algn="l">
              <a:buNone/>
              <a:defRPr sz="2025" b="1">
                <a:solidFill>
                  <a:srgbClr val="1688C9"/>
                </a:solidFill>
                <a:latin typeface="Arial"/>
                <a:ea typeface="Arial"/>
                <a:cs typeface="Arial"/>
              </a:defRPr>
            </a:lvl4pPr>
            <a:lvl5pPr algn="l">
              <a:buNone/>
              <a:defRPr sz="2025" b="1">
                <a:solidFill>
                  <a:srgbClr val="1688C9"/>
                </a:solidFill>
                <a:latin typeface="Arial"/>
                <a:ea typeface="Arial"/>
                <a:cs typeface="Arial"/>
              </a:defRPr>
            </a:lvl5pPr>
            <a:lvl6pPr algn="l">
              <a:buNone/>
              <a:defRPr sz="2025" b="1">
                <a:solidFill>
                  <a:srgbClr val="1688C9"/>
                </a:solidFill>
                <a:latin typeface="Arial"/>
                <a:ea typeface="Arial"/>
                <a:cs typeface="Arial"/>
              </a:defRPr>
            </a:lvl6pPr>
            <a:lvl7pPr algn="l">
              <a:buNone/>
              <a:defRPr sz="2025" b="1">
                <a:solidFill>
                  <a:srgbClr val="1688C9"/>
                </a:solidFill>
                <a:latin typeface="Arial"/>
                <a:ea typeface="Arial"/>
                <a:cs typeface="Arial"/>
              </a:defRPr>
            </a:lvl7pPr>
            <a:lvl8pPr algn="l">
              <a:buNone/>
              <a:defRPr sz="2025" b="1">
                <a:solidFill>
                  <a:srgbClr val="1688C9"/>
                </a:solidFill>
                <a:latin typeface="Arial"/>
                <a:ea typeface="Arial"/>
                <a:cs typeface="Arial"/>
              </a:defRPr>
            </a:lvl8pPr>
            <a:lvl9pPr algn="l">
              <a:buNone/>
              <a:defRPr sz="2025" b="1">
                <a:solidFill>
                  <a:srgbClr val="1688C9"/>
                </a:solidFill>
                <a:latin typeface="Arial"/>
                <a:ea typeface="Arial"/>
                <a:cs typeface="Arial"/>
              </a:defRPr>
            </a:lvl9pPr>
          </a:lstStyle>
          <a:p xmlns:a="http://schemas.openxmlformats.org/drawingml/2006/main">
            <a:pPr algn="l">
              <a:buNone/>
              <a:defRPr sz="2025" b="1">
                <a:solidFill>
                  <a:srgbClr val="1688C9"/>
                </a:solidFill>
                <a:latin typeface="Arial"/>
                <a:ea typeface="Arial"/>
                <a:cs typeface="Arial"/>
              </a:defRPr>
            </a:pPr>
            <a:r>
              <a:rPr sz="2025" b="1">
                <a:solidFill>
                  <a:srgbClr val="1688C9"/>
                </a:solidFill>
                <a:latin typeface="Arial"/>
                <a:ea typeface="Arial"/>
                <a:cs typeface="Arial"/>
              </a:rPr>
              <a:t>05</a:t>
            </a:r>
          </a:p>
        </p:txBody>
      </p:sp>
      <p:sp>
        <p:nvSpPr>
          <p:cNvPr id="20" name="stage-4">
            <a:extLst xmlns:a="http://schemas.openxmlformats.org/drawingml/2006/main">
              <a:ext uri="{FF2B5EF4-FFF2-40B4-BE49-F238E27FC236}">
                <a16:creationId xmlns:a16="http://schemas.microsoft.com/office/drawing/2014/main" id="{FB6AC761-F978-4488-B9FB-28476467F123}"/>
              </a:ext>
            </a:extLst>
          </p:cNvPr>
          <p:cNvSpPr>
            <a:spLocks xmlns:a="http://schemas.openxmlformats.org/drawingml/2006/main" noGrp="1"/>
          </p:cNvSpPr>
          <p:nvPr/>
        </p:nvSpPr>
        <p:spPr>
          <a:xfrm xmlns:a="http://schemas.openxmlformats.org/drawingml/2006/main">
            <a:off x="9296400" y="35623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4263D"/>
                </a:solidFill>
                <a:latin typeface="Arial"/>
                <a:ea typeface="Arial"/>
                <a:cs typeface="Arial"/>
              </a:defRPr>
            </a:defPPr>
            <a:lvl1pPr algn="l">
              <a:buNone/>
              <a:defRPr sz="1575" b="1">
                <a:solidFill>
                  <a:srgbClr val="14263D"/>
                </a:solidFill>
                <a:latin typeface="Arial"/>
                <a:ea typeface="Arial"/>
                <a:cs typeface="Arial"/>
              </a:defRPr>
            </a:lvl1pPr>
            <a:lvl2pPr algn="l">
              <a:buNone/>
              <a:defRPr sz="1575" b="1">
                <a:solidFill>
                  <a:srgbClr val="14263D"/>
                </a:solidFill>
                <a:latin typeface="Arial"/>
                <a:ea typeface="Arial"/>
                <a:cs typeface="Arial"/>
              </a:defRPr>
            </a:lvl2pPr>
            <a:lvl3pPr algn="l">
              <a:buNone/>
              <a:defRPr sz="1575" b="1">
                <a:solidFill>
                  <a:srgbClr val="14263D"/>
                </a:solidFill>
                <a:latin typeface="Arial"/>
                <a:ea typeface="Arial"/>
                <a:cs typeface="Arial"/>
              </a:defRPr>
            </a:lvl3pPr>
            <a:lvl4pPr algn="l">
              <a:buNone/>
              <a:defRPr sz="1575" b="1">
                <a:solidFill>
                  <a:srgbClr val="14263D"/>
                </a:solidFill>
                <a:latin typeface="Arial"/>
                <a:ea typeface="Arial"/>
                <a:cs typeface="Arial"/>
              </a:defRPr>
            </a:lvl4pPr>
            <a:lvl5pPr algn="l">
              <a:buNone/>
              <a:defRPr sz="1575" b="1">
                <a:solidFill>
                  <a:srgbClr val="14263D"/>
                </a:solidFill>
                <a:latin typeface="Arial"/>
                <a:ea typeface="Arial"/>
                <a:cs typeface="Arial"/>
              </a:defRPr>
            </a:lvl5pPr>
            <a:lvl6pPr algn="l">
              <a:buNone/>
              <a:defRPr sz="1575" b="1">
                <a:solidFill>
                  <a:srgbClr val="14263D"/>
                </a:solidFill>
                <a:latin typeface="Arial"/>
                <a:ea typeface="Arial"/>
                <a:cs typeface="Arial"/>
              </a:defRPr>
            </a:lvl6pPr>
            <a:lvl7pPr algn="l">
              <a:buNone/>
              <a:defRPr sz="1575" b="1">
                <a:solidFill>
                  <a:srgbClr val="14263D"/>
                </a:solidFill>
                <a:latin typeface="Arial"/>
                <a:ea typeface="Arial"/>
                <a:cs typeface="Arial"/>
              </a:defRPr>
            </a:lvl7pPr>
            <a:lvl8pPr algn="l">
              <a:buNone/>
              <a:defRPr sz="1575" b="1">
                <a:solidFill>
                  <a:srgbClr val="14263D"/>
                </a:solidFill>
                <a:latin typeface="Arial"/>
                <a:ea typeface="Arial"/>
                <a:cs typeface="Arial"/>
              </a:defRPr>
            </a:lvl8pPr>
            <a:lvl9pPr algn="l">
              <a:buNone/>
              <a:defRPr sz="1575" b="1">
                <a:solidFill>
                  <a:srgbClr val="14263D"/>
                </a:solidFill>
                <a:latin typeface="Arial"/>
                <a:ea typeface="Arial"/>
                <a:cs typeface="Arial"/>
              </a:defRPr>
            </a:lvl9pPr>
          </a:lstStyle>
          <a:p xmlns:a="http://schemas.openxmlformats.org/drawingml/2006/main">
            <a:pPr algn="l">
              <a:buNone/>
              <a:defRPr sz="1575" b="1">
                <a:solidFill>
                  <a:srgbClr val="14263D"/>
                </a:solidFill>
                <a:latin typeface="Arial"/>
                <a:ea typeface="Arial"/>
                <a:cs typeface="Arial"/>
              </a:defRPr>
            </a:pPr>
            <a:r>
              <a:rPr sz="1575" b="1">
                <a:solidFill>
                  <a:srgbClr val="14263D"/>
                </a:solidFill>
                <a:latin typeface="Arial"/>
                <a:ea typeface="Arial"/>
                <a:cs typeface="Arial"/>
              </a:rPr>
              <a:t>Authorized</a:t>
            </a:r>
          </a:p>
          <a:p xmlns:a="http://schemas.openxmlformats.org/drawingml/2006/main">
            <a:pPr algn="l">
              <a:buNone/>
              <a:defRPr sz="1575" b="1">
                <a:solidFill>
                  <a:srgbClr val="14263D"/>
                </a:solidFill>
                <a:latin typeface="Arial"/>
                <a:ea typeface="Arial"/>
                <a:cs typeface="Arial"/>
              </a:defRPr>
            </a:pPr>
            <a:r>
              <a:rPr sz="1575" b="1">
                <a:solidFill>
                  <a:srgbClr val="14263D"/>
                </a:solidFill>
                <a:latin typeface="Arial"/>
                <a:ea typeface="Arial"/>
                <a:cs typeface="Arial"/>
              </a:rPr>
              <a:t>views &amp; tutor</a:t>
            </a:r>
          </a:p>
        </p:txBody>
      </p:sp>
      <p:sp>
        <p:nvSpPr>
          <p:cNvPr id="21" name="">
            <a:extLst xmlns:a="http://schemas.openxmlformats.org/drawingml/2006/main">
              <a:ext uri="{FF2B5EF4-FFF2-40B4-BE49-F238E27FC236}">
                <a16:creationId xmlns:a16="http://schemas.microsoft.com/office/drawing/2014/main" id="{F4FA9FEB-20B7-47B4-A903-A600BEEB1A1F}"/>
              </a:ext>
            </a:extLst>
          </p:cNvPr>
          <p:cNvSpPr>
            <a:spLocks xmlns:a="http://schemas.openxmlformats.org/drawingml/2006/main" noGrp="1"/>
          </p:cNvSpPr>
          <p:nvPr/>
        </p:nvSpPr>
        <p:spPr>
          <a:xfrm xmlns:a="http://schemas.openxmlformats.org/drawingml/2006/main">
            <a:off x="723900" y="4514850"/>
            <a:ext cx="107442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22" name="pipeline-guardrail">
            <a:extLst xmlns:a="http://schemas.openxmlformats.org/drawingml/2006/main">
              <a:ext uri="{FF2B5EF4-FFF2-40B4-BE49-F238E27FC236}">
                <a16:creationId xmlns:a16="http://schemas.microsoft.com/office/drawing/2014/main" id="{76E213D5-57C4-4538-A807-284DDF451CB2}"/>
              </a:ext>
            </a:extLst>
          </p:cNvPr>
          <p:cNvSpPr>
            <a:spLocks xmlns:a="http://schemas.openxmlformats.org/drawingml/2006/main" noGrp="1"/>
          </p:cNvSpPr>
          <p:nvPr/>
        </p:nvSpPr>
        <p:spPr>
          <a:xfrm xmlns:a="http://schemas.openxmlformats.org/drawingml/2006/main">
            <a:off x="723900" y="48101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5B6877"/>
                </a:solidFill>
                <a:latin typeface="Arial"/>
                <a:ea typeface="Arial"/>
                <a:cs typeface="Arial"/>
              </a:defRPr>
            </a:defPPr>
            <a:lvl1pPr algn="l">
              <a:buNone/>
              <a:defRPr sz="1500" b="1">
                <a:solidFill>
                  <a:srgbClr val="5B6877"/>
                </a:solidFill>
                <a:latin typeface="Arial"/>
                <a:ea typeface="Arial"/>
                <a:cs typeface="Arial"/>
              </a:defRPr>
            </a:lvl1pPr>
            <a:lvl2pPr algn="l">
              <a:buNone/>
              <a:defRPr sz="1500" b="1">
                <a:solidFill>
                  <a:srgbClr val="5B6877"/>
                </a:solidFill>
                <a:latin typeface="Arial"/>
                <a:ea typeface="Arial"/>
                <a:cs typeface="Arial"/>
              </a:defRPr>
            </a:lvl2pPr>
            <a:lvl3pPr algn="l">
              <a:buNone/>
              <a:defRPr sz="1500" b="1">
                <a:solidFill>
                  <a:srgbClr val="5B6877"/>
                </a:solidFill>
                <a:latin typeface="Arial"/>
                <a:ea typeface="Arial"/>
                <a:cs typeface="Arial"/>
              </a:defRPr>
            </a:lvl3pPr>
            <a:lvl4pPr algn="l">
              <a:buNone/>
              <a:defRPr sz="1500" b="1">
                <a:solidFill>
                  <a:srgbClr val="5B6877"/>
                </a:solidFill>
                <a:latin typeface="Arial"/>
                <a:ea typeface="Arial"/>
                <a:cs typeface="Arial"/>
              </a:defRPr>
            </a:lvl4pPr>
            <a:lvl5pPr algn="l">
              <a:buNone/>
              <a:defRPr sz="1500" b="1">
                <a:solidFill>
                  <a:srgbClr val="5B6877"/>
                </a:solidFill>
                <a:latin typeface="Arial"/>
                <a:ea typeface="Arial"/>
                <a:cs typeface="Arial"/>
              </a:defRPr>
            </a:lvl5pPr>
            <a:lvl6pPr algn="l">
              <a:buNone/>
              <a:defRPr sz="1500" b="1">
                <a:solidFill>
                  <a:srgbClr val="5B6877"/>
                </a:solidFill>
                <a:latin typeface="Arial"/>
                <a:ea typeface="Arial"/>
                <a:cs typeface="Arial"/>
              </a:defRPr>
            </a:lvl6pPr>
            <a:lvl7pPr algn="l">
              <a:buNone/>
              <a:defRPr sz="1500" b="1">
                <a:solidFill>
                  <a:srgbClr val="5B6877"/>
                </a:solidFill>
                <a:latin typeface="Arial"/>
                <a:ea typeface="Arial"/>
                <a:cs typeface="Arial"/>
              </a:defRPr>
            </a:lvl7pPr>
            <a:lvl8pPr algn="l">
              <a:buNone/>
              <a:defRPr sz="1500" b="1">
                <a:solidFill>
                  <a:srgbClr val="5B6877"/>
                </a:solidFill>
                <a:latin typeface="Arial"/>
                <a:ea typeface="Arial"/>
                <a:cs typeface="Arial"/>
              </a:defRPr>
            </a:lvl8pPr>
            <a:lvl9pPr algn="l">
              <a:buNone/>
              <a:defRPr sz="1500" b="1">
                <a:solidFill>
                  <a:srgbClr val="5B6877"/>
                </a:solidFill>
                <a:latin typeface="Arial"/>
                <a:ea typeface="Arial"/>
                <a:cs typeface="Arial"/>
              </a:defRPr>
            </a:lvl9pPr>
          </a:lstStyle>
          <a:p xmlns:a="http://schemas.openxmlformats.org/drawingml/2006/main">
            <a:pPr algn="l">
              <a:buNone/>
              <a:defRPr sz="1500" b="1">
                <a:solidFill>
                  <a:srgbClr val="5B6877"/>
                </a:solidFill>
                <a:latin typeface="Arial"/>
                <a:ea typeface="Arial"/>
                <a:cs typeface="Arial"/>
              </a:defRPr>
            </a:pPr>
            <a:r>
              <a:rPr sz="1500" b="1">
                <a:solidFill>
                  <a:srgbClr val="5B6877"/>
                </a:solidFill>
                <a:latin typeface="Arial"/>
                <a:ea typeface="Arial"/>
                <a:cs typeface="Arial"/>
              </a:rPr>
              <a:t>Integrity guardrails: typed source references  •  versioned runs  •  row-level access  •  explicit stale / insufficient states</a:t>
            </a:r>
          </a:p>
        </p:txBody>
      </p:sp>
      <p:sp>
        <p:nvSpPr>
          <p:cNvPr id="23" name="pipeline-gap">
            <a:extLst xmlns:a="http://schemas.openxmlformats.org/drawingml/2006/main">
              <a:ext uri="{FF2B5EF4-FFF2-40B4-BE49-F238E27FC236}">
                <a16:creationId xmlns:a16="http://schemas.microsoft.com/office/drawing/2014/main" id="{254B2D7E-585B-4790-BC08-E9CD34477AE4}"/>
              </a:ext>
            </a:extLst>
          </p:cNvPr>
          <p:cNvSpPr>
            <a:spLocks xmlns:a="http://schemas.openxmlformats.org/drawingml/2006/main" noGrp="1"/>
          </p:cNvSpPr>
          <p:nvPr/>
        </p:nvSpPr>
        <p:spPr>
          <a:xfrm xmlns:a="http://schemas.openxmlformats.org/drawingml/2006/main">
            <a:off x="723900" y="56388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C35A61"/>
                </a:solidFill>
                <a:latin typeface="Arial"/>
                <a:ea typeface="Arial"/>
                <a:cs typeface="Arial"/>
              </a:defRPr>
            </a:defPPr>
            <a:lvl1pPr algn="l">
              <a:buNone/>
              <a:defRPr sz="1350" b="1">
                <a:solidFill>
                  <a:srgbClr val="C35A61"/>
                </a:solidFill>
                <a:latin typeface="Arial"/>
                <a:ea typeface="Arial"/>
                <a:cs typeface="Arial"/>
              </a:defRPr>
            </a:lvl1pPr>
            <a:lvl2pPr algn="l">
              <a:buNone/>
              <a:defRPr sz="1350" b="1">
                <a:solidFill>
                  <a:srgbClr val="C35A61"/>
                </a:solidFill>
                <a:latin typeface="Arial"/>
                <a:ea typeface="Arial"/>
                <a:cs typeface="Arial"/>
              </a:defRPr>
            </a:lvl2pPr>
            <a:lvl3pPr algn="l">
              <a:buNone/>
              <a:defRPr sz="1350" b="1">
                <a:solidFill>
                  <a:srgbClr val="C35A61"/>
                </a:solidFill>
                <a:latin typeface="Arial"/>
                <a:ea typeface="Arial"/>
                <a:cs typeface="Arial"/>
              </a:defRPr>
            </a:lvl3pPr>
            <a:lvl4pPr algn="l">
              <a:buNone/>
              <a:defRPr sz="1350" b="1">
                <a:solidFill>
                  <a:srgbClr val="C35A61"/>
                </a:solidFill>
                <a:latin typeface="Arial"/>
                <a:ea typeface="Arial"/>
                <a:cs typeface="Arial"/>
              </a:defRPr>
            </a:lvl4pPr>
            <a:lvl5pPr algn="l">
              <a:buNone/>
              <a:defRPr sz="1350" b="1">
                <a:solidFill>
                  <a:srgbClr val="C35A61"/>
                </a:solidFill>
                <a:latin typeface="Arial"/>
                <a:ea typeface="Arial"/>
                <a:cs typeface="Arial"/>
              </a:defRPr>
            </a:lvl5pPr>
            <a:lvl6pPr algn="l">
              <a:buNone/>
              <a:defRPr sz="1350" b="1">
                <a:solidFill>
                  <a:srgbClr val="C35A61"/>
                </a:solidFill>
                <a:latin typeface="Arial"/>
                <a:ea typeface="Arial"/>
                <a:cs typeface="Arial"/>
              </a:defRPr>
            </a:lvl6pPr>
            <a:lvl7pPr algn="l">
              <a:buNone/>
              <a:defRPr sz="1350" b="1">
                <a:solidFill>
                  <a:srgbClr val="C35A61"/>
                </a:solidFill>
                <a:latin typeface="Arial"/>
                <a:ea typeface="Arial"/>
                <a:cs typeface="Arial"/>
              </a:defRPr>
            </a:lvl7pPr>
            <a:lvl8pPr algn="l">
              <a:buNone/>
              <a:defRPr sz="1350" b="1">
                <a:solidFill>
                  <a:srgbClr val="C35A61"/>
                </a:solidFill>
                <a:latin typeface="Arial"/>
                <a:ea typeface="Arial"/>
                <a:cs typeface="Arial"/>
              </a:defRPr>
            </a:lvl8pPr>
            <a:lvl9pPr algn="l">
              <a:buNone/>
              <a:defRPr sz="1350" b="1">
                <a:solidFill>
                  <a:srgbClr val="C35A61"/>
                </a:solidFill>
                <a:latin typeface="Arial"/>
                <a:ea typeface="Arial"/>
                <a:cs typeface="Arial"/>
              </a:defRPr>
            </a:lvl9pPr>
          </a:lstStyle>
          <a:p xmlns:a="http://schemas.openxmlformats.org/drawingml/2006/main">
            <a:pPr algn="l">
              <a:buNone/>
              <a:defRPr sz="1350" b="1">
                <a:solidFill>
                  <a:srgbClr val="C35A61"/>
                </a:solidFill>
                <a:latin typeface="Arial"/>
                <a:ea typeface="Arial"/>
                <a:cs typeface="Arial"/>
              </a:defRPr>
            </a:pPr>
            <a:r>
              <a:rPr sz="1350" b="1">
                <a:solidFill>
                  <a:srgbClr val="C35A61"/>
                </a:solidFill>
                <a:latin typeface="Arial"/>
                <a:ea typeface="Arial"/>
                <a:cs typeface="Arial"/>
              </a:rPr>
              <a:t>The live OCR and error-classification producer is still incomplete; unknown evidence is not labeled “no errors.”</a:t>
            </a:r>
          </a:p>
        </p:txBody>
      </p:sp>
    </p:spTree>
    <p:extLst>
      <p:ext uri="{BB962C8B-B14F-4D97-AF65-F5344CB8AC3E}">
        <p14:creationId xmlns:p14="http://schemas.microsoft.com/office/powerpoint/2010/main" val="11636367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2E79E3DF-4B64-4313-9E87-C76307B7FA5B}"/>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buNone/>
              <a:defRPr sz="1050" b="1">
                <a:solidFill>
                  <a:srgbClr val="1688C9"/>
                </a:solidFill>
                <a:latin typeface="Arial"/>
                <a:ea typeface="Arial"/>
                <a:cs typeface="Arial"/>
              </a:defRPr>
            </a:lvl1pPr>
            <a:lvl2pPr algn="l">
              <a:buNone/>
              <a:defRPr sz="1050" b="1">
                <a:solidFill>
                  <a:srgbClr val="1688C9"/>
                </a:solidFill>
                <a:latin typeface="Arial"/>
                <a:ea typeface="Arial"/>
                <a:cs typeface="Arial"/>
              </a:defRPr>
            </a:lvl2pPr>
            <a:lvl3pPr algn="l">
              <a:buNone/>
              <a:defRPr sz="1050" b="1">
                <a:solidFill>
                  <a:srgbClr val="1688C9"/>
                </a:solidFill>
                <a:latin typeface="Arial"/>
                <a:ea typeface="Arial"/>
                <a:cs typeface="Arial"/>
              </a:defRPr>
            </a:lvl3pPr>
            <a:lvl4pPr algn="l">
              <a:buNone/>
              <a:defRPr sz="1050" b="1">
                <a:solidFill>
                  <a:srgbClr val="1688C9"/>
                </a:solidFill>
                <a:latin typeface="Arial"/>
                <a:ea typeface="Arial"/>
                <a:cs typeface="Arial"/>
              </a:defRPr>
            </a:lvl4pPr>
            <a:lvl5pPr algn="l">
              <a:buNone/>
              <a:defRPr sz="1050" b="1">
                <a:solidFill>
                  <a:srgbClr val="1688C9"/>
                </a:solidFill>
                <a:latin typeface="Arial"/>
                <a:ea typeface="Arial"/>
                <a:cs typeface="Arial"/>
              </a:defRPr>
            </a:lvl5pPr>
            <a:lvl6pPr algn="l">
              <a:buNone/>
              <a:defRPr sz="1050" b="1">
                <a:solidFill>
                  <a:srgbClr val="1688C9"/>
                </a:solidFill>
                <a:latin typeface="Arial"/>
                <a:ea typeface="Arial"/>
                <a:cs typeface="Arial"/>
              </a:defRPr>
            </a:lvl6pPr>
            <a:lvl7pPr algn="l">
              <a:buNone/>
              <a:defRPr sz="1050" b="1">
                <a:solidFill>
                  <a:srgbClr val="1688C9"/>
                </a:solidFill>
                <a:latin typeface="Arial"/>
                <a:ea typeface="Arial"/>
                <a:cs typeface="Arial"/>
              </a:defRPr>
            </a:lvl7pPr>
            <a:lvl8pPr algn="l">
              <a:buNone/>
              <a:defRPr sz="1050" b="1">
                <a:solidFill>
                  <a:srgbClr val="1688C9"/>
                </a:solidFill>
                <a:latin typeface="Arial"/>
                <a:ea typeface="Arial"/>
                <a:cs typeface="Arial"/>
              </a:defRPr>
            </a:lvl8pPr>
            <a:lvl9pPr algn="l">
              <a:buNone/>
              <a:defRPr sz="1050" b="1">
                <a:solidFill>
                  <a:srgbClr val="1688C9"/>
                </a:solidFill>
                <a:latin typeface="Arial"/>
                <a:ea typeface="Arial"/>
                <a:cs typeface="Arial"/>
              </a:defRPr>
            </a:lvl9pPr>
          </a:lstStyle>
          <a:p xmlns:a="http://schemas.openxmlformats.org/drawingml/2006/main">
            <a:pPr algn="l">
              <a:buNone/>
              <a:defRPr sz="1050" b="1">
                <a:solidFill>
                  <a:srgbClr val="1688C9"/>
                </a:solidFill>
                <a:latin typeface="Arial"/>
                <a:ea typeface="Arial"/>
                <a:cs typeface="Arial"/>
              </a:defRPr>
            </a:pPr>
            <a:r>
              <a:rPr sz="1050" b="1">
                <a:solidFill>
                  <a:srgbClr val="1688C9"/>
                </a:solidFill>
                <a:latin typeface="Arial"/>
                <a:ea typeface="Arial"/>
                <a:cs typeface="Arial"/>
              </a:rPr>
              <a:t>VERIFIED SNAPSHOT</a:t>
            </a:r>
          </a:p>
        </p:txBody>
      </p:sp>
      <p:sp>
        <p:nvSpPr>
          <p:cNvPr id="2" name="title">
            <a:extLst xmlns:a="http://schemas.openxmlformats.org/drawingml/2006/main">
              <a:ext uri="{FF2B5EF4-FFF2-40B4-BE49-F238E27FC236}">
                <a16:creationId xmlns:a16="http://schemas.microsoft.com/office/drawing/2014/main" id="{1FAFFBE3-6D23-4616-9F8E-1F602DCE3D7A}"/>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buNone/>
              <a:defRPr sz="3225" b="1">
                <a:solidFill>
                  <a:srgbClr val="14263D"/>
                </a:solidFill>
                <a:latin typeface="Arial"/>
                <a:ea typeface="Arial"/>
                <a:cs typeface="Arial"/>
              </a:defRPr>
            </a:lvl1pPr>
            <a:lvl2pPr algn="l">
              <a:buNone/>
              <a:defRPr sz="3225" b="1">
                <a:solidFill>
                  <a:srgbClr val="14263D"/>
                </a:solidFill>
                <a:latin typeface="Arial"/>
                <a:ea typeface="Arial"/>
                <a:cs typeface="Arial"/>
              </a:defRPr>
            </a:lvl2pPr>
            <a:lvl3pPr algn="l">
              <a:buNone/>
              <a:defRPr sz="3225" b="1">
                <a:solidFill>
                  <a:srgbClr val="14263D"/>
                </a:solidFill>
                <a:latin typeface="Arial"/>
                <a:ea typeface="Arial"/>
                <a:cs typeface="Arial"/>
              </a:defRPr>
            </a:lvl3pPr>
            <a:lvl4pPr algn="l">
              <a:buNone/>
              <a:defRPr sz="3225" b="1">
                <a:solidFill>
                  <a:srgbClr val="14263D"/>
                </a:solidFill>
                <a:latin typeface="Arial"/>
                <a:ea typeface="Arial"/>
                <a:cs typeface="Arial"/>
              </a:defRPr>
            </a:lvl4pPr>
            <a:lvl5pPr algn="l">
              <a:buNone/>
              <a:defRPr sz="3225" b="1">
                <a:solidFill>
                  <a:srgbClr val="14263D"/>
                </a:solidFill>
                <a:latin typeface="Arial"/>
                <a:ea typeface="Arial"/>
                <a:cs typeface="Arial"/>
              </a:defRPr>
            </a:lvl5pPr>
            <a:lvl6pPr algn="l">
              <a:buNone/>
              <a:defRPr sz="3225" b="1">
                <a:solidFill>
                  <a:srgbClr val="14263D"/>
                </a:solidFill>
                <a:latin typeface="Arial"/>
                <a:ea typeface="Arial"/>
                <a:cs typeface="Arial"/>
              </a:defRPr>
            </a:lvl6pPr>
            <a:lvl7pPr algn="l">
              <a:buNone/>
              <a:defRPr sz="3225" b="1">
                <a:solidFill>
                  <a:srgbClr val="14263D"/>
                </a:solidFill>
                <a:latin typeface="Arial"/>
                <a:ea typeface="Arial"/>
                <a:cs typeface="Arial"/>
              </a:defRPr>
            </a:lvl7pPr>
            <a:lvl8pPr algn="l">
              <a:buNone/>
              <a:defRPr sz="3225" b="1">
                <a:solidFill>
                  <a:srgbClr val="14263D"/>
                </a:solidFill>
                <a:latin typeface="Arial"/>
                <a:ea typeface="Arial"/>
                <a:cs typeface="Arial"/>
              </a:defRPr>
            </a:lvl8pPr>
            <a:lvl9pPr algn="l">
              <a:buNone/>
              <a:defRPr sz="3225" b="1">
                <a:solidFill>
                  <a:srgbClr val="14263D"/>
                </a:solidFill>
                <a:latin typeface="Arial"/>
                <a:ea typeface="Arial"/>
                <a:cs typeface="Arial"/>
              </a:defRPr>
            </a:lvl9pPr>
          </a:lstStyle>
          <a:p xmlns:a="http://schemas.openxmlformats.org/drawingml/2006/main">
            <a:pPr algn="l">
              <a:buNone/>
              <a:defRPr sz="3225" b="1">
                <a:solidFill>
                  <a:srgbClr val="14263D"/>
                </a:solidFill>
                <a:latin typeface="Arial"/>
                <a:ea typeface="Arial"/>
                <a:cs typeface="Arial"/>
              </a:defRPr>
            </a:pPr>
            <a:r>
              <a:rPr sz="3225" b="1">
                <a:solidFill>
                  <a:srgbClr val="14263D"/>
                </a:solidFill>
                <a:latin typeface="Arial"/>
                <a:ea typeface="Arial"/>
                <a:cs typeface="Arial"/>
              </a:rPr>
              <a:t>A current analytics run is backed by linked evidence</a:t>
            </a:r>
          </a:p>
        </p:txBody>
      </p:sp>
      <p:sp>
        <p:nvSpPr>
          <p:cNvPr id="3" name="">
            <a:extLst xmlns:a="http://schemas.openxmlformats.org/drawingml/2006/main">
              <a:ext uri="{FF2B5EF4-FFF2-40B4-BE49-F238E27FC236}">
                <a16:creationId xmlns:a16="http://schemas.microsoft.com/office/drawing/2014/main" id="{D989F6F2-FF80-423A-B667-DBC8B4A4C590}"/>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8B6B5314-3E67-423D-A43C-9D270538E4EA}"/>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buNone/>
              <a:defRPr sz="975" b="1">
                <a:solidFill>
                  <a:srgbClr val="5B6877"/>
                </a:solidFill>
                <a:latin typeface="Arial"/>
                <a:ea typeface="Arial"/>
                <a:cs typeface="Arial"/>
              </a:defRPr>
            </a:lvl1pPr>
            <a:lvl2pPr algn="l">
              <a:buNone/>
              <a:defRPr sz="975" b="1">
                <a:solidFill>
                  <a:srgbClr val="5B6877"/>
                </a:solidFill>
                <a:latin typeface="Arial"/>
                <a:ea typeface="Arial"/>
                <a:cs typeface="Arial"/>
              </a:defRPr>
            </a:lvl2pPr>
            <a:lvl3pPr algn="l">
              <a:buNone/>
              <a:defRPr sz="975" b="1">
                <a:solidFill>
                  <a:srgbClr val="5B6877"/>
                </a:solidFill>
                <a:latin typeface="Arial"/>
                <a:ea typeface="Arial"/>
                <a:cs typeface="Arial"/>
              </a:defRPr>
            </a:lvl3pPr>
            <a:lvl4pPr algn="l">
              <a:buNone/>
              <a:defRPr sz="975" b="1">
                <a:solidFill>
                  <a:srgbClr val="5B6877"/>
                </a:solidFill>
                <a:latin typeface="Arial"/>
                <a:ea typeface="Arial"/>
                <a:cs typeface="Arial"/>
              </a:defRPr>
            </a:lvl4pPr>
            <a:lvl5pPr algn="l">
              <a:buNone/>
              <a:defRPr sz="975" b="1">
                <a:solidFill>
                  <a:srgbClr val="5B6877"/>
                </a:solidFill>
                <a:latin typeface="Arial"/>
                <a:ea typeface="Arial"/>
                <a:cs typeface="Arial"/>
              </a:defRPr>
            </a:lvl5pPr>
            <a:lvl6pPr algn="l">
              <a:buNone/>
              <a:defRPr sz="975" b="1">
                <a:solidFill>
                  <a:srgbClr val="5B6877"/>
                </a:solidFill>
                <a:latin typeface="Arial"/>
                <a:ea typeface="Arial"/>
                <a:cs typeface="Arial"/>
              </a:defRPr>
            </a:lvl6pPr>
            <a:lvl7pPr algn="l">
              <a:buNone/>
              <a:defRPr sz="975" b="1">
                <a:solidFill>
                  <a:srgbClr val="5B6877"/>
                </a:solidFill>
                <a:latin typeface="Arial"/>
                <a:ea typeface="Arial"/>
                <a:cs typeface="Arial"/>
              </a:defRPr>
            </a:lvl7pPr>
            <a:lvl8pPr algn="l">
              <a:buNone/>
              <a:defRPr sz="975" b="1">
                <a:solidFill>
                  <a:srgbClr val="5B6877"/>
                </a:solidFill>
                <a:latin typeface="Arial"/>
                <a:ea typeface="Arial"/>
                <a:cs typeface="Arial"/>
              </a:defRPr>
            </a:lvl8pPr>
            <a:lvl9pPr algn="l">
              <a:buNone/>
              <a:defRPr sz="975" b="1">
                <a:solidFill>
                  <a:srgbClr val="5B6877"/>
                </a:solidFill>
                <a:latin typeface="Arial"/>
                <a:ea typeface="Arial"/>
                <a:cs typeface="Arial"/>
              </a:defRPr>
            </a:lvl9pPr>
          </a:lstStyle>
          <a:p xmlns:a="http://schemas.openxmlformats.org/drawingml/2006/main">
            <a:pPr algn="l">
              <a:buNone/>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DA0E712C-9412-4F9E-B6FD-855F8CDA2EDD}"/>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buNone/>
              <a:defRPr sz="1050" b="1">
                <a:solidFill>
                  <a:srgbClr val="1688C9"/>
                </a:solidFill>
                <a:latin typeface="Arial"/>
                <a:ea typeface="Arial"/>
                <a:cs typeface="Arial"/>
              </a:defRPr>
            </a:lvl1pPr>
            <a:lvl2pPr algn="r">
              <a:buNone/>
              <a:defRPr sz="1050" b="1">
                <a:solidFill>
                  <a:srgbClr val="1688C9"/>
                </a:solidFill>
                <a:latin typeface="Arial"/>
                <a:ea typeface="Arial"/>
                <a:cs typeface="Arial"/>
              </a:defRPr>
            </a:lvl2pPr>
            <a:lvl3pPr algn="r">
              <a:buNone/>
              <a:defRPr sz="1050" b="1">
                <a:solidFill>
                  <a:srgbClr val="1688C9"/>
                </a:solidFill>
                <a:latin typeface="Arial"/>
                <a:ea typeface="Arial"/>
                <a:cs typeface="Arial"/>
              </a:defRPr>
            </a:lvl3pPr>
            <a:lvl4pPr algn="r">
              <a:buNone/>
              <a:defRPr sz="1050" b="1">
                <a:solidFill>
                  <a:srgbClr val="1688C9"/>
                </a:solidFill>
                <a:latin typeface="Arial"/>
                <a:ea typeface="Arial"/>
                <a:cs typeface="Arial"/>
              </a:defRPr>
            </a:lvl4pPr>
            <a:lvl5pPr algn="r">
              <a:buNone/>
              <a:defRPr sz="1050" b="1">
                <a:solidFill>
                  <a:srgbClr val="1688C9"/>
                </a:solidFill>
                <a:latin typeface="Arial"/>
                <a:ea typeface="Arial"/>
                <a:cs typeface="Arial"/>
              </a:defRPr>
            </a:lvl5pPr>
            <a:lvl6pPr algn="r">
              <a:buNone/>
              <a:defRPr sz="1050" b="1">
                <a:solidFill>
                  <a:srgbClr val="1688C9"/>
                </a:solidFill>
                <a:latin typeface="Arial"/>
                <a:ea typeface="Arial"/>
                <a:cs typeface="Arial"/>
              </a:defRPr>
            </a:lvl6pPr>
            <a:lvl7pPr algn="r">
              <a:buNone/>
              <a:defRPr sz="1050" b="1">
                <a:solidFill>
                  <a:srgbClr val="1688C9"/>
                </a:solidFill>
                <a:latin typeface="Arial"/>
                <a:ea typeface="Arial"/>
                <a:cs typeface="Arial"/>
              </a:defRPr>
            </a:lvl7pPr>
            <a:lvl8pPr algn="r">
              <a:buNone/>
              <a:defRPr sz="1050" b="1">
                <a:solidFill>
                  <a:srgbClr val="1688C9"/>
                </a:solidFill>
                <a:latin typeface="Arial"/>
                <a:ea typeface="Arial"/>
                <a:cs typeface="Arial"/>
              </a:defRPr>
            </a:lvl8pPr>
            <a:lvl9pPr algn="r">
              <a:buNone/>
              <a:defRPr sz="1050" b="1">
                <a:solidFill>
                  <a:srgbClr val="1688C9"/>
                </a:solidFill>
                <a:latin typeface="Arial"/>
                <a:ea typeface="Arial"/>
                <a:cs typeface="Arial"/>
              </a:defRPr>
            </a:lvl9pPr>
          </a:lstStyle>
          <a:p xmlns:a="http://schemas.openxmlformats.org/drawingml/2006/main">
            <a:pPr algn="r">
              <a:buNone/>
              <a:defRPr sz="1050" b="1">
                <a:solidFill>
                  <a:srgbClr val="1688C9"/>
                </a:solidFill>
                <a:latin typeface="Arial"/>
                <a:ea typeface="Arial"/>
                <a:cs typeface="Arial"/>
              </a:defRPr>
            </a:pPr>
            <a:r>
              <a:rPr sz="1050" b="1">
                <a:solidFill>
                  <a:srgbClr val="1688C9"/>
                </a:solidFill>
                <a:latin typeface="Arial"/>
                <a:ea typeface="Arial"/>
                <a:cs typeface="Arial"/>
              </a:rPr>
              <a:t>05</a:t>
            </a:r>
          </a:p>
        </p:txBody>
      </p:sp>
      <p:sp>
        <p:nvSpPr>
          <p:cNvPr id="6" name="takeaway">
            <a:extLst xmlns:a="http://schemas.openxmlformats.org/drawingml/2006/main">
              <a:ext uri="{FF2B5EF4-FFF2-40B4-BE49-F238E27FC236}">
                <a16:creationId xmlns:a16="http://schemas.microsoft.com/office/drawing/2014/main" id="{A9991DAF-314E-4E1D-8A5B-DF6A459E378C}"/>
              </a:ext>
            </a:extLst>
          </p:cNvPr>
          <p:cNvSpPr>
            <a:spLocks xmlns:a="http://schemas.openxmlformats.org/drawingml/2006/main" noGrp="1"/>
          </p:cNvSpPr>
          <p:nvPr/>
        </p:nvSpPr>
        <p:spPr>
          <a:xfrm xmlns:a="http://schemas.openxmlformats.org/drawingml/2006/main">
            <a:off x="685800" y="169545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14263D"/>
                </a:solidFill>
                <a:latin typeface="Arial"/>
                <a:ea typeface="Arial"/>
                <a:cs typeface="Arial"/>
              </a:defRPr>
            </a:defPPr>
            <a:lvl1pPr algn="l">
              <a:buNone/>
              <a:defRPr sz="2100" b="1">
                <a:solidFill>
                  <a:srgbClr val="14263D"/>
                </a:solidFill>
                <a:latin typeface="Arial"/>
                <a:ea typeface="Arial"/>
                <a:cs typeface="Arial"/>
              </a:defRPr>
            </a:lvl1pPr>
            <a:lvl2pPr algn="l">
              <a:buNone/>
              <a:defRPr sz="2100" b="1">
                <a:solidFill>
                  <a:srgbClr val="14263D"/>
                </a:solidFill>
                <a:latin typeface="Arial"/>
                <a:ea typeface="Arial"/>
                <a:cs typeface="Arial"/>
              </a:defRPr>
            </a:lvl2pPr>
            <a:lvl3pPr algn="l">
              <a:buNone/>
              <a:defRPr sz="2100" b="1">
                <a:solidFill>
                  <a:srgbClr val="14263D"/>
                </a:solidFill>
                <a:latin typeface="Arial"/>
                <a:ea typeface="Arial"/>
                <a:cs typeface="Arial"/>
              </a:defRPr>
            </a:lvl3pPr>
            <a:lvl4pPr algn="l">
              <a:buNone/>
              <a:defRPr sz="2100" b="1">
                <a:solidFill>
                  <a:srgbClr val="14263D"/>
                </a:solidFill>
                <a:latin typeface="Arial"/>
                <a:ea typeface="Arial"/>
                <a:cs typeface="Arial"/>
              </a:defRPr>
            </a:lvl4pPr>
            <a:lvl5pPr algn="l">
              <a:buNone/>
              <a:defRPr sz="2100" b="1">
                <a:solidFill>
                  <a:srgbClr val="14263D"/>
                </a:solidFill>
                <a:latin typeface="Arial"/>
                <a:ea typeface="Arial"/>
                <a:cs typeface="Arial"/>
              </a:defRPr>
            </a:lvl5pPr>
            <a:lvl6pPr algn="l">
              <a:buNone/>
              <a:defRPr sz="2100" b="1">
                <a:solidFill>
                  <a:srgbClr val="14263D"/>
                </a:solidFill>
                <a:latin typeface="Arial"/>
                <a:ea typeface="Arial"/>
                <a:cs typeface="Arial"/>
              </a:defRPr>
            </a:lvl6pPr>
            <a:lvl7pPr algn="l">
              <a:buNone/>
              <a:defRPr sz="2100" b="1">
                <a:solidFill>
                  <a:srgbClr val="14263D"/>
                </a:solidFill>
                <a:latin typeface="Arial"/>
                <a:ea typeface="Arial"/>
                <a:cs typeface="Arial"/>
              </a:defRPr>
            </a:lvl7pPr>
            <a:lvl8pPr algn="l">
              <a:buNone/>
              <a:defRPr sz="2100" b="1">
                <a:solidFill>
                  <a:srgbClr val="14263D"/>
                </a:solidFill>
                <a:latin typeface="Arial"/>
                <a:ea typeface="Arial"/>
                <a:cs typeface="Arial"/>
              </a:defRPr>
            </a:lvl8pPr>
            <a:lvl9pPr algn="l">
              <a:buNone/>
              <a:defRPr sz="2100" b="1">
                <a:solidFill>
                  <a:srgbClr val="14263D"/>
                </a:solidFill>
                <a:latin typeface="Arial"/>
                <a:ea typeface="Arial"/>
                <a:cs typeface="Arial"/>
              </a:defRPr>
            </a:lvl9pPr>
          </a:lstStyle>
          <a:p xmlns:a="http://schemas.openxmlformats.org/drawingml/2006/main">
            <a:pPr algn="l">
              <a:buNone/>
              <a:defRPr sz="2100" b="1">
                <a:solidFill>
                  <a:srgbClr val="14263D"/>
                </a:solidFill>
                <a:latin typeface="Arial"/>
                <a:ea typeface="Arial"/>
                <a:cs typeface="Arial"/>
              </a:defRPr>
            </a:pPr>
            <a:r>
              <a:rPr sz="2100" b="1">
                <a:solidFill>
                  <a:srgbClr val="14263D"/>
                </a:solidFill>
                <a:latin typeface="Arial"/>
                <a:ea typeface="Arial"/>
                <a:cs typeface="Arial"/>
              </a:rPr>
              <a:t>163 versioned results passed the project’s current checks.</a:t>
            </a:r>
          </a:p>
        </p:txBody>
      </p:sp>
      <p:sp>
        <p:nvSpPr>
          <p:cNvPr id="8" name="metric-valid current LERs">
            <a:extLst xmlns:a="http://schemas.openxmlformats.org/drawingml/2006/main">
              <a:ext uri="{FF2B5EF4-FFF2-40B4-BE49-F238E27FC236}">
                <a16:creationId xmlns:a16="http://schemas.microsoft.com/office/drawing/2014/main" id="{30BE2D7D-198C-420D-8AEB-FBA369EF69B6}"/>
              </a:ext>
            </a:extLst>
          </p:cNvPr>
          <p:cNvSpPr>
            <a:spLocks xmlns:a="http://schemas.openxmlformats.org/drawingml/2006/main" noGrp="1"/>
          </p:cNvSpPr>
          <p:nvPr/>
        </p:nvSpPr>
        <p:spPr>
          <a:xfrm xmlns:a="http://schemas.openxmlformats.org/drawingml/2006/main">
            <a:off x="7620000" y="24765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1688C9"/>
                </a:solidFill>
                <a:latin typeface="Arial"/>
                <a:ea typeface="Arial"/>
                <a:cs typeface="Arial"/>
              </a:defRPr>
            </a:defPPr>
            <a:lvl1pPr algn="l">
              <a:buNone/>
              <a:defRPr sz="4050" b="1">
                <a:solidFill>
                  <a:srgbClr val="1688C9"/>
                </a:solidFill>
                <a:latin typeface="Arial"/>
                <a:ea typeface="Arial"/>
                <a:cs typeface="Arial"/>
              </a:defRPr>
            </a:lvl1pPr>
            <a:lvl2pPr algn="l">
              <a:buNone/>
              <a:defRPr sz="4050" b="1">
                <a:solidFill>
                  <a:srgbClr val="1688C9"/>
                </a:solidFill>
                <a:latin typeface="Arial"/>
                <a:ea typeface="Arial"/>
                <a:cs typeface="Arial"/>
              </a:defRPr>
            </a:lvl2pPr>
            <a:lvl3pPr algn="l">
              <a:buNone/>
              <a:defRPr sz="4050" b="1">
                <a:solidFill>
                  <a:srgbClr val="1688C9"/>
                </a:solidFill>
                <a:latin typeface="Arial"/>
                <a:ea typeface="Arial"/>
                <a:cs typeface="Arial"/>
              </a:defRPr>
            </a:lvl3pPr>
            <a:lvl4pPr algn="l">
              <a:buNone/>
              <a:defRPr sz="4050" b="1">
                <a:solidFill>
                  <a:srgbClr val="1688C9"/>
                </a:solidFill>
                <a:latin typeface="Arial"/>
                <a:ea typeface="Arial"/>
                <a:cs typeface="Arial"/>
              </a:defRPr>
            </a:lvl4pPr>
            <a:lvl5pPr algn="l">
              <a:buNone/>
              <a:defRPr sz="4050" b="1">
                <a:solidFill>
                  <a:srgbClr val="1688C9"/>
                </a:solidFill>
                <a:latin typeface="Arial"/>
                <a:ea typeface="Arial"/>
                <a:cs typeface="Arial"/>
              </a:defRPr>
            </a:lvl5pPr>
            <a:lvl6pPr algn="l">
              <a:buNone/>
              <a:defRPr sz="4050" b="1">
                <a:solidFill>
                  <a:srgbClr val="1688C9"/>
                </a:solidFill>
                <a:latin typeface="Arial"/>
                <a:ea typeface="Arial"/>
                <a:cs typeface="Arial"/>
              </a:defRPr>
            </a:lvl6pPr>
            <a:lvl7pPr algn="l">
              <a:buNone/>
              <a:defRPr sz="4050" b="1">
                <a:solidFill>
                  <a:srgbClr val="1688C9"/>
                </a:solidFill>
                <a:latin typeface="Arial"/>
                <a:ea typeface="Arial"/>
                <a:cs typeface="Arial"/>
              </a:defRPr>
            </a:lvl7pPr>
            <a:lvl8pPr algn="l">
              <a:buNone/>
              <a:defRPr sz="4050" b="1">
                <a:solidFill>
                  <a:srgbClr val="1688C9"/>
                </a:solidFill>
                <a:latin typeface="Arial"/>
                <a:ea typeface="Arial"/>
                <a:cs typeface="Arial"/>
              </a:defRPr>
            </a:lvl8pPr>
            <a:lvl9pPr algn="l">
              <a:buNone/>
              <a:defRPr sz="4050" b="1">
                <a:solidFill>
                  <a:srgbClr val="1688C9"/>
                </a:solidFill>
                <a:latin typeface="Arial"/>
                <a:ea typeface="Arial"/>
                <a:cs typeface="Arial"/>
              </a:defRPr>
            </a:lvl9pPr>
          </a:lstStyle>
          <a:p xmlns:a="http://schemas.openxmlformats.org/drawingml/2006/main">
            <a:pPr algn="l">
              <a:buNone/>
              <a:defRPr sz="4050" b="1">
                <a:solidFill>
                  <a:srgbClr val="1688C9"/>
                </a:solidFill>
                <a:latin typeface="Arial"/>
                <a:ea typeface="Arial"/>
                <a:cs typeface="Arial"/>
              </a:defRPr>
            </a:pPr>
            <a:r>
              <a:rPr sz="4050" b="1">
                <a:solidFill>
                  <a:srgbClr val="1688C9"/>
                </a:solidFill>
                <a:latin typeface="Arial"/>
                <a:ea typeface="Arial"/>
                <a:cs typeface="Arial"/>
              </a:rPr>
              <a:t>555</a:t>
            </a:r>
          </a:p>
        </p:txBody>
      </p:sp>
      <p:sp>
        <p:nvSpPr>
          <p:cNvPr id="9" name="label-valid current LERs">
            <a:extLst xmlns:a="http://schemas.openxmlformats.org/drawingml/2006/main">
              <a:ext uri="{FF2B5EF4-FFF2-40B4-BE49-F238E27FC236}">
                <a16:creationId xmlns:a16="http://schemas.microsoft.com/office/drawing/2014/main" id="{5C3F0E3A-64DE-4418-B9F9-E7F61B318CF7}"/>
              </a:ext>
            </a:extLst>
          </p:cNvPr>
          <p:cNvSpPr>
            <a:spLocks xmlns:a="http://schemas.openxmlformats.org/drawingml/2006/main" noGrp="1"/>
          </p:cNvSpPr>
          <p:nvPr/>
        </p:nvSpPr>
        <p:spPr>
          <a:xfrm xmlns:a="http://schemas.openxmlformats.org/drawingml/2006/main">
            <a:off x="7620000" y="32480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buNone/>
              <a:defRPr sz="1425" b="1">
                <a:solidFill>
                  <a:srgbClr val="5B6877"/>
                </a:solidFill>
                <a:latin typeface="Arial"/>
                <a:ea typeface="Arial"/>
                <a:cs typeface="Arial"/>
              </a:defRPr>
            </a:lvl1pPr>
            <a:lvl2pPr algn="l">
              <a:buNone/>
              <a:defRPr sz="1425" b="1">
                <a:solidFill>
                  <a:srgbClr val="5B6877"/>
                </a:solidFill>
                <a:latin typeface="Arial"/>
                <a:ea typeface="Arial"/>
                <a:cs typeface="Arial"/>
              </a:defRPr>
            </a:lvl2pPr>
            <a:lvl3pPr algn="l">
              <a:buNone/>
              <a:defRPr sz="1425" b="1">
                <a:solidFill>
                  <a:srgbClr val="5B6877"/>
                </a:solidFill>
                <a:latin typeface="Arial"/>
                <a:ea typeface="Arial"/>
                <a:cs typeface="Arial"/>
              </a:defRPr>
            </a:lvl3pPr>
            <a:lvl4pPr algn="l">
              <a:buNone/>
              <a:defRPr sz="1425" b="1">
                <a:solidFill>
                  <a:srgbClr val="5B6877"/>
                </a:solidFill>
                <a:latin typeface="Arial"/>
                <a:ea typeface="Arial"/>
                <a:cs typeface="Arial"/>
              </a:defRPr>
            </a:lvl4pPr>
            <a:lvl5pPr algn="l">
              <a:buNone/>
              <a:defRPr sz="1425" b="1">
                <a:solidFill>
                  <a:srgbClr val="5B6877"/>
                </a:solidFill>
                <a:latin typeface="Arial"/>
                <a:ea typeface="Arial"/>
                <a:cs typeface="Arial"/>
              </a:defRPr>
            </a:lvl5pPr>
            <a:lvl6pPr algn="l">
              <a:buNone/>
              <a:defRPr sz="1425" b="1">
                <a:solidFill>
                  <a:srgbClr val="5B6877"/>
                </a:solidFill>
                <a:latin typeface="Arial"/>
                <a:ea typeface="Arial"/>
                <a:cs typeface="Arial"/>
              </a:defRPr>
            </a:lvl6pPr>
            <a:lvl7pPr algn="l">
              <a:buNone/>
              <a:defRPr sz="1425" b="1">
                <a:solidFill>
                  <a:srgbClr val="5B6877"/>
                </a:solidFill>
                <a:latin typeface="Arial"/>
                <a:ea typeface="Arial"/>
                <a:cs typeface="Arial"/>
              </a:defRPr>
            </a:lvl7pPr>
            <a:lvl8pPr algn="l">
              <a:buNone/>
              <a:defRPr sz="1425" b="1">
                <a:solidFill>
                  <a:srgbClr val="5B6877"/>
                </a:solidFill>
                <a:latin typeface="Arial"/>
                <a:ea typeface="Arial"/>
                <a:cs typeface="Arial"/>
              </a:defRPr>
            </a:lvl8pPr>
            <a:lvl9pPr algn="l">
              <a:buNone/>
              <a:defRPr sz="1425" b="1">
                <a:solidFill>
                  <a:srgbClr val="5B6877"/>
                </a:solidFill>
                <a:latin typeface="Arial"/>
                <a:ea typeface="Arial"/>
                <a:cs typeface="Arial"/>
              </a:defRPr>
            </a:lvl9pPr>
          </a:lstStyle>
          <a:p xmlns:a="http://schemas.openxmlformats.org/drawingml/2006/main">
            <a:pPr algn="l">
              <a:buNone/>
              <a:defRPr sz="1425" b="1">
                <a:solidFill>
                  <a:srgbClr val="5B6877"/>
                </a:solidFill>
                <a:latin typeface="Arial"/>
                <a:ea typeface="Arial"/>
                <a:cs typeface="Arial"/>
              </a:defRPr>
            </a:pPr>
            <a:r>
              <a:rPr sz="1425" b="1">
                <a:solidFill>
                  <a:srgbClr val="5B6877"/>
                </a:solidFill>
                <a:latin typeface="Arial"/>
                <a:ea typeface="Arial"/>
                <a:cs typeface="Arial"/>
              </a:rPr>
              <a:t>valid current LERs</a:t>
            </a:r>
          </a:p>
        </p:txBody>
      </p:sp>
      <p:sp>
        <p:nvSpPr>
          <p:cNvPr id="10" name="metric-selected score observations">
            <a:extLst xmlns:a="http://schemas.openxmlformats.org/drawingml/2006/main">
              <a:ext uri="{FF2B5EF4-FFF2-40B4-BE49-F238E27FC236}">
                <a16:creationId xmlns:a16="http://schemas.microsoft.com/office/drawing/2014/main" id="{1BD8573A-C72E-482D-82AB-781929660931}"/>
              </a:ext>
            </a:extLst>
          </p:cNvPr>
          <p:cNvSpPr>
            <a:spLocks xmlns:a="http://schemas.openxmlformats.org/drawingml/2006/main" noGrp="1"/>
          </p:cNvSpPr>
          <p:nvPr/>
        </p:nvSpPr>
        <p:spPr>
          <a:xfrm xmlns:a="http://schemas.openxmlformats.org/drawingml/2006/main">
            <a:off x="7620000" y="36004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3D9478"/>
                </a:solidFill>
                <a:latin typeface="Arial"/>
                <a:ea typeface="Arial"/>
                <a:cs typeface="Arial"/>
              </a:defRPr>
            </a:defPPr>
            <a:lvl1pPr algn="l">
              <a:buNone/>
              <a:defRPr sz="4050" b="1">
                <a:solidFill>
                  <a:srgbClr val="3D9478"/>
                </a:solidFill>
                <a:latin typeface="Arial"/>
                <a:ea typeface="Arial"/>
                <a:cs typeface="Arial"/>
              </a:defRPr>
            </a:lvl1pPr>
            <a:lvl2pPr algn="l">
              <a:buNone/>
              <a:defRPr sz="4050" b="1">
                <a:solidFill>
                  <a:srgbClr val="3D9478"/>
                </a:solidFill>
                <a:latin typeface="Arial"/>
                <a:ea typeface="Arial"/>
                <a:cs typeface="Arial"/>
              </a:defRPr>
            </a:lvl2pPr>
            <a:lvl3pPr algn="l">
              <a:buNone/>
              <a:defRPr sz="4050" b="1">
                <a:solidFill>
                  <a:srgbClr val="3D9478"/>
                </a:solidFill>
                <a:latin typeface="Arial"/>
                <a:ea typeface="Arial"/>
                <a:cs typeface="Arial"/>
              </a:defRPr>
            </a:lvl3pPr>
            <a:lvl4pPr algn="l">
              <a:buNone/>
              <a:defRPr sz="4050" b="1">
                <a:solidFill>
                  <a:srgbClr val="3D9478"/>
                </a:solidFill>
                <a:latin typeface="Arial"/>
                <a:ea typeface="Arial"/>
                <a:cs typeface="Arial"/>
              </a:defRPr>
            </a:lvl4pPr>
            <a:lvl5pPr algn="l">
              <a:buNone/>
              <a:defRPr sz="4050" b="1">
                <a:solidFill>
                  <a:srgbClr val="3D9478"/>
                </a:solidFill>
                <a:latin typeface="Arial"/>
                <a:ea typeface="Arial"/>
                <a:cs typeface="Arial"/>
              </a:defRPr>
            </a:lvl5pPr>
            <a:lvl6pPr algn="l">
              <a:buNone/>
              <a:defRPr sz="4050" b="1">
                <a:solidFill>
                  <a:srgbClr val="3D9478"/>
                </a:solidFill>
                <a:latin typeface="Arial"/>
                <a:ea typeface="Arial"/>
                <a:cs typeface="Arial"/>
              </a:defRPr>
            </a:lvl6pPr>
            <a:lvl7pPr algn="l">
              <a:buNone/>
              <a:defRPr sz="4050" b="1">
                <a:solidFill>
                  <a:srgbClr val="3D9478"/>
                </a:solidFill>
                <a:latin typeface="Arial"/>
                <a:ea typeface="Arial"/>
                <a:cs typeface="Arial"/>
              </a:defRPr>
            </a:lvl7pPr>
            <a:lvl8pPr algn="l">
              <a:buNone/>
              <a:defRPr sz="4050" b="1">
                <a:solidFill>
                  <a:srgbClr val="3D9478"/>
                </a:solidFill>
                <a:latin typeface="Arial"/>
                <a:ea typeface="Arial"/>
                <a:cs typeface="Arial"/>
              </a:defRPr>
            </a:lvl8pPr>
            <a:lvl9pPr algn="l">
              <a:buNone/>
              <a:defRPr sz="4050" b="1">
                <a:solidFill>
                  <a:srgbClr val="3D9478"/>
                </a:solidFill>
                <a:latin typeface="Arial"/>
                <a:ea typeface="Arial"/>
                <a:cs typeface="Arial"/>
              </a:defRPr>
            </a:lvl9pPr>
          </a:lstStyle>
          <a:p xmlns:a="http://schemas.openxmlformats.org/drawingml/2006/main">
            <a:pPr algn="l">
              <a:buNone/>
              <a:defRPr sz="4050" b="1">
                <a:solidFill>
                  <a:srgbClr val="3D9478"/>
                </a:solidFill>
                <a:latin typeface="Arial"/>
                <a:ea typeface="Arial"/>
                <a:cs typeface="Arial"/>
              </a:defRPr>
            </a:pPr>
            <a:r>
              <a:rPr sz="4050" b="1">
                <a:solidFill>
                  <a:srgbClr val="3D9478"/>
                </a:solidFill>
                <a:latin typeface="Arial"/>
                <a:ea typeface="Arial"/>
                <a:cs typeface="Arial"/>
              </a:rPr>
              <a:t>551</a:t>
            </a:r>
          </a:p>
        </p:txBody>
      </p:sp>
      <p:sp>
        <p:nvSpPr>
          <p:cNvPr id="11" name="label-selected score observations">
            <a:extLst xmlns:a="http://schemas.openxmlformats.org/drawingml/2006/main">
              <a:ext uri="{FF2B5EF4-FFF2-40B4-BE49-F238E27FC236}">
                <a16:creationId xmlns:a16="http://schemas.microsoft.com/office/drawing/2014/main" id="{C0FE9B44-C55E-4F26-BB03-0368FE207A9C}"/>
              </a:ext>
            </a:extLst>
          </p:cNvPr>
          <p:cNvSpPr>
            <a:spLocks xmlns:a="http://schemas.openxmlformats.org/drawingml/2006/main" noGrp="1"/>
          </p:cNvSpPr>
          <p:nvPr/>
        </p:nvSpPr>
        <p:spPr>
          <a:xfrm xmlns:a="http://schemas.openxmlformats.org/drawingml/2006/main">
            <a:off x="7620000" y="437197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buNone/>
              <a:defRPr sz="1425" b="1">
                <a:solidFill>
                  <a:srgbClr val="5B6877"/>
                </a:solidFill>
                <a:latin typeface="Arial"/>
                <a:ea typeface="Arial"/>
                <a:cs typeface="Arial"/>
              </a:defRPr>
            </a:lvl1pPr>
            <a:lvl2pPr algn="l">
              <a:buNone/>
              <a:defRPr sz="1425" b="1">
                <a:solidFill>
                  <a:srgbClr val="5B6877"/>
                </a:solidFill>
                <a:latin typeface="Arial"/>
                <a:ea typeface="Arial"/>
                <a:cs typeface="Arial"/>
              </a:defRPr>
            </a:lvl2pPr>
            <a:lvl3pPr algn="l">
              <a:buNone/>
              <a:defRPr sz="1425" b="1">
                <a:solidFill>
                  <a:srgbClr val="5B6877"/>
                </a:solidFill>
                <a:latin typeface="Arial"/>
                <a:ea typeface="Arial"/>
                <a:cs typeface="Arial"/>
              </a:defRPr>
            </a:lvl3pPr>
            <a:lvl4pPr algn="l">
              <a:buNone/>
              <a:defRPr sz="1425" b="1">
                <a:solidFill>
                  <a:srgbClr val="5B6877"/>
                </a:solidFill>
                <a:latin typeface="Arial"/>
                <a:ea typeface="Arial"/>
                <a:cs typeface="Arial"/>
              </a:defRPr>
            </a:lvl4pPr>
            <a:lvl5pPr algn="l">
              <a:buNone/>
              <a:defRPr sz="1425" b="1">
                <a:solidFill>
                  <a:srgbClr val="5B6877"/>
                </a:solidFill>
                <a:latin typeface="Arial"/>
                <a:ea typeface="Arial"/>
                <a:cs typeface="Arial"/>
              </a:defRPr>
            </a:lvl5pPr>
            <a:lvl6pPr algn="l">
              <a:buNone/>
              <a:defRPr sz="1425" b="1">
                <a:solidFill>
                  <a:srgbClr val="5B6877"/>
                </a:solidFill>
                <a:latin typeface="Arial"/>
                <a:ea typeface="Arial"/>
                <a:cs typeface="Arial"/>
              </a:defRPr>
            </a:lvl6pPr>
            <a:lvl7pPr algn="l">
              <a:buNone/>
              <a:defRPr sz="1425" b="1">
                <a:solidFill>
                  <a:srgbClr val="5B6877"/>
                </a:solidFill>
                <a:latin typeface="Arial"/>
                <a:ea typeface="Arial"/>
                <a:cs typeface="Arial"/>
              </a:defRPr>
            </a:lvl7pPr>
            <a:lvl8pPr algn="l">
              <a:buNone/>
              <a:defRPr sz="1425" b="1">
                <a:solidFill>
                  <a:srgbClr val="5B6877"/>
                </a:solidFill>
                <a:latin typeface="Arial"/>
                <a:ea typeface="Arial"/>
                <a:cs typeface="Arial"/>
              </a:defRPr>
            </a:lvl8pPr>
            <a:lvl9pPr algn="l">
              <a:buNone/>
              <a:defRPr sz="1425" b="1">
                <a:solidFill>
                  <a:srgbClr val="5B6877"/>
                </a:solidFill>
                <a:latin typeface="Arial"/>
                <a:ea typeface="Arial"/>
                <a:cs typeface="Arial"/>
              </a:defRPr>
            </a:lvl9pPr>
          </a:lstStyle>
          <a:p xmlns:a="http://schemas.openxmlformats.org/drawingml/2006/main">
            <a:pPr algn="l">
              <a:buNone/>
              <a:defRPr sz="1425" b="1">
                <a:solidFill>
                  <a:srgbClr val="5B6877"/>
                </a:solidFill>
                <a:latin typeface="Arial"/>
                <a:ea typeface="Arial"/>
                <a:cs typeface="Arial"/>
              </a:defRPr>
            </a:pPr>
            <a:r>
              <a:rPr sz="1425" b="1">
                <a:solidFill>
                  <a:srgbClr val="5B6877"/>
                </a:solidFill>
                <a:latin typeface="Arial"/>
                <a:ea typeface="Arial"/>
                <a:cs typeface="Arial"/>
              </a:rPr>
              <a:t>selected score observations</a:t>
            </a:r>
          </a:p>
        </p:txBody>
      </p:sp>
      <p:sp>
        <p:nvSpPr>
          <p:cNvPr id="12" name="metric-verified dependency links">
            <a:extLst xmlns:a="http://schemas.openxmlformats.org/drawingml/2006/main">
              <a:ext uri="{FF2B5EF4-FFF2-40B4-BE49-F238E27FC236}">
                <a16:creationId xmlns:a16="http://schemas.microsoft.com/office/drawing/2014/main" id="{736BD083-63AB-4018-8AE4-659211455F44}"/>
              </a:ext>
            </a:extLst>
          </p:cNvPr>
          <p:cNvSpPr>
            <a:spLocks xmlns:a="http://schemas.openxmlformats.org/drawingml/2006/main" noGrp="1"/>
          </p:cNvSpPr>
          <p:nvPr/>
        </p:nvSpPr>
        <p:spPr>
          <a:xfrm xmlns:a="http://schemas.openxmlformats.org/drawingml/2006/main">
            <a:off x="7620000" y="4724400"/>
            <a:ext cx="342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F0A548"/>
                </a:solidFill>
                <a:latin typeface="Arial"/>
                <a:ea typeface="Arial"/>
                <a:cs typeface="Arial"/>
              </a:defRPr>
            </a:defPPr>
            <a:lvl1pPr algn="l">
              <a:buNone/>
              <a:defRPr sz="4050" b="1">
                <a:solidFill>
                  <a:srgbClr val="F0A548"/>
                </a:solidFill>
                <a:latin typeface="Arial"/>
                <a:ea typeface="Arial"/>
                <a:cs typeface="Arial"/>
              </a:defRPr>
            </a:lvl1pPr>
            <a:lvl2pPr algn="l">
              <a:buNone/>
              <a:defRPr sz="4050" b="1">
                <a:solidFill>
                  <a:srgbClr val="F0A548"/>
                </a:solidFill>
                <a:latin typeface="Arial"/>
                <a:ea typeface="Arial"/>
                <a:cs typeface="Arial"/>
              </a:defRPr>
            </a:lvl2pPr>
            <a:lvl3pPr algn="l">
              <a:buNone/>
              <a:defRPr sz="4050" b="1">
                <a:solidFill>
                  <a:srgbClr val="F0A548"/>
                </a:solidFill>
                <a:latin typeface="Arial"/>
                <a:ea typeface="Arial"/>
                <a:cs typeface="Arial"/>
              </a:defRPr>
            </a:lvl3pPr>
            <a:lvl4pPr algn="l">
              <a:buNone/>
              <a:defRPr sz="4050" b="1">
                <a:solidFill>
                  <a:srgbClr val="F0A548"/>
                </a:solidFill>
                <a:latin typeface="Arial"/>
                <a:ea typeface="Arial"/>
                <a:cs typeface="Arial"/>
              </a:defRPr>
            </a:lvl4pPr>
            <a:lvl5pPr algn="l">
              <a:buNone/>
              <a:defRPr sz="4050" b="1">
                <a:solidFill>
                  <a:srgbClr val="F0A548"/>
                </a:solidFill>
                <a:latin typeface="Arial"/>
                <a:ea typeface="Arial"/>
                <a:cs typeface="Arial"/>
              </a:defRPr>
            </a:lvl5pPr>
            <a:lvl6pPr algn="l">
              <a:buNone/>
              <a:defRPr sz="4050" b="1">
                <a:solidFill>
                  <a:srgbClr val="F0A548"/>
                </a:solidFill>
                <a:latin typeface="Arial"/>
                <a:ea typeface="Arial"/>
                <a:cs typeface="Arial"/>
              </a:defRPr>
            </a:lvl6pPr>
            <a:lvl7pPr algn="l">
              <a:buNone/>
              <a:defRPr sz="4050" b="1">
                <a:solidFill>
                  <a:srgbClr val="F0A548"/>
                </a:solidFill>
                <a:latin typeface="Arial"/>
                <a:ea typeface="Arial"/>
                <a:cs typeface="Arial"/>
              </a:defRPr>
            </a:lvl7pPr>
            <a:lvl8pPr algn="l">
              <a:buNone/>
              <a:defRPr sz="4050" b="1">
                <a:solidFill>
                  <a:srgbClr val="F0A548"/>
                </a:solidFill>
                <a:latin typeface="Arial"/>
                <a:ea typeface="Arial"/>
                <a:cs typeface="Arial"/>
              </a:defRPr>
            </a:lvl8pPr>
            <a:lvl9pPr algn="l">
              <a:buNone/>
              <a:defRPr sz="4050" b="1">
                <a:solidFill>
                  <a:srgbClr val="F0A548"/>
                </a:solidFill>
                <a:latin typeface="Arial"/>
                <a:ea typeface="Arial"/>
                <a:cs typeface="Arial"/>
              </a:defRPr>
            </a:lvl9pPr>
          </a:lstStyle>
          <a:p xmlns:a="http://schemas.openxmlformats.org/drawingml/2006/main">
            <a:pPr algn="l">
              <a:buNone/>
              <a:defRPr sz="4050" b="1">
                <a:solidFill>
                  <a:srgbClr val="F0A548"/>
                </a:solidFill>
                <a:latin typeface="Arial"/>
                <a:ea typeface="Arial"/>
                <a:cs typeface="Arial"/>
              </a:defRPr>
            </a:pPr>
            <a:r>
              <a:rPr sz="4050" b="1">
                <a:solidFill>
                  <a:srgbClr val="F0A548"/>
                </a:solidFill>
                <a:latin typeface="Arial"/>
                <a:ea typeface="Arial"/>
                <a:cs typeface="Arial"/>
              </a:rPr>
              <a:t>27,750</a:t>
            </a:r>
          </a:p>
        </p:txBody>
      </p:sp>
      <p:sp>
        <p:nvSpPr>
          <p:cNvPr id="13" name="label-verified dependency links">
            <a:extLst xmlns:a="http://schemas.openxmlformats.org/drawingml/2006/main">
              <a:ext uri="{FF2B5EF4-FFF2-40B4-BE49-F238E27FC236}">
                <a16:creationId xmlns:a16="http://schemas.microsoft.com/office/drawing/2014/main" id="{E7C8B2A6-28BB-42BB-B0B1-9D295AF1A198}"/>
              </a:ext>
            </a:extLst>
          </p:cNvPr>
          <p:cNvSpPr>
            <a:spLocks xmlns:a="http://schemas.openxmlformats.org/drawingml/2006/main" noGrp="1"/>
          </p:cNvSpPr>
          <p:nvPr/>
        </p:nvSpPr>
        <p:spPr>
          <a:xfrm xmlns:a="http://schemas.openxmlformats.org/drawingml/2006/main">
            <a:off x="7620000" y="5495925"/>
            <a:ext cx="342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buNone/>
              <a:defRPr sz="1425" b="1">
                <a:solidFill>
                  <a:srgbClr val="5B6877"/>
                </a:solidFill>
                <a:latin typeface="Arial"/>
                <a:ea typeface="Arial"/>
                <a:cs typeface="Arial"/>
              </a:defRPr>
            </a:lvl1pPr>
            <a:lvl2pPr algn="l">
              <a:buNone/>
              <a:defRPr sz="1425" b="1">
                <a:solidFill>
                  <a:srgbClr val="5B6877"/>
                </a:solidFill>
                <a:latin typeface="Arial"/>
                <a:ea typeface="Arial"/>
                <a:cs typeface="Arial"/>
              </a:defRPr>
            </a:lvl2pPr>
            <a:lvl3pPr algn="l">
              <a:buNone/>
              <a:defRPr sz="1425" b="1">
                <a:solidFill>
                  <a:srgbClr val="5B6877"/>
                </a:solidFill>
                <a:latin typeface="Arial"/>
                <a:ea typeface="Arial"/>
                <a:cs typeface="Arial"/>
              </a:defRPr>
            </a:lvl3pPr>
            <a:lvl4pPr algn="l">
              <a:buNone/>
              <a:defRPr sz="1425" b="1">
                <a:solidFill>
                  <a:srgbClr val="5B6877"/>
                </a:solidFill>
                <a:latin typeface="Arial"/>
                <a:ea typeface="Arial"/>
                <a:cs typeface="Arial"/>
              </a:defRPr>
            </a:lvl4pPr>
            <a:lvl5pPr algn="l">
              <a:buNone/>
              <a:defRPr sz="1425" b="1">
                <a:solidFill>
                  <a:srgbClr val="5B6877"/>
                </a:solidFill>
                <a:latin typeface="Arial"/>
                <a:ea typeface="Arial"/>
                <a:cs typeface="Arial"/>
              </a:defRPr>
            </a:lvl5pPr>
            <a:lvl6pPr algn="l">
              <a:buNone/>
              <a:defRPr sz="1425" b="1">
                <a:solidFill>
                  <a:srgbClr val="5B6877"/>
                </a:solidFill>
                <a:latin typeface="Arial"/>
                <a:ea typeface="Arial"/>
                <a:cs typeface="Arial"/>
              </a:defRPr>
            </a:lvl6pPr>
            <a:lvl7pPr algn="l">
              <a:buNone/>
              <a:defRPr sz="1425" b="1">
                <a:solidFill>
                  <a:srgbClr val="5B6877"/>
                </a:solidFill>
                <a:latin typeface="Arial"/>
                <a:ea typeface="Arial"/>
                <a:cs typeface="Arial"/>
              </a:defRPr>
            </a:lvl7pPr>
            <a:lvl8pPr algn="l">
              <a:buNone/>
              <a:defRPr sz="1425" b="1">
                <a:solidFill>
                  <a:srgbClr val="5B6877"/>
                </a:solidFill>
                <a:latin typeface="Arial"/>
                <a:ea typeface="Arial"/>
                <a:cs typeface="Arial"/>
              </a:defRPr>
            </a:lvl8pPr>
            <a:lvl9pPr algn="l">
              <a:buNone/>
              <a:defRPr sz="1425" b="1">
                <a:solidFill>
                  <a:srgbClr val="5B6877"/>
                </a:solidFill>
                <a:latin typeface="Arial"/>
                <a:ea typeface="Arial"/>
                <a:cs typeface="Arial"/>
              </a:defRPr>
            </a:lvl9pPr>
          </a:lstStyle>
          <a:p xmlns:a="http://schemas.openxmlformats.org/drawingml/2006/main">
            <a:pPr algn="l">
              <a:buNone/>
              <a:defRPr sz="1425" b="1">
                <a:solidFill>
                  <a:srgbClr val="5B6877"/>
                </a:solidFill>
                <a:latin typeface="Arial"/>
                <a:ea typeface="Arial"/>
                <a:cs typeface="Arial"/>
              </a:defRPr>
            </a:pPr>
            <a:r>
              <a:rPr sz="1425" b="1">
                <a:solidFill>
                  <a:srgbClr val="5B6877"/>
                </a:solidFill>
                <a:latin typeface="Arial"/>
                <a:ea typeface="Arial"/>
                <a:cs typeface="Arial"/>
              </a:rPr>
              <a:t>verified dependency links</a:t>
            </a:r>
          </a:p>
        </p:txBody>
      </p:sp>
      <p:sp>
        <p:nvSpPr>
          <p:cNvPr id="14" name="snapshot-date">
            <a:extLst xmlns:a="http://schemas.openxmlformats.org/drawingml/2006/main">
              <a:ext uri="{FF2B5EF4-FFF2-40B4-BE49-F238E27FC236}">
                <a16:creationId xmlns:a16="http://schemas.microsoft.com/office/drawing/2014/main" id="{16EF8718-57B8-48DE-88A2-15357B1B7EA6}"/>
              </a:ext>
            </a:extLst>
          </p:cNvPr>
          <p:cNvSpPr>
            <a:spLocks xmlns:a="http://schemas.openxmlformats.org/drawingml/2006/main" noGrp="1"/>
          </p:cNvSpPr>
          <p:nvPr/>
        </p:nvSpPr>
        <p:spPr>
          <a:xfrm xmlns:a="http://schemas.openxmlformats.org/drawingml/2006/main">
            <a:off x="7620000" y="58674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B6877"/>
                </a:solidFill>
                <a:latin typeface="Arial"/>
                <a:ea typeface="Arial"/>
                <a:cs typeface="Arial"/>
              </a:defRPr>
            </a:defPPr>
            <a:lvl1pPr algn="l">
              <a:buNone/>
              <a:defRPr sz="1125" b="1">
                <a:solidFill>
                  <a:srgbClr val="5B6877"/>
                </a:solidFill>
                <a:latin typeface="Arial"/>
                <a:ea typeface="Arial"/>
                <a:cs typeface="Arial"/>
              </a:defRPr>
            </a:lvl1pPr>
            <a:lvl2pPr algn="l">
              <a:buNone/>
              <a:defRPr sz="1125" b="1">
                <a:solidFill>
                  <a:srgbClr val="5B6877"/>
                </a:solidFill>
                <a:latin typeface="Arial"/>
                <a:ea typeface="Arial"/>
                <a:cs typeface="Arial"/>
              </a:defRPr>
            </a:lvl2pPr>
            <a:lvl3pPr algn="l">
              <a:buNone/>
              <a:defRPr sz="1125" b="1">
                <a:solidFill>
                  <a:srgbClr val="5B6877"/>
                </a:solidFill>
                <a:latin typeface="Arial"/>
                <a:ea typeface="Arial"/>
                <a:cs typeface="Arial"/>
              </a:defRPr>
            </a:lvl3pPr>
            <a:lvl4pPr algn="l">
              <a:buNone/>
              <a:defRPr sz="1125" b="1">
                <a:solidFill>
                  <a:srgbClr val="5B6877"/>
                </a:solidFill>
                <a:latin typeface="Arial"/>
                <a:ea typeface="Arial"/>
                <a:cs typeface="Arial"/>
              </a:defRPr>
            </a:lvl4pPr>
            <a:lvl5pPr algn="l">
              <a:buNone/>
              <a:defRPr sz="1125" b="1">
                <a:solidFill>
                  <a:srgbClr val="5B6877"/>
                </a:solidFill>
                <a:latin typeface="Arial"/>
                <a:ea typeface="Arial"/>
                <a:cs typeface="Arial"/>
              </a:defRPr>
            </a:lvl5pPr>
            <a:lvl6pPr algn="l">
              <a:buNone/>
              <a:defRPr sz="1125" b="1">
                <a:solidFill>
                  <a:srgbClr val="5B6877"/>
                </a:solidFill>
                <a:latin typeface="Arial"/>
                <a:ea typeface="Arial"/>
                <a:cs typeface="Arial"/>
              </a:defRPr>
            </a:lvl6pPr>
            <a:lvl7pPr algn="l">
              <a:buNone/>
              <a:defRPr sz="1125" b="1">
                <a:solidFill>
                  <a:srgbClr val="5B6877"/>
                </a:solidFill>
                <a:latin typeface="Arial"/>
                <a:ea typeface="Arial"/>
                <a:cs typeface="Arial"/>
              </a:defRPr>
            </a:lvl7pPr>
            <a:lvl8pPr algn="l">
              <a:buNone/>
              <a:defRPr sz="1125" b="1">
                <a:solidFill>
                  <a:srgbClr val="5B6877"/>
                </a:solidFill>
                <a:latin typeface="Arial"/>
                <a:ea typeface="Arial"/>
                <a:cs typeface="Arial"/>
              </a:defRPr>
            </a:lvl8pPr>
            <a:lvl9pPr algn="l">
              <a:buNone/>
              <a:defRPr sz="1125" b="1">
                <a:solidFill>
                  <a:srgbClr val="5B6877"/>
                </a:solidFill>
                <a:latin typeface="Arial"/>
                <a:ea typeface="Arial"/>
                <a:cs typeface="Arial"/>
              </a:defRPr>
            </a:lvl9pPr>
          </a:lstStyle>
          <a:p xmlns:a="http://schemas.openxmlformats.org/drawingml/2006/main">
            <a:pPr algn="l">
              <a:buNone/>
              <a:defRPr sz="1125" b="1">
                <a:solidFill>
                  <a:srgbClr val="5B6877"/>
                </a:solidFill>
                <a:latin typeface="Arial"/>
                <a:ea typeface="Arial"/>
                <a:cs typeface="Arial"/>
              </a:defRPr>
            </a:pPr>
            <a:r>
              <a:rPr sz="1125" b="1">
                <a:solidFill>
                  <a:srgbClr val="5B6877"/>
                </a:solidFill>
                <a:latin typeface="Arial"/>
                <a:ea typeface="Arial"/>
                <a:cs typeface="Arial"/>
              </a:rPr>
              <a:t>Audit snapshot • 24 Oct 2026</a:t>
            </a:r>
          </a:p>
        </p:txBody>
      </p:sp>
      <p:graphicFrame>
        <p:nvGraphicFramePr>
          <p:cNvPr id="16" name="Chart">
            <a:extLst xmlns:a="http://schemas.openxmlformats.org/drawingml/2006/main">
              <a:ext uri="{FF2B5EF4-FFF2-40B4-BE49-F238E27FC236}">
                <a16:creationId xmlns:a16="http://schemas.microsoft.com/office/drawing/2014/main" id="{F4888AED-5593-4AFD-827C-F3BB627A7BB8}"/>
              </a:ext>
            </a:extLst>
          </p:cNvPr>
          <p:cNvGraphicFramePr/>
          <p:nvPr/>
        </p:nvGraphicFramePr>
        <p:xfrm>
          <a:off xmlns:a="http://schemas.openxmlformats.org/drawingml/2006/main" x="685800" y="2476500"/>
          <a:ext xmlns:a="http://schemas.openxmlformats.org/drawingml/2006/main" cx="6477000" cy="3333750"/>
        </p:xfrm>
        <a:graphic xmlns:a="http://schemas.openxmlformats.org/drawingml/2006/main">
          <a:graphicData uri="http://schemas.openxmlformats.org/drawingml/2006/chart">
            <c:chart xmlns:r="http://schemas.openxmlformats.org/officeDocument/2006/relationships" xmlns:c="http://schemas.openxmlformats.org/drawingml/2006/chart" r:id="R197c32095b514dfd"/>
          </a:graphicData>
        </a:graphic>
      </p:graphicFrame>
    </p:spTree>
    <p:extLst>
      <p:ext uri="{BB962C8B-B14F-4D97-AF65-F5344CB8AC3E}">
        <p14:creationId xmlns:p14="http://schemas.microsoft.com/office/powerpoint/2010/main" val="20921374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57512773-7217-48EE-A0FE-734BAABED173}"/>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buNone/>
              <a:defRPr sz="1050" b="1">
                <a:solidFill>
                  <a:srgbClr val="1688C9"/>
                </a:solidFill>
                <a:latin typeface="Arial"/>
                <a:ea typeface="Arial"/>
                <a:cs typeface="Arial"/>
              </a:defRPr>
            </a:lvl1pPr>
            <a:lvl2pPr algn="l">
              <a:buNone/>
              <a:defRPr sz="1050" b="1">
                <a:solidFill>
                  <a:srgbClr val="1688C9"/>
                </a:solidFill>
                <a:latin typeface="Arial"/>
                <a:ea typeface="Arial"/>
                <a:cs typeface="Arial"/>
              </a:defRPr>
            </a:lvl2pPr>
            <a:lvl3pPr algn="l">
              <a:buNone/>
              <a:defRPr sz="1050" b="1">
                <a:solidFill>
                  <a:srgbClr val="1688C9"/>
                </a:solidFill>
                <a:latin typeface="Arial"/>
                <a:ea typeface="Arial"/>
                <a:cs typeface="Arial"/>
              </a:defRPr>
            </a:lvl3pPr>
            <a:lvl4pPr algn="l">
              <a:buNone/>
              <a:defRPr sz="1050" b="1">
                <a:solidFill>
                  <a:srgbClr val="1688C9"/>
                </a:solidFill>
                <a:latin typeface="Arial"/>
                <a:ea typeface="Arial"/>
                <a:cs typeface="Arial"/>
              </a:defRPr>
            </a:lvl4pPr>
            <a:lvl5pPr algn="l">
              <a:buNone/>
              <a:defRPr sz="1050" b="1">
                <a:solidFill>
                  <a:srgbClr val="1688C9"/>
                </a:solidFill>
                <a:latin typeface="Arial"/>
                <a:ea typeface="Arial"/>
                <a:cs typeface="Arial"/>
              </a:defRPr>
            </a:lvl5pPr>
            <a:lvl6pPr algn="l">
              <a:buNone/>
              <a:defRPr sz="1050" b="1">
                <a:solidFill>
                  <a:srgbClr val="1688C9"/>
                </a:solidFill>
                <a:latin typeface="Arial"/>
                <a:ea typeface="Arial"/>
                <a:cs typeface="Arial"/>
              </a:defRPr>
            </a:lvl6pPr>
            <a:lvl7pPr algn="l">
              <a:buNone/>
              <a:defRPr sz="1050" b="1">
                <a:solidFill>
                  <a:srgbClr val="1688C9"/>
                </a:solidFill>
                <a:latin typeface="Arial"/>
                <a:ea typeface="Arial"/>
                <a:cs typeface="Arial"/>
              </a:defRPr>
            </a:lvl7pPr>
            <a:lvl8pPr algn="l">
              <a:buNone/>
              <a:defRPr sz="1050" b="1">
                <a:solidFill>
                  <a:srgbClr val="1688C9"/>
                </a:solidFill>
                <a:latin typeface="Arial"/>
                <a:ea typeface="Arial"/>
                <a:cs typeface="Arial"/>
              </a:defRPr>
            </a:lvl8pPr>
            <a:lvl9pPr algn="l">
              <a:buNone/>
              <a:defRPr sz="1050" b="1">
                <a:solidFill>
                  <a:srgbClr val="1688C9"/>
                </a:solidFill>
                <a:latin typeface="Arial"/>
                <a:ea typeface="Arial"/>
                <a:cs typeface="Arial"/>
              </a:defRPr>
            </a:lvl9pPr>
          </a:lstStyle>
          <a:p xmlns:a="http://schemas.openxmlformats.org/drawingml/2006/main">
            <a:pPr algn="l">
              <a:buNone/>
              <a:defRPr sz="1050" b="1">
                <a:solidFill>
                  <a:srgbClr val="1688C9"/>
                </a:solidFill>
                <a:latin typeface="Arial"/>
                <a:ea typeface="Arial"/>
                <a:cs typeface="Arial"/>
              </a:defRPr>
            </a:pPr>
            <a:r>
              <a:rPr sz="1050" b="1">
                <a:solidFill>
                  <a:srgbClr val="1688C9"/>
                </a:solidFill>
                <a:latin typeface="Arial"/>
                <a:ea typeface="Arial"/>
                <a:cs typeface="Arial"/>
              </a:rPr>
              <a:t>TRUST &amp; INTERPRETATION</a:t>
            </a:r>
          </a:p>
        </p:txBody>
      </p:sp>
      <p:sp>
        <p:nvSpPr>
          <p:cNvPr id="2" name="title">
            <a:extLst xmlns:a="http://schemas.openxmlformats.org/drawingml/2006/main">
              <a:ext uri="{FF2B5EF4-FFF2-40B4-BE49-F238E27FC236}">
                <a16:creationId xmlns:a16="http://schemas.microsoft.com/office/drawing/2014/main" id="{67B218EB-1716-40ED-991D-C17FCE56CA93}"/>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buNone/>
              <a:defRPr sz="3225" b="1">
                <a:solidFill>
                  <a:srgbClr val="14263D"/>
                </a:solidFill>
                <a:latin typeface="Arial"/>
                <a:ea typeface="Arial"/>
                <a:cs typeface="Arial"/>
              </a:defRPr>
            </a:lvl1pPr>
            <a:lvl2pPr algn="l">
              <a:buNone/>
              <a:defRPr sz="3225" b="1">
                <a:solidFill>
                  <a:srgbClr val="14263D"/>
                </a:solidFill>
                <a:latin typeface="Arial"/>
                <a:ea typeface="Arial"/>
                <a:cs typeface="Arial"/>
              </a:defRPr>
            </a:lvl2pPr>
            <a:lvl3pPr algn="l">
              <a:buNone/>
              <a:defRPr sz="3225" b="1">
                <a:solidFill>
                  <a:srgbClr val="14263D"/>
                </a:solidFill>
                <a:latin typeface="Arial"/>
                <a:ea typeface="Arial"/>
                <a:cs typeface="Arial"/>
              </a:defRPr>
            </a:lvl3pPr>
            <a:lvl4pPr algn="l">
              <a:buNone/>
              <a:defRPr sz="3225" b="1">
                <a:solidFill>
                  <a:srgbClr val="14263D"/>
                </a:solidFill>
                <a:latin typeface="Arial"/>
                <a:ea typeface="Arial"/>
                <a:cs typeface="Arial"/>
              </a:defRPr>
            </a:lvl4pPr>
            <a:lvl5pPr algn="l">
              <a:buNone/>
              <a:defRPr sz="3225" b="1">
                <a:solidFill>
                  <a:srgbClr val="14263D"/>
                </a:solidFill>
                <a:latin typeface="Arial"/>
                <a:ea typeface="Arial"/>
                <a:cs typeface="Arial"/>
              </a:defRPr>
            </a:lvl5pPr>
            <a:lvl6pPr algn="l">
              <a:buNone/>
              <a:defRPr sz="3225" b="1">
                <a:solidFill>
                  <a:srgbClr val="14263D"/>
                </a:solidFill>
                <a:latin typeface="Arial"/>
                <a:ea typeface="Arial"/>
                <a:cs typeface="Arial"/>
              </a:defRPr>
            </a:lvl6pPr>
            <a:lvl7pPr algn="l">
              <a:buNone/>
              <a:defRPr sz="3225" b="1">
                <a:solidFill>
                  <a:srgbClr val="14263D"/>
                </a:solidFill>
                <a:latin typeface="Arial"/>
                <a:ea typeface="Arial"/>
                <a:cs typeface="Arial"/>
              </a:defRPr>
            </a:lvl7pPr>
            <a:lvl8pPr algn="l">
              <a:buNone/>
              <a:defRPr sz="3225" b="1">
                <a:solidFill>
                  <a:srgbClr val="14263D"/>
                </a:solidFill>
                <a:latin typeface="Arial"/>
                <a:ea typeface="Arial"/>
                <a:cs typeface="Arial"/>
              </a:defRPr>
            </a:lvl8pPr>
            <a:lvl9pPr algn="l">
              <a:buNone/>
              <a:defRPr sz="3225" b="1">
                <a:solidFill>
                  <a:srgbClr val="14263D"/>
                </a:solidFill>
                <a:latin typeface="Arial"/>
                <a:ea typeface="Arial"/>
                <a:cs typeface="Arial"/>
              </a:defRPr>
            </a:lvl9pPr>
          </a:lstStyle>
          <a:p xmlns:a="http://schemas.openxmlformats.org/drawingml/2006/main">
            <a:pPr algn="l">
              <a:buNone/>
              <a:defRPr sz="3225" b="1">
                <a:solidFill>
                  <a:srgbClr val="14263D"/>
                </a:solidFill>
                <a:latin typeface="Arial"/>
                <a:ea typeface="Arial"/>
                <a:cs typeface="Arial"/>
              </a:defRPr>
            </a:pPr>
            <a:r>
              <a:rPr sz="3225" b="1">
                <a:solidFill>
                  <a:srgbClr val="14263D"/>
                </a:solidFill>
                <a:latin typeface="Arial"/>
                <a:ea typeface="Arial"/>
                <a:cs typeface="Arial"/>
              </a:rPr>
              <a:t>Access rules and status labels shape the experience</a:t>
            </a:r>
          </a:p>
        </p:txBody>
      </p:sp>
      <p:sp>
        <p:nvSpPr>
          <p:cNvPr id="3" name="">
            <a:extLst xmlns:a="http://schemas.openxmlformats.org/drawingml/2006/main">
              <a:ext uri="{FF2B5EF4-FFF2-40B4-BE49-F238E27FC236}">
                <a16:creationId xmlns:a16="http://schemas.microsoft.com/office/drawing/2014/main" id="{C0632EED-E9DA-4B32-8181-BF2822E525F6}"/>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55BCFC88-44BD-4964-8B01-28A9CB8AD39A}"/>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buNone/>
              <a:defRPr sz="975" b="1">
                <a:solidFill>
                  <a:srgbClr val="5B6877"/>
                </a:solidFill>
                <a:latin typeface="Arial"/>
                <a:ea typeface="Arial"/>
                <a:cs typeface="Arial"/>
              </a:defRPr>
            </a:lvl1pPr>
            <a:lvl2pPr algn="l">
              <a:buNone/>
              <a:defRPr sz="975" b="1">
                <a:solidFill>
                  <a:srgbClr val="5B6877"/>
                </a:solidFill>
                <a:latin typeface="Arial"/>
                <a:ea typeface="Arial"/>
                <a:cs typeface="Arial"/>
              </a:defRPr>
            </a:lvl2pPr>
            <a:lvl3pPr algn="l">
              <a:buNone/>
              <a:defRPr sz="975" b="1">
                <a:solidFill>
                  <a:srgbClr val="5B6877"/>
                </a:solidFill>
                <a:latin typeface="Arial"/>
                <a:ea typeface="Arial"/>
                <a:cs typeface="Arial"/>
              </a:defRPr>
            </a:lvl3pPr>
            <a:lvl4pPr algn="l">
              <a:buNone/>
              <a:defRPr sz="975" b="1">
                <a:solidFill>
                  <a:srgbClr val="5B6877"/>
                </a:solidFill>
                <a:latin typeface="Arial"/>
                <a:ea typeface="Arial"/>
                <a:cs typeface="Arial"/>
              </a:defRPr>
            </a:lvl4pPr>
            <a:lvl5pPr algn="l">
              <a:buNone/>
              <a:defRPr sz="975" b="1">
                <a:solidFill>
                  <a:srgbClr val="5B6877"/>
                </a:solidFill>
                <a:latin typeface="Arial"/>
                <a:ea typeface="Arial"/>
                <a:cs typeface="Arial"/>
              </a:defRPr>
            </a:lvl5pPr>
            <a:lvl6pPr algn="l">
              <a:buNone/>
              <a:defRPr sz="975" b="1">
                <a:solidFill>
                  <a:srgbClr val="5B6877"/>
                </a:solidFill>
                <a:latin typeface="Arial"/>
                <a:ea typeface="Arial"/>
                <a:cs typeface="Arial"/>
              </a:defRPr>
            </a:lvl6pPr>
            <a:lvl7pPr algn="l">
              <a:buNone/>
              <a:defRPr sz="975" b="1">
                <a:solidFill>
                  <a:srgbClr val="5B6877"/>
                </a:solidFill>
                <a:latin typeface="Arial"/>
                <a:ea typeface="Arial"/>
                <a:cs typeface="Arial"/>
              </a:defRPr>
            </a:lvl7pPr>
            <a:lvl8pPr algn="l">
              <a:buNone/>
              <a:defRPr sz="975" b="1">
                <a:solidFill>
                  <a:srgbClr val="5B6877"/>
                </a:solidFill>
                <a:latin typeface="Arial"/>
                <a:ea typeface="Arial"/>
                <a:cs typeface="Arial"/>
              </a:defRPr>
            </a:lvl8pPr>
            <a:lvl9pPr algn="l">
              <a:buNone/>
              <a:defRPr sz="975" b="1">
                <a:solidFill>
                  <a:srgbClr val="5B6877"/>
                </a:solidFill>
                <a:latin typeface="Arial"/>
                <a:ea typeface="Arial"/>
                <a:cs typeface="Arial"/>
              </a:defRPr>
            </a:lvl9pPr>
          </a:lstStyle>
          <a:p xmlns:a="http://schemas.openxmlformats.org/drawingml/2006/main">
            <a:pPr algn="l">
              <a:buNone/>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51311615-591A-42B7-A6B0-E256D8D4642E}"/>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buNone/>
              <a:defRPr sz="1050" b="1">
                <a:solidFill>
                  <a:srgbClr val="1688C9"/>
                </a:solidFill>
                <a:latin typeface="Arial"/>
                <a:ea typeface="Arial"/>
                <a:cs typeface="Arial"/>
              </a:defRPr>
            </a:lvl1pPr>
            <a:lvl2pPr algn="r">
              <a:buNone/>
              <a:defRPr sz="1050" b="1">
                <a:solidFill>
                  <a:srgbClr val="1688C9"/>
                </a:solidFill>
                <a:latin typeface="Arial"/>
                <a:ea typeface="Arial"/>
                <a:cs typeface="Arial"/>
              </a:defRPr>
            </a:lvl2pPr>
            <a:lvl3pPr algn="r">
              <a:buNone/>
              <a:defRPr sz="1050" b="1">
                <a:solidFill>
                  <a:srgbClr val="1688C9"/>
                </a:solidFill>
                <a:latin typeface="Arial"/>
                <a:ea typeface="Arial"/>
                <a:cs typeface="Arial"/>
              </a:defRPr>
            </a:lvl3pPr>
            <a:lvl4pPr algn="r">
              <a:buNone/>
              <a:defRPr sz="1050" b="1">
                <a:solidFill>
                  <a:srgbClr val="1688C9"/>
                </a:solidFill>
                <a:latin typeface="Arial"/>
                <a:ea typeface="Arial"/>
                <a:cs typeface="Arial"/>
              </a:defRPr>
            </a:lvl4pPr>
            <a:lvl5pPr algn="r">
              <a:buNone/>
              <a:defRPr sz="1050" b="1">
                <a:solidFill>
                  <a:srgbClr val="1688C9"/>
                </a:solidFill>
                <a:latin typeface="Arial"/>
                <a:ea typeface="Arial"/>
                <a:cs typeface="Arial"/>
              </a:defRPr>
            </a:lvl5pPr>
            <a:lvl6pPr algn="r">
              <a:buNone/>
              <a:defRPr sz="1050" b="1">
                <a:solidFill>
                  <a:srgbClr val="1688C9"/>
                </a:solidFill>
                <a:latin typeface="Arial"/>
                <a:ea typeface="Arial"/>
                <a:cs typeface="Arial"/>
              </a:defRPr>
            </a:lvl6pPr>
            <a:lvl7pPr algn="r">
              <a:buNone/>
              <a:defRPr sz="1050" b="1">
                <a:solidFill>
                  <a:srgbClr val="1688C9"/>
                </a:solidFill>
                <a:latin typeface="Arial"/>
                <a:ea typeface="Arial"/>
                <a:cs typeface="Arial"/>
              </a:defRPr>
            </a:lvl7pPr>
            <a:lvl8pPr algn="r">
              <a:buNone/>
              <a:defRPr sz="1050" b="1">
                <a:solidFill>
                  <a:srgbClr val="1688C9"/>
                </a:solidFill>
                <a:latin typeface="Arial"/>
                <a:ea typeface="Arial"/>
                <a:cs typeface="Arial"/>
              </a:defRPr>
            </a:lvl8pPr>
            <a:lvl9pPr algn="r">
              <a:buNone/>
              <a:defRPr sz="1050" b="1">
                <a:solidFill>
                  <a:srgbClr val="1688C9"/>
                </a:solidFill>
                <a:latin typeface="Arial"/>
                <a:ea typeface="Arial"/>
                <a:cs typeface="Arial"/>
              </a:defRPr>
            </a:lvl9pPr>
          </a:lstStyle>
          <a:p xmlns:a="http://schemas.openxmlformats.org/drawingml/2006/main">
            <a:pPr algn="r">
              <a:buNone/>
              <a:defRPr sz="1050" b="1">
                <a:solidFill>
                  <a:srgbClr val="1688C9"/>
                </a:solidFill>
                <a:latin typeface="Arial"/>
                <a:ea typeface="Arial"/>
                <a:cs typeface="Arial"/>
              </a:defRPr>
            </a:pPr>
            <a:r>
              <a:rPr sz="1050" b="1">
                <a:solidFill>
                  <a:srgbClr val="1688C9"/>
                </a:solidFill>
                <a:latin typeface="Arial"/>
                <a:ea typeface="Arial"/>
                <a:cs typeface="Arial"/>
              </a:rPr>
              <a:t>06</a:t>
            </a:r>
          </a:p>
        </p:txBody>
      </p:sp>
      <p:sp>
        <p:nvSpPr>
          <p:cNvPr id="6" name="takeaway">
            <a:extLst xmlns:a="http://schemas.openxmlformats.org/drawingml/2006/main">
              <a:ext uri="{FF2B5EF4-FFF2-40B4-BE49-F238E27FC236}">
                <a16:creationId xmlns:a16="http://schemas.microsoft.com/office/drawing/2014/main" id="{70F7017E-4FA3-41BA-9D37-376B28704794}"/>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278"/>
          </a:bodyPr>
          <a:lstStyle xmlns:a="http://schemas.openxmlformats.org/drawingml/2006/main">
            <a:defPPr algn="l">
              <a:defRPr sz="2175" b="1">
                <a:solidFill>
                  <a:srgbClr val="1E2A37"/>
                </a:solidFill>
                <a:latin typeface="Arial"/>
                <a:ea typeface="Arial"/>
                <a:cs typeface="Arial"/>
              </a:defRPr>
            </a:defPPr>
            <a:lvl1pPr algn="l">
              <a:buNone/>
              <a:defRPr sz="2175" b="1">
                <a:solidFill>
                  <a:srgbClr val="1E2A37"/>
                </a:solidFill>
                <a:latin typeface="Arial"/>
                <a:ea typeface="Arial"/>
                <a:cs typeface="Arial"/>
              </a:defRPr>
            </a:lvl1pPr>
            <a:lvl2pPr algn="l">
              <a:buNone/>
              <a:defRPr sz="2175" b="1">
                <a:solidFill>
                  <a:srgbClr val="1E2A37"/>
                </a:solidFill>
                <a:latin typeface="Arial"/>
                <a:ea typeface="Arial"/>
                <a:cs typeface="Arial"/>
              </a:defRPr>
            </a:lvl2pPr>
            <a:lvl3pPr algn="l">
              <a:buNone/>
              <a:defRPr sz="2175" b="1">
                <a:solidFill>
                  <a:srgbClr val="1E2A37"/>
                </a:solidFill>
                <a:latin typeface="Arial"/>
                <a:ea typeface="Arial"/>
                <a:cs typeface="Arial"/>
              </a:defRPr>
            </a:lvl3pPr>
            <a:lvl4pPr algn="l">
              <a:buNone/>
              <a:defRPr sz="2175" b="1">
                <a:solidFill>
                  <a:srgbClr val="1E2A37"/>
                </a:solidFill>
                <a:latin typeface="Arial"/>
                <a:ea typeface="Arial"/>
                <a:cs typeface="Arial"/>
              </a:defRPr>
            </a:lvl4pPr>
            <a:lvl5pPr algn="l">
              <a:buNone/>
              <a:defRPr sz="2175" b="1">
                <a:solidFill>
                  <a:srgbClr val="1E2A37"/>
                </a:solidFill>
                <a:latin typeface="Arial"/>
                <a:ea typeface="Arial"/>
                <a:cs typeface="Arial"/>
              </a:defRPr>
            </a:lvl5pPr>
            <a:lvl6pPr algn="l">
              <a:buNone/>
              <a:defRPr sz="2175" b="1">
                <a:solidFill>
                  <a:srgbClr val="1E2A37"/>
                </a:solidFill>
                <a:latin typeface="Arial"/>
                <a:ea typeface="Arial"/>
                <a:cs typeface="Arial"/>
              </a:defRPr>
            </a:lvl6pPr>
            <a:lvl7pPr algn="l">
              <a:buNone/>
              <a:defRPr sz="2175" b="1">
                <a:solidFill>
                  <a:srgbClr val="1E2A37"/>
                </a:solidFill>
                <a:latin typeface="Arial"/>
                <a:ea typeface="Arial"/>
                <a:cs typeface="Arial"/>
              </a:defRPr>
            </a:lvl7pPr>
            <a:lvl8pPr algn="l">
              <a:buNone/>
              <a:defRPr sz="2175" b="1">
                <a:solidFill>
                  <a:srgbClr val="1E2A37"/>
                </a:solidFill>
                <a:latin typeface="Arial"/>
                <a:ea typeface="Arial"/>
                <a:cs typeface="Arial"/>
              </a:defRPr>
            </a:lvl8pPr>
            <a:lvl9pPr algn="l">
              <a:buNone/>
              <a:defRPr sz="2175" b="1">
                <a:solidFill>
                  <a:srgbClr val="1E2A37"/>
                </a:solidFill>
                <a:latin typeface="Arial"/>
                <a:ea typeface="Arial"/>
                <a:cs typeface="Arial"/>
              </a:defRPr>
            </a:lvl9pPr>
          </a:lstStyle>
          <a:p xmlns:a="http://schemas.openxmlformats.org/drawingml/2006/main">
            <a:pPr algn="l">
              <a:buNone/>
              <a:defRPr sz="2175" b="1">
                <a:solidFill>
                  <a:srgbClr val="1E2A37"/>
                </a:solidFill>
                <a:latin typeface="Arial"/>
                <a:ea typeface="Arial"/>
                <a:cs typeface="Arial"/>
              </a:defRPr>
            </a:pPr>
            <a:r>
              <a:rPr sz="2175" b="1">
                <a:solidFill>
                  <a:srgbClr val="1E2A37"/>
                </a:solidFill>
                <a:latin typeface="Arial"/>
                <a:ea typeface="Arial"/>
                <a:cs typeface="Arial"/>
              </a:rPr>
              <a:t>Personal analytics should be private, explainable, and honest about missing data.</a:t>
            </a:r>
          </a:p>
        </p:txBody>
      </p:sp>
      <p:sp>
        <p:nvSpPr>
          <p:cNvPr id="7" name="col1-head">
            <a:extLst xmlns:a="http://schemas.openxmlformats.org/drawingml/2006/main">
              <a:ext uri="{FF2B5EF4-FFF2-40B4-BE49-F238E27FC236}">
                <a16:creationId xmlns:a16="http://schemas.microsoft.com/office/drawing/2014/main" id="{6FB970B7-15F4-4B7C-8DD7-5B9EECE29494}"/>
              </a:ext>
            </a:extLst>
          </p:cNvPr>
          <p:cNvSpPr>
            <a:spLocks xmlns:a="http://schemas.openxmlformats.org/drawingml/2006/main" noGrp="1"/>
          </p:cNvSpPr>
          <p:nvPr/>
        </p:nvSpPr>
        <p:spPr>
          <a:xfrm xmlns:a="http://schemas.openxmlformats.org/drawingml/2006/main">
            <a:off x="685800" y="28384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buNone/>
              <a:defRPr sz="1725" b="1">
                <a:solidFill>
                  <a:srgbClr val="1688C9"/>
                </a:solidFill>
                <a:latin typeface="Arial"/>
                <a:ea typeface="Arial"/>
                <a:cs typeface="Arial"/>
              </a:defRPr>
            </a:lvl1pPr>
            <a:lvl2pPr algn="l">
              <a:buNone/>
              <a:defRPr sz="1725" b="1">
                <a:solidFill>
                  <a:srgbClr val="1688C9"/>
                </a:solidFill>
                <a:latin typeface="Arial"/>
                <a:ea typeface="Arial"/>
                <a:cs typeface="Arial"/>
              </a:defRPr>
            </a:lvl2pPr>
            <a:lvl3pPr algn="l">
              <a:buNone/>
              <a:defRPr sz="1725" b="1">
                <a:solidFill>
                  <a:srgbClr val="1688C9"/>
                </a:solidFill>
                <a:latin typeface="Arial"/>
                <a:ea typeface="Arial"/>
                <a:cs typeface="Arial"/>
              </a:defRPr>
            </a:lvl3pPr>
            <a:lvl4pPr algn="l">
              <a:buNone/>
              <a:defRPr sz="1725" b="1">
                <a:solidFill>
                  <a:srgbClr val="1688C9"/>
                </a:solidFill>
                <a:latin typeface="Arial"/>
                <a:ea typeface="Arial"/>
                <a:cs typeface="Arial"/>
              </a:defRPr>
            </a:lvl4pPr>
            <a:lvl5pPr algn="l">
              <a:buNone/>
              <a:defRPr sz="1725" b="1">
                <a:solidFill>
                  <a:srgbClr val="1688C9"/>
                </a:solidFill>
                <a:latin typeface="Arial"/>
                <a:ea typeface="Arial"/>
                <a:cs typeface="Arial"/>
              </a:defRPr>
            </a:lvl5pPr>
            <a:lvl6pPr algn="l">
              <a:buNone/>
              <a:defRPr sz="1725" b="1">
                <a:solidFill>
                  <a:srgbClr val="1688C9"/>
                </a:solidFill>
                <a:latin typeface="Arial"/>
                <a:ea typeface="Arial"/>
                <a:cs typeface="Arial"/>
              </a:defRPr>
            </a:lvl6pPr>
            <a:lvl7pPr algn="l">
              <a:buNone/>
              <a:defRPr sz="1725" b="1">
                <a:solidFill>
                  <a:srgbClr val="1688C9"/>
                </a:solidFill>
                <a:latin typeface="Arial"/>
                <a:ea typeface="Arial"/>
                <a:cs typeface="Arial"/>
              </a:defRPr>
            </a:lvl7pPr>
            <a:lvl8pPr algn="l">
              <a:buNone/>
              <a:defRPr sz="1725" b="1">
                <a:solidFill>
                  <a:srgbClr val="1688C9"/>
                </a:solidFill>
                <a:latin typeface="Arial"/>
                <a:ea typeface="Arial"/>
                <a:cs typeface="Arial"/>
              </a:defRPr>
            </a:lvl8pPr>
            <a:lvl9pPr algn="l">
              <a:buNone/>
              <a:defRPr sz="1725" b="1">
                <a:solidFill>
                  <a:srgbClr val="1688C9"/>
                </a:solidFill>
                <a:latin typeface="Arial"/>
                <a:ea typeface="Arial"/>
                <a:cs typeface="Arial"/>
              </a:defRPr>
            </a:lvl9pPr>
          </a:lstStyle>
          <a:p xmlns:a="http://schemas.openxmlformats.org/drawingml/2006/main">
            <a:pPr algn="l">
              <a:buNone/>
              <a:defRPr sz="1725" b="1">
                <a:solidFill>
                  <a:srgbClr val="1688C9"/>
                </a:solidFill>
                <a:latin typeface="Arial"/>
                <a:ea typeface="Arial"/>
                <a:cs typeface="Arial"/>
              </a:defRPr>
            </a:pPr>
            <a:r>
              <a:rPr sz="1725" b="1">
                <a:solidFill>
                  <a:srgbClr val="1688C9"/>
                </a:solidFill>
                <a:latin typeface="Arial"/>
                <a:ea typeface="Arial"/>
                <a:cs typeface="Arial"/>
              </a:rPr>
              <a:t>Access</a:t>
            </a:r>
          </a:p>
        </p:txBody>
      </p:sp>
      <p:sp>
        <p:nvSpPr>
          <p:cNvPr id="8" name="col1-body">
            <a:extLst xmlns:a="http://schemas.openxmlformats.org/drawingml/2006/main">
              <a:ext uri="{FF2B5EF4-FFF2-40B4-BE49-F238E27FC236}">
                <a16:creationId xmlns:a16="http://schemas.microsoft.com/office/drawing/2014/main" id="{E88B78E7-2231-4A63-8034-9A07CE2ECE49}"/>
              </a:ext>
            </a:extLst>
          </p:cNvPr>
          <p:cNvSpPr>
            <a:spLocks xmlns:a="http://schemas.openxmlformats.org/drawingml/2006/main" noGrp="1"/>
          </p:cNvSpPr>
          <p:nvPr/>
        </p:nvSpPr>
        <p:spPr>
          <a:xfrm xmlns:a="http://schemas.openxmlformats.org/drawingml/2006/main">
            <a:off x="685800" y="33337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Signed-in session and row-level security gate browser reads. Server-only credentials are kept out of client code. Tutor retrieval uses the student session.</a:t>
            </a:r>
          </a:p>
        </p:txBody>
      </p:sp>
      <p:sp>
        <p:nvSpPr>
          <p:cNvPr id="9" name="col2-head">
            <a:extLst xmlns:a="http://schemas.openxmlformats.org/drawingml/2006/main">
              <a:ext uri="{FF2B5EF4-FFF2-40B4-BE49-F238E27FC236}">
                <a16:creationId xmlns:a16="http://schemas.microsoft.com/office/drawing/2014/main" id="{BF4B0F98-C8CF-4D5E-AF86-4625E32EDC15}"/>
              </a:ext>
            </a:extLst>
          </p:cNvPr>
          <p:cNvSpPr>
            <a:spLocks xmlns:a="http://schemas.openxmlformats.org/drawingml/2006/main" noGrp="1"/>
          </p:cNvSpPr>
          <p:nvPr/>
        </p:nvSpPr>
        <p:spPr>
          <a:xfrm xmlns:a="http://schemas.openxmlformats.org/drawingml/2006/main">
            <a:off x="4394200" y="28384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buNone/>
              <a:defRPr sz="1725" b="1">
                <a:solidFill>
                  <a:srgbClr val="1688C9"/>
                </a:solidFill>
                <a:latin typeface="Arial"/>
                <a:ea typeface="Arial"/>
                <a:cs typeface="Arial"/>
              </a:defRPr>
            </a:lvl1pPr>
            <a:lvl2pPr algn="l">
              <a:buNone/>
              <a:defRPr sz="1725" b="1">
                <a:solidFill>
                  <a:srgbClr val="1688C9"/>
                </a:solidFill>
                <a:latin typeface="Arial"/>
                <a:ea typeface="Arial"/>
                <a:cs typeface="Arial"/>
              </a:defRPr>
            </a:lvl2pPr>
            <a:lvl3pPr algn="l">
              <a:buNone/>
              <a:defRPr sz="1725" b="1">
                <a:solidFill>
                  <a:srgbClr val="1688C9"/>
                </a:solidFill>
                <a:latin typeface="Arial"/>
                <a:ea typeface="Arial"/>
                <a:cs typeface="Arial"/>
              </a:defRPr>
            </a:lvl3pPr>
            <a:lvl4pPr algn="l">
              <a:buNone/>
              <a:defRPr sz="1725" b="1">
                <a:solidFill>
                  <a:srgbClr val="1688C9"/>
                </a:solidFill>
                <a:latin typeface="Arial"/>
                <a:ea typeface="Arial"/>
                <a:cs typeface="Arial"/>
              </a:defRPr>
            </a:lvl4pPr>
            <a:lvl5pPr algn="l">
              <a:buNone/>
              <a:defRPr sz="1725" b="1">
                <a:solidFill>
                  <a:srgbClr val="1688C9"/>
                </a:solidFill>
                <a:latin typeface="Arial"/>
                <a:ea typeface="Arial"/>
                <a:cs typeface="Arial"/>
              </a:defRPr>
            </a:lvl5pPr>
            <a:lvl6pPr algn="l">
              <a:buNone/>
              <a:defRPr sz="1725" b="1">
                <a:solidFill>
                  <a:srgbClr val="1688C9"/>
                </a:solidFill>
                <a:latin typeface="Arial"/>
                <a:ea typeface="Arial"/>
                <a:cs typeface="Arial"/>
              </a:defRPr>
            </a:lvl6pPr>
            <a:lvl7pPr algn="l">
              <a:buNone/>
              <a:defRPr sz="1725" b="1">
                <a:solidFill>
                  <a:srgbClr val="1688C9"/>
                </a:solidFill>
                <a:latin typeface="Arial"/>
                <a:ea typeface="Arial"/>
                <a:cs typeface="Arial"/>
              </a:defRPr>
            </a:lvl7pPr>
            <a:lvl8pPr algn="l">
              <a:buNone/>
              <a:defRPr sz="1725" b="1">
                <a:solidFill>
                  <a:srgbClr val="1688C9"/>
                </a:solidFill>
                <a:latin typeface="Arial"/>
                <a:ea typeface="Arial"/>
                <a:cs typeface="Arial"/>
              </a:defRPr>
            </a:lvl8pPr>
            <a:lvl9pPr algn="l">
              <a:buNone/>
              <a:defRPr sz="1725" b="1">
                <a:solidFill>
                  <a:srgbClr val="1688C9"/>
                </a:solidFill>
                <a:latin typeface="Arial"/>
                <a:ea typeface="Arial"/>
                <a:cs typeface="Arial"/>
              </a:defRPr>
            </a:lvl9pPr>
          </a:lstStyle>
          <a:p xmlns:a="http://schemas.openxmlformats.org/drawingml/2006/main">
            <a:pPr algn="l">
              <a:buNone/>
              <a:defRPr sz="1725" b="1">
                <a:solidFill>
                  <a:srgbClr val="1688C9"/>
                </a:solidFill>
                <a:latin typeface="Arial"/>
                <a:ea typeface="Arial"/>
                <a:cs typeface="Arial"/>
              </a:defRPr>
            </a:pPr>
            <a:r>
              <a:rPr sz="1725" b="1">
                <a:solidFill>
                  <a:srgbClr val="1688C9"/>
                </a:solidFill>
                <a:latin typeface="Arial"/>
                <a:ea typeface="Arial"/>
                <a:cs typeface="Arial"/>
              </a:rPr>
              <a:t>Interpretation</a:t>
            </a:r>
          </a:p>
        </p:txBody>
      </p:sp>
      <p:sp>
        <p:nvSpPr>
          <p:cNvPr id="10" name="col2-body">
            <a:extLst xmlns:a="http://schemas.openxmlformats.org/drawingml/2006/main">
              <a:ext uri="{FF2B5EF4-FFF2-40B4-BE49-F238E27FC236}">
                <a16:creationId xmlns:a16="http://schemas.microsoft.com/office/drawing/2014/main" id="{EA0DB1BB-9B9A-4DB6-BBFC-9F566D00363A}"/>
              </a:ext>
            </a:extLst>
          </p:cNvPr>
          <p:cNvSpPr>
            <a:spLocks xmlns:a="http://schemas.openxmlformats.org/drawingml/2006/main" noGrp="1"/>
          </p:cNvSpPr>
          <p:nvPr/>
        </p:nvSpPr>
        <p:spPr>
          <a:xfrm xmlns:a="http://schemas.openxmlformats.org/drawingml/2006/main">
            <a:off x="4394200" y="33337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Results include provenance and run state. Stale, missing, suppressed, and insufficient evidence must not look like a zero or a diagnosis.</a:t>
            </a:r>
          </a:p>
        </p:txBody>
      </p:sp>
      <p:sp>
        <p:nvSpPr>
          <p:cNvPr id="11" name="col3-head">
            <a:extLst xmlns:a="http://schemas.openxmlformats.org/drawingml/2006/main">
              <a:ext uri="{FF2B5EF4-FFF2-40B4-BE49-F238E27FC236}">
                <a16:creationId xmlns:a16="http://schemas.microsoft.com/office/drawing/2014/main" id="{279073F4-6219-4BB1-8BAC-E2490DA6C6AD}"/>
              </a:ext>
            </a:extLst>
          </p:cNvPr>
          <p:cNvSpPr>
            <a:spLocks xmlns:a="http://schemas.openxmlformats.org/drawingml/2006/main" noGrp="1"/>
          </p:cNvSpPr>
          <p:nvPr/>
        </p:nvSpPr>
        <p:spPr>
          <a:xfrm xmlns:a="http://schemas.openxmlformats.org/drawingml/2006/main">
            <a:off x="8102600" y="28384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buNone/>
              <a:defRPr sz="1725" b="1">
                <a:solidFill>
                  <a:srgbClr val="1688C9"/>
                </a:solidFill>
                <a:latin typeface="Arial"/>
                <a:ea typeface="Arial"/>
                <a:cs typeface="Arial"/>
              </a:defRPr>
            </a:lvl1pPr>
            <a:lvl2pPr algn="l">
              <a:buNone/>
              <a:defRPr sz="1725" b="1">
                <a:solidFill>
                  <a:srgbClr val="1688C9"/>
                </a:solidFill>
                <a:latin typeface="Arial"/>
                <a:ea typeface="Arial"/>
                <a:cs typeface="Arial"/>
              </a:defRPr>
            </a:lvl2pPr>
            <a:lvl3pPr algn="l">
              <a:buNone/>
              <a:defRPr sz="1725" b="1">
                <a:solidFill>
                  <a:srgbClr val="1688C9"/>
                </a:solidFill>
                <a:latin typeface="Arial"/>
                <a:ea typeface="Arial"/>
                <a:cs typeface="Arial"/>
              </a:defRPr>
            </a:lvl3pPr>
            <a:lvl4pPr algn="l">
              <a:buNone/>
              <a:defRPr sz="1725" b="1">
                <a:solidFill>
                  <a:srgbClr val="1688C9"/>
                </a:solidFill>
                <a:latin typeface="Arial"/>
                <a:ea typeface="Arial"/>
                <a:cs typeface="Arial"/>
              </a:defRPr>
            </a:lvl4pPr>
            <a:lvl5pPr algn="l">
              <a:buNone/>
              <a:defRPr sz="1725" b="1">
                <a:solidFill>
                  <a:srgbClr val="1688C9"/>
                </a:solidFill>
                <a:latin typeface="Arial"/>
                <a:ea typeface="Arial"/>
                <a:cs typeface="Arial"/>
              </a:defRPr>
            </a:lvl5pPr>
            <a:lvl6pPr algn="l">
              <a:buNone/>
              <a:defRPr sz="1725" b="1">
                <a:solidFill>
                  <a:srgbClr val="1688C9"/>
                </a:solidFill>
                <a:latin typeface="Arial"/>
                <a:ea typeface="Arial"/>
                <a:cs typeface="Arial"/>
              </a:defRPr>
            </a:lvl6pPr>
            <a:lvl7pPr algn="l">
              <a:buNone/>
              <a:defRPr sz="1725" b="1">
                <a:solidFill>
                  <a:srgbClr val="1688C9"/>
                </a:solidFill>
                <a:latin typeface="Arial"/>
                <a:ea typeface="Arial"/>
                <a:cs typeface="Arial"/>
              </a:defRPr>
            </a:lvl7pPr>
            <a:lvl8pPr algn="l">
              <a:buNone/>
              <a:defRPr sz="1725" b="1">
                <a:solidFill>
                  <a:srgbClr val="1688C9"/>
                </a:solidFill>
                <a:latin typeface="Arial"/>
                <a:ea typeface="Arial"/>
                <a:cs typeface="Arial"/>
              </a:defRPr>
            </a:lvl8pPr>
            <a:lvl9pPr algn="l">
              <a:buNone/>
              <a:defRPr sz="1725" b="1">
                <a:solidFill>
                  <a:srgbClr val="1688C9"/>
                </a:solidFill>
                <a:latin typeface="Arial"/>
                <a:ea typeface="Arial"/>
                <a:cs typeface="Arial"/>
              </a:defRPr>
            </a:lvl9pPr>
          </a:lstStyle>
          <a:p xmlns:a="http://schemas.openxmlformats.org/drawingml/2006/main">
            <a:pPr algn="l">
              <a:buNone/>
              <a:defRPr sz="1725" b="1">
                <a:solidFill>
                  <a:srgbClr val="1688C9"/>
                </a:solidFill>
                <a:latin typeface="Arial"/>
                <a:ea typeface="Arial"/>
                <a:cs typeface="Arial"/>
              </a:defRPr>
            </a:pPr>
            <a:r>
              <a:rPr sz="1725" b="1">
                <a:solidFill>
                  <a:srgbClr val="1688C9"/>
                </a:solidFill>
                <a:latin typeface="Arial"/>
                <a:ea typeface="Arial"/>
                <a:cs typeface="Arial"/>
              </a:rPr>
              <a:t>Acceptance still pending</a:t>
            </a:r>
          </a:p>
        </p:txBody>
      </p:sp>
      <p:sp>
        <p:nvSpPr>
          <p:cNvPr id="12" name="col3-body">
            <a:extLst xmlns:a="http://schemas.openxmlformats.org/drawingml/2006/main">
              <a:ext uri="{FF2B5EF4-FFF2-40B4-BE49-F238E27FC236}">
                <a16:creationId xmlns:a16="http://schemas.microsoft.com/office/drawing/2014/main" id="{2E994157-9A59-4496-9A7A-334635AF7BA0}"/>
              </a:ext>
            </a:extLst>
          </p:cNvPr>
          <p:cNvSpPr>
            <a:spLocks xmlns:a="http://schemas.openxmlformats.org/drawingml/2006/main" noGrp="1"/>
          </p:cNvSpPr>
          <p:nvPr/>
        </p:nvSpPr>
        <p:spPr>
          <a:xfrm xmlns:a="http://schemas.openxmlformats.org/drawingml/2006/main">
            <a:off x="8102600" y="33337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The shared course currently has no enrollment / learner identity mappings. Real instructor and student account access has not passed live acceptance.</a:t>
            </a:r>
          </a:p>
        </p:txBody>
      </p:sp>
      <p:sp>
        <p:nvSpPr>
          <p:cNvPr id="13" name="warning">
            <a:extLst xmlns:a="http://schemas.openxmlformats.org/drawingml/2006/main">
              <a:ext uri="{FF2B5EF4-FFF2-40B4-BE49-F238E27FC236}">
                <a16:creationId xmlns:a16="http://schemas.microsoft.com/office/drawing/2014/main" id="{BD1ADB6D-CDBB-420F-96B6-5F9CCE5B94D6}"/>
              </a:ext>
            </a:extLst>
          </p:cNvPr>
          <p:cNvSpPr>
            <a:spLocks xmlns:a="http://schemas.openxmlformats.org/drawingml/2006/main" noGrp="1"/>
          </p:cNvSpPr>
          <p:nvPr/>
        </p:nvSpPr>
        <p:spPr>
          <a:xfrm xmlns:a="http://schemas.openxmlformats.org/drawingml/2006/main">
            <a:off x="685800" y="55245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C35A61"/>
                </a:solidFill>
                <a:latin typeface="Arial"/>
                <a:ea typeface="Arial"/>
                <a:cs typeface="Arial"/>
              </a:defRPr>
            </a:defPPr>
            <a:lvl1pPr algn="l">
              <a:buNone/>
              <a:defRPr sz="1350" b="1">
                <a:solidFill>
                  <a:srgbClr val="C35A61"/>
                </a:solidFill>
                <a:latin typeface="Arial"/>
                <a:ea typeface="Arial"/>
                <a:cs typeface="Arial"/>
              </a:defRPr>
            </a:lvl1pPr>
            <a:lvl2pPr algn="l">
              <a:buNone/>
              <a:defRPr sz="1350" b="1">
                <a:solidFill>
                  <a:srgbClr val="C35A61"/>
                </a:solidFill>
                <a:latin typeface="Arial"/>
                <a:ea typeface="Arial"/>
                <a:cs typeface="Arial"/>
              </a:defRPr>
            </a:lvl2pPr>
            <a:lvl3pPr algn="l">
              <a:buNone/>
              <a:defRPr sz="1350" b="1">
                <a:solidFill>
                  <a:srgbClr val="C35A61"/>
                </a:solidFill>
                <a:latin typeface="Arial"/>
                <a:ea typeface="Arial"/>
                <a:cs typeface="Arial"/>
              </a:defRPr>
            </a:lvl3pPr>
            <a:lvl4pPr algn="l">
              <a:buNone/>
              <a:defRPr sz="1350" b="1">
                <a:solidFill>
                  <a:srgbClr val="C35A61"/>
                </a:solidFill>
                <a:latin typeface="Arial"/>
                <a:ea typeface="Arial"/>
                <a:cs typeface="Arial"/>
              </a:defRPr>
            </a:lvl4pPr>
            <a:lvl5pPr algn="l">
              <a:buNone/>
              <a:defRPr sz="1350" b="1">
                <a:solidFill>
                  <a:srgbClr val="C35A61"/>
                </a:solidFill>
                <a:latin typeface="Arial"/>
                <a:ea typeface="Arial"/>
                <a:cs typeface="Arial"/>
              </a:defRPr>
            </a:lvl5pPr>
            <a:lvl6pPr algn="l">
              <a:buNone/>
              <a:defRPr sz="1350" b="1">
                <a:solidFill>
                  <a:srgbClr val="C35A61"/>
                </a:solidFill>
                <a:latin typeface="Arial"/>
                <a:ea typeface="Arial"/>
                <a:cs typeface="Arial"/>
              </a:defRPr>
            </a:lvl6pPr>
            <a:lvl7pPr algn="l">
              <a:buNone/>
              <a:defRPr sz="1350" b="1">
                <a:solidFill>
                  <a:srgbClr val="C35A61"/>
                </a:solidFill>
                <a:latin typeface="Arial"/>
                <a:ea typeface="Arial"/>
                <a:cs typeface="Arial"/>
              </a:defRPr>
            </a:lvl7pPr>
            <a:lvl8pPr algn="l">
              <a:buNone/>
              <a:defRPr sz="1350" b="1">
                <a:solidFill>
                  <a:srgbClr val="C35A61"/>
                </a:solidFill>
                <a:latin typeface="Arial"/>
                <a:ea typeface="Arial"/>
                <a:cs typeface="Arial"/>
              </a:defRPr>
            </a:lvl8pPr>
            <a:lvl9pPr algn="l">
              <a:buNone/>
              <a:defRPr sz="1350" b="1">
                <a:solidFill>
                  <a:srgbClr val="C35A61"/>
                </a:solidFill>
                <a:latin typeface="Arial"/>
                <a:ea typeface="Arial"/>
                <a:cs typeface="Arial"/>
              </a:defRPr>
            </a:lvl9pPr>
          </a:lstStyle>
          <a:p xmlns:a="http://schemas.openxmlformats.org/drawingml/2006/main">
            <a:pPr algn="l">
              <a:buNone/>
              <a:defRPr sz="1350" b="1">
                <a:solidFill>
                  <a:srgbClr val="C35A61"/>
                </a:solidFill>
                <a:latin typeface="Arial"/>
                <a:ea typeface="Arial"/>
                <a:cs typeface="Arial"/>
              </a:defRPr>
            </a:pPr>
            <a:r>
              <a:rPr sz="1350" b="1">
                <a:solidFill>
                  <a:srgbClr val="C35A61"/>
                </a:solidFill>
                <a:latin typeface="Arial"/>
                <a:ea typeface="Arial"/>
                <a:cs typeface="Arial"/>
              </a:rPr>
              <a:t>The UI and API exist; live role-scoped access depends on course accounts and mappings being provisioned.</a:t>
            </a:r>
          </a:p>
        </p:txBody>
      </p:sp>
    </p:spTree>
    <p:extLst>
      <p:ext uri="{BB962C8B-B14F-4D97-AF65-F5344CB8AC3E}">
        <p14:creationId xmlns:p14="http://schemas.microsoft.com/office/powerpoint/2010/main" val="13464345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6D6B5D99-9082-4FB4-A1A2-7B3BAD096DFB}"/>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buNone/>
              <a:defRPr sz="1050" b="1">
                <a:solidFill>
                  <a:srgbClr val="1688C9"/>
                </a:solidFill>
                <a:latin typeface="Arial"/>
                <a:ea typeface="Arial"/>
                <a:cs typeface="Arial"/>
              </a:defRPr>
            </a:lvl1pPr>
            <a:lvl2pPr algn="l">
              <a:buNone/>
              <a:defRPr sz="1050" b="1">
                <a:solidFill>
                  <a:srgbClr val="1688C9"/>
                </a:solidFill>
                <a:latin typeface="Arial"/>
                <a:ea typeface="Arial"/>
                <a:cs typeface="Arial"/>
              </a:defRPr>
            </a:lvl2pPr>
            <a:lvl3pPr algn="l">
              <a:buNone/>
              <a:defRPr sz="1050" b="1">
                <a:solidFill>
                  <a:srgbClr val="1688C9"/>
                </a:solidFill>
                <a:latin typeface="Arial"/>
                <a:ea typeface="Arial"/>
                <a:cs typeface="Arial"/>
              </a:defRPr>
            </a:lvl3pPr>
            <a:lvl4pPr algn="l">
              <a:buNone/>
              <a:defRPr sz="1050" b="1">
                <a:solidFill>
                  <a:srgbClr val="1688C9"/>
                </a:solidFill>
                <a:latin typeface="Arial"/>
                <a:ea typeface="Arial"/>
                <a:cs typeface="Arial"/>
              </a:defRPr>
            </a:lvl4pPr>
            <a:lvl5pPr algn="l">
              <a:buNone/>
              <a:defRPr sz="1050" b="1">
                <a:solidFill>
                  <a:srgbClr val="1688C9"/>
                </a:solidFill>
                <a:latin typeface="Arial"/>
                <a:ea typeface="Arial"/>
                <a:cs typeface="Arial"/>
              </a:defRPr>
            </a:lvl5pPr>
            <a:lvl6pPr algn="l">
              <a:buNone/>
              <a:defRPr sz="1050" b="1">
                <a:solidFill>
                  <a:srgbClr val="1688C9"/>
                </a:solidFill>
                <a:latin typeface="Arial"/>
                <a:ea typeface="Arial"/>
                <a:cs typeface="Arial"/>
              </a:defRPr>
            </a:lvl6pPr>
            <a:lvl7pPr algn="l">
              <a:buNone/>
              <a:defRPr sz="1050" b="1">
                <a:solidFill>
                  <a:srgbClr val="1688C9"/>
                </a:solidFill>
                <a:latin typeface="Arial"/>
                <a:ea typeface="Arial"/>
                <a:cs typeface="Arial"/>
              </a:defRPr>
            </a:lvl7pPr>
            <a:lvl8pPr algn="l">
              <a:buNone/>
              <a:defRPr sz="1050" b="1">
                <a:solidFill>
                  <a:srgbClr val="1688C9"/>
                </a:solidFill>
                <a:latin typeface="Arial"/>
                <a:ea typeface="Arial"/>
                <a:cs typeface="Arial"/>
              </a:defRPr>
            </a:lvl8pPr>
            <a:lvl9pPr algn="l">
              <a:buNone/>
              <a:defRPr sz="1050" b="1">
                <a:solidFill>
                  <a:srgbClr val="1688C9"/>
                </a:solidFill>
                <a:latin typeface="Arial"/>
                <a:ea typeface="Arial"/>
                <a:cs typeface="Arial"/>
              </a:defRPr>
            </a:lvl9pPr>
          </a:lstStyle>
          <a:p xmlns:a="http://schemas.openxmlformats.org/drawingml/2006/main">
            <a:pPr algn="l">
              <a:buNone/>
              <a:defRPr sz="1050" b="1">
                <a:solidFill>
                  <a:srgbClr val="1688C9"/>
                </a:solidFill>
                <a:latin typeface="Arial"/>
                <a:ea typeface="Arial"/>
                <a:cs typeface="Arial"/>
              </a:defRPr>
            </a:pPr>
            <a:r>
              <a:rPr sz="1050" b="1">
                <a:solidFill>
                  <a:srgbClr val="1688C9"/>
                </a:solidFill>
                <a:latin typeface="Arial"/>
                <a:ea typeface="Arial"/>
                <a:cs typeface="Arial"/>
              </a:rPr>
              <a:t>CARMEN STUDY GUIDE</a:t>
            </a:r>
          </a:p>
        </p:txBody>
      </p:sp>
      <p:sp>
        <p:nvSpPr>
          <p:cNvPr id="2" name="title">
            <a:extLst xmlns:a="http://schemas.openxmlformats.org/drawingml/2006/main">
              <a:ext uri="{FF2B5EF4-FFF2-40B4-BE49-F238E27FC236}">
                <a16:creationId xmlns:a16="http://schemas.microsoft.com/office/drawing/2014/main" id="{7486936A-6916-4570-8378-439EDDDA434B}"/>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buNone/>
              <a:defRPr sz="3225" b="1">
                <a:solidFill>
                  <a:srgbClr val="14263D"/>
                </a:solidFill>
                <a:latin typeface="Arial"/>
                <a:ea typeface="Arial"/>
                <a:cs typeface="Arial"/>
              </a:defRPr>
            </a:lvl1pPr>
            <a:lvl2pPr algn="l">
              <a:buNone/>
              <a:defRPr sz="3225" b="1">
                <a:solidFill>
                  <a:srgbClr val="14263D"/>
                </a:solidFill>
                <a:latin typeface="Arial"/>
                <a:ea typeface="Arial"/>
                <a:cs typeface="Arial"/>
              </a:defRPr>
            </a:lvl2pPr>
            <a:lvl3pPr algn="l">
              <a:buNone/>
              <a:defRPr sz="3225" b="1">
                <a:solidFill>
                  <a:srgbClr val="14263D"/>
                </a:solidFill>
                <a:latin typeface="Arial"/>
                <a:ea typeface="Arial"/>
                <a:cs typeface="Arial"/>
              </a:defRPr>
            </a:lvl3pPr>
            <a:lvl4pPr algn="l">
              <a:buNone/>
              <a:defRPr sz="3225" b="1">
                <a:solidFill>
                  <a:srgbClr val="14263D"/>
                </a:solidFill>
                <a:latin typeface="Arial"/>
                <a:ea typeface="Arial"/>
                <a:cs typeface="Arial"/>
              </a:defRPr>
            </a:lvl4pPr>
            <a:lvl5pPr algn="l">
              <a:buNone/>
              <a:defRPr sz="3225" b="1">
                <a:solidFill>
                  <a:srgbClr val="14263D"/>
                </a:solidFill>
                <a:latin typeface="Arial"/>
                <a:ea typeface="Arial"/>
                <a:cs typeface="Arial"/>
              </a:defRPr>
            </a:lvl5pPr>
            <a:lvl6pPr algn="l">
              <a:buNone/>
              <a:defRPr sz="3225" b="1">
                <a:solidFill>
                  <a:srgbClr val="14263D"/>
                </a:solidFill>
                <a:latin typeface="Arial"/>
                <a:ea typeface="Arial"/>
                <a:cs typeface="Arial"/>
              </a:defRPr>
            </a:lvl6pPr>
            <a:lvl7pPr algn="l">
              <a:buNone/>
              <a:defRPr sz="3225" b="1">
                <a:solidFill>
                  <a:srgbClr val="14263D"/>
                </a:solidFill>
                <a:latin typeface="Arial"/>
                <a:ea typeface="Arial"/>
                <a:cs typeface="Arial"/>
              </a:defRPr>
            </a:lvl7pPr>
            <a:lvl8pPr algn="l">
              <a:buNone/>
              <a:defRPr sz="3225" b="1">
                <a:solidFill>
                  <a:srgbClr val="14263D"/>
                </a:solidFill>
                <a:latin typeface="Arial"/>
                <a:ea typeface="Arial"/>
                <a:cs typeface="Arial"/>
              </a:defRPr>
            </a:lvl8pPr>
            <a:lvl9pPr algn="l">
              <a:buNone/>
              <a:defRPr sz="3225" b="1">
                <a:solidFill>
                  <a:srgbClr val="14263D"/>
                </a:solidFill>
                <a:latin typeface="Arial"/>
                <a:ea typeface="Arial"/>
                <a:cs typeface="Arial"/>
              </a:defRPr>
            </a:lvl9pPr>
          </a:lstStyle>
          <a:p xmlns:a="http://schemas.openxmlformats.org/drawingml/2006/main">
            <a:pPr algn="l">
              <a:buNone/>
              <a:defRPr sz="3225" b="1">
                <a:solidFill>
                  <a:srgbClr val="14263D"/>
                </a:solidFill>
                <a:latin typeface="Arial"/>
                <a:ea typeface="Arial"/>
                <a:cs typeface="Arial"/>
              </a:defRPr>
            </a:pPr>
            <a:r>
              <a:rPr sz="3225" b="1">
                <a:solidFill>
                  <a:srgbClr val="14263D"/>
                </a:solidFill>
                <a:latin typeface="Arial"/>
                <a:ea typeface="Arial"/>
                <a:cs typeface="Arial"/>
              </a:rPr>
              <a:t>Carmen quizzes are completed and ready to review</a:t>
            </a:r>
          </a:p>
        </p:txBody>
      </p:sp>
      <p:sp>
        <p:nvSpPr>
          <p:cNvPr id="3" name="">
            <a:extLst xmlns:a="http://schemas.openxmlformats.org/drawingml/2006/main">
              <a:ext uri="{FF2B5EF4-FFF2-40B4-BE49-F238E27FC236}">
                <a16:creationId xmlns:a16="http://schemas.microsoft.com/office/drawing/2014/main" id="{859E0574-73B6-41C3-9903-368C72C79020}"/>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AF6D1737-57C5-437D-A167-F100121B304C}"/>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buNone/>
              <a:defRPr sz="975" b="1">
                <a:solidFill>
                  <a:srgbClr val="5B6877"/>
                </a:solidFill>
                <a:latin typeface="Arial"/>
                <a:ea typeface="Arial"/>
                <a:cs typeface="Arial"/>
              </a:defRPr>
            </a:lvl1pPr>
            <a:lvl2pPr algn="l">
              <a:buNone/>
              <a:defRPr sz="975" b="1">
                <a:solidFill>
                  <a:srgbClr val="5B6877"/>
                </a:solidFill>
                <a:latin typeface="Arial"/>
                <a:ea typeface="Arial"/>
                <a:cs typeface="Arial"/>
              </a:defRPr>
            </a:lvl2pPr>
            <a:lvl3pPr algn="l">
              <a:buNone/>
              <a:defRPr sz="975" b="1">
                <a:solidFill>
                  <a:srgbClr val="5B6877"/>
                </a:solidFill>
                <a:latin typeface="Arial"/>
                <a:ea typeface="Arial"/>
                <a:cs typeface="Arial"/>
              </a:defRPr>
            </a:lvl3pPr>
            <a:lvl4pPr algn="l">
              <a:buNone/>
              <a:defRPr sz="975" b="1">
                <a:solidFill>
                  <a:srgbClr val="5B6877"/>
                </a:solidFill>
                <a:latin typeface="Arial"/>
                <a:ea typeface="Arial"/>
                <a:cs typeface="Arial"/>
              </a:defRPr>
            </a:lvl4pPr>
            <a:lvl5pPr algn="l">
              <a:buNone/>
              <a:defRPr sz="975" b="1">
                <a:solidFill>
                  <a:srgbClr val="5B6877"/>
                </a:solidFill>
                <a:latin typeface="Arial"/>
                <a:ea typeface="Arial"/>
                <a:cs typeface="Arial"/>
              </a:defRPr>
            </a:lvl5pPr>
            <a:lvl6pPr algn="l">
              <a:buNone/>
              <a:defRPr sz="975" b="1">
                <a:solidFill>
                  <a:srgbClr val="5B6877"/>
                </a:solidFill>
                <a:latin typeface="Arial"/>
                <a:ea typeface="Arial"/>
                <a:cs typeface="Arial"/>
              </a:defRPr>
            </a:lvl6pPr>
            <a:lvl7pPr algn="l">
              <a:buNone/>
              <a:defRPr sz="975" b="1">
                <a:solidFill>
                  <a:srgbClr val="5B6877"/>
                </a:solidFill>
                <a:latin typeface="Arial"/>
                <a:ea typeface="Arial"/>
                <a:cs typeface="Arial"/>
              </a:defRPr>
            </a:lvl7pPr>
            <a:lvl8pPr algn="l">
              <a:buNone/>
              <a:defRPr sz="975" b="1">
                <a:solidFill>
                  <a:srgbClr val="5B6877"/>
                </a:solidFill>
                <a:latin typeface="Arial"/>
                <a:ea typeface="Arial"/>
                <a:cs typeface="Arial"/>
              </a:defRPr>
            </a:lvl8pPr>
            <a:lvl9pPr algn="l">
              <a:buNone/>
              <a:defRPr sz="975" b="1">
                <a:solidFill>
                  <a:srgbClr val="5B6877"/>
                </a:solidFill>
                <a:latin typeface="Arial"/>
                <a:ea typeface="Arial"/>
                <a:cs typeface="Arial"/>
              </a:defRPr>
            </a:lvl9pPr>
          </a:lstStyle>
          <a:p xmlns:a="http://schemas.openxmlformats.org/drawingml/2006/main">
            <a:pPr algn="l">
              <a:buNone/>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3099C0CE-CAE2-4FD5-B111-2C3853C3FC40}"/>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buNone/>
              <a:defRPr sz="1050" b="1">
                <a:solidFill>
                  <a:srgbClr val="1688C9"/>
                </a:solidFill>
                <a:latin typeface="Arial"/>
                <a:ea typeface="Arial"/>
                <a:cs typeface="Arial"/>
              </a:defRPr>
            </a:lvl1pPr>
            <a:lvl2pPr algn="r">
              <a:buNone/>
              <a:defRPr sz="1050" b="1">
                <a:solidFill>
                  <a:srgbClr val="1688C9"/>
                </a:solidFill>
                <a:latin typeface="Arial"/>
                <a:ea typeface="Arial"/>
                <a:cs typeface="Arial"/>
              </a:defRPr>
            </a:lvl2pPr>
            <a:lvl3pPr algn="r">
              <a:buNone/>
              <a:defRPr sz="1050" b="1">
                <a:solidFill>
                  <a:srgbClr val="1688C9"/>
                </a:solidFill>
                <a:latin typeface="Arial"/>
                <a:ea typeface="Arial"/>
                <a:cs typeface="Arial"/>
              </a:defRPr>
            </a:lvl3pPr>
            <a:lvl4pPr algn="r">
              <a:buNone/>
              <a:defRPr sz="1050" b="1">
                <a:solidFill>
                  <a:srgbClr val="1688C9"/>
                </a:solidFill>
                <a:latin typeface="Arial"/>
                <a:ea typeface="Arial"/>
                <a:cs typeface="Arial"/>
              </a:defRPr>
            </a:lvl4pPr>
            <a:lvl5pPr algn="r">
              <a:buNone/>
              <a:defRPr sz="1050" b="1">
                <a:solidFill>
                  <a:srgbClr val="1688C9"/>
                </a:solidFill>
                <a:latin typeface="Arial"/>
                <a:ea typeface="Arial"/>
                <a:cs typeface="Arial"/>
              </a:defRPr>
            </a:lvl5pPr>
            <a:lvl6pPr algn="r">
              <a:buNone/>
              <a:defRPr sz="1050" b="1">
                <a:solidFill>
                  <a:srgbClr val="1688C9"/>
                </a:solidFill>
                <a:latin typeface="Arial"/>
                <a:ea typeface="Arial"/>
                <a:cs typeface="Arial"/>
              </a:defRPr>
            </a:lvl6pPr>
            <a:lvl7pPr algn="r">
              <a:buNone/>
              <a:defRPr sz="1050" b="1">
                <a:solidFill>
                  <a:srgbClr val="1688C9"/>
                </a:solidFill>
                <a:latin typeface="Arial"/>
                <a:ea typeface="Arial"/>
                <a:cs typeface="Arial"/>
              </a:defRPr>
            </a:lvl7pPr>
            <a:lvl8pPr algn="r">
              <a:buNone/>
              <a:defRPr sz="1050" b="1">
                <a:solidFill>
                  <a:srgbClr val="1688C9"/>
                </a:solidFill>
                <a:latin typeface="Arial"/>
                <a:ea typeface="Arial"/>
                <a:cs typeface="Arial"/>
              </a:defRPr>
            </a:lvl8pPr>
            <a:lvl9pPr algn="r">
              <a:buNone/>
              <a:defRPr sz="1050" b="1">
                <a:solidFill>
                  <a:srgbClr val="1688C9"/>
                </a:solidFill>
                <a:latin typeface="Arial"/>
                <a:ea typeface="Arial"/>
                <a:cs typeface="Arial"/>
              </a:defRPr>
            </a:lvl9pPr>
          </a:lstStyle>
          <a:p xmlns:a="http://schemas.openxmlformats.org/drawingml/2006/main">
            <a:pPr algn="r">
              <a:buNone/>
              <a:defRPr sz="1050" b="1">
                <a:solidFill>
                  <a:srgbClr val="1688C9"/>
                </a:solidFill>
                <a:latin typeface="Arial"/>
                <a:ea typeface="Arial"/>
                <a:cs typeface="Arial"/>
              </a:defRPr>
            </a:pPr>
            <a:r>
              <a:rPr sz="1050" b="1">
                <a:solidFill>
                  <a:srgbClr val="1688C9"/>
                </a:solidFill>
                <a:latin typeface="Arial"/>
                <a:ea typeface="Arial"/>
                <a:cs typeface="Arial"/>
              </a:rPr>
              <a:t>07</a:t>
            </a:r>
          </a:p>
        </p:txBody>
      </p:sp>
      <p:sp>
        <p:nvSpPr>
          <p:cNvPr id="6" name="takeaway">
            <a:extLst xmlns:a="http://schemas.openxmlformats.org/drawingml/2006/main">
              <a:ext uri="{FF2B5EF4-FFF2-40B4-BE49-F238E27FC236}">
                <a16:creationId xmlns:a16="http://schemas.microsoft.com/office/drawing/2014/main" id="{13C540F5-67FA-40BC-B58B-A5D1979F7BCC}"/>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buNone/>
              <a:defRPr sz="2175" b="1">
                <a:solidFill>
                  <a:srgbClr val="1E2A37"/>
                </a:solidFill>
                <a:latin typeface="Arial"/>
                <a:ea typeface="Arial"/>
                <a:cs typeface="Arial"/>
              </a:defRPr>
            </a:lvl1pPr>
            <a:lvl2pPr algn="l">
              <a:buNone/>
              <a:defRPr sz="2175" b="1">
                <a:solidFill>
                  <a:srgbClr val="1E2A37"/>
                </a:solidFill>
                <a:latin typeface="Arial"/>
                <a:ea typeface="Arial"/>
                <a:cs typeface="Arial"/>
              </a:defRPr>
            </a:lvl2pPr>
            <a:lvl3pPr algn="l">
              <a:buNone/>
              <a:defRPr sz="2175" b="1">
                <a:solidFill>
                  <a:srgbClr val="1E2A37"/>
                </a:solidFill>
                <a:latin typeface="Arial"/>
                <a:ea typeface="Arial"/>
                <a:cs typeface="Arial"/>
              </a:defRPr>
            </a:lvl3pPr>
            <a:lvl4pPr algn="l">
              <a:buNone/>
              <a:defRPr sz="2175" b="1">
                <a:solidFill>
                  <a:srgbClr val="1E2A37"/>
                </a:solidFill>
                <a:latin typeface="Arial"/>
                <a:ea typeface="Arial"/>
                <a:cs typeface="Arial"/>
              </a:defRPr>
            </a:lvl4pPr>
            <a:lvl5pPr algn="l">
              <a:buNone/>
              <a:defRPr sz="2175" b="1">
                <a:solidFill>
                  <a:srgbClr val="1E2A37"/>
                </a:solidFill>
                <a:latin typeface="Arial"/>
                <a:ea typeface="Arial"/>
                <a:cs typeface="Arial"/>
              </a:defRPr>
            </a:lvl5pPr>
            <a:lvl6pPr algn="l">
              <a:buNone/>
              <a:defRPr sz="2175" b="1">
                <a:solidFill>
                  <a:srgbClr val="1E2A37"/>
                </a:solidFill>
                <a:latin typeface="Arial"/>
                <a:ea typeface="Arial"/>
                <a:cs typeface="Arial"/>
              </a:defRPr>
            </a:lvl6pPr>
            <a:lvl7pPr algn="l">
              <a:buNone/>
              <a:defRPr sz="2175" b="1">
                <a:solidFill>
                  <a:srgbClr val="1E2A37"/>
                </a:solidFill>
                <a:latin typeface="Arial"/>
                <a:ea typeface="Arial"/>
                <a:cs typeface="Arial"/>
              </a:defRPr>
            </a:lvl7pPr>
            <a:lvl8pPr algn="l">
              <a:buNone/>
              <a:defRPr sz="2175" b="1">
                <a:solidFill>
                  <a:srgbClr val="1E2A37"/>
                </a:solidFill>
                <a:latin typeface="Arial"/>
                <a:ea typeface="Arial"/>
                <a:cs typeface="Arial"/>
              </a:defRPr>
            </a:lvl8pPr>
            <a:lvl9pPr algn="l">
              <a:buNone/>
              <a:defRPr sz="2175" b="1">
                <a:solidFill>
                  <a:srgbClr val="1E2A37"/>
                </a:solidFill>
                <a:latin typeface="Arial"/>
                <a:ea typeface="Arial"/>
                <a:cs typeface="Arial"/>
              </a:defRPr>
            </a:lvl9pPr>
          </a:lstStyle>
          <a:p xmlns:a="http://schemas.openxmlformats.org/drawingml/2006/main">
            <a:pPr algn="l">
              <a:buNone/>
              <a:defRPr sz="2175" b="1">
                <a:solidFill>
                  <a:srgbClr val="1E2A37"/>
                </a:solidFill>
                <a:latin typeface="Arial"/>
                <a:ea typeface="Arial"/>
                <a:cs typeface="Arial"/>
              </a:defRPr>
            </a:pPr>
            <a:r>
              <a:rPr sz="2175" b="1">
                <a:solidFill>
                  <a:srgbClr val="1E2A37"/>
                </a:solidFill>
                <a:latin typeface="Arial"/>
                <a:ea typeface="Arial"/>
                <a:cs typeface="Arial"/>
              </a:rPr>
              <a:t>Students can inspect results and missed answers without retaking the quiz.</a:t>
            </a:r>
          </a:p>
        </p:txBody>
      </p:sp>
      <p:sp>
        <p:nvSpPr>
          <p:cNvPr id="7" name="metric-fictional student profiles">
            <a:extLst xmlns:a="http://schemas.openxmlformats.org/drawingml/2006/main">
              <a:ext uri="{FF2B5EF4-FFF2-40B4-BE49-F238E27FC236}">
                <a16:creationId xmlns:a16="http://schemas.microsoft.com/office/drawing/2014/main" id="{4F9D2614-6E08-4E5E-B50D-F0CDDA5D0BED}"/>
              </a:ext>
            </a:extLst>
          </p:cNvPr>
          <p:cNvSpPr>
            <a:spLocks xmlns:a="http://schemas.openxmlformats.org/drawingml/2006/main" noGrp="1"/>
          </p:cNvSpPr>
          <p:nvPr/>
        </p:nvSpPr>
        <p:spPr>
          <a:xfrm xmlns:a="http://schemas.openxmlformats.org/drawingml/2006/main">
            <a:off x="742950" y="28003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1688C9"/>
                </a:solidFill>
                <a:latin typeface="Arial"/>
                <a:ea typeface="Arial"/>
                <a:cs typeface="Arial"/>
              </a:defRPr>
            </a:defPPr>
            <a:lvl1pPr algn="l">
              <a:buNone/>
              <a:defRPr sz="4050" b="1">
                <a:solidFill>
                  <a:srgbClr val="1688C9"/>
                </a:solidFill>
                <a:latin typeface="Arial"/>
                <a:ea typeface="Arial"/>
                <a:cs typeface="Arial"/>
              </a:defRPr>
            </a:lvl1pPr>
            <a:lvl2pPr algn="l">
              <a:buNone/>
              <a:defRPr sz="4050" b="1">
                <a:solidFill>
                  <a:srgbClr val="1688C9"/>
                </a:solidFill>
                <a:latin typeface="Arial"/>
                <a:ea typeface="Arial"/>
                <a:cs typeface="Arial"/>
              </a:defRPr>
            </a:lvl2pPr>
            <a:lvl3pPr algn="l">
              <a:buNone/>
              <a:defRPr sz="4050" b="1">
                <a:solidFill>
                  <a:srgbClr val="1688C9"/>
                </a:solidFill>
                <a:latin typeface="Arial"/>
                <a:ea typeface="Arial"/>
                <a:cs typeface="Arial"/>
              </a:defRPr>
            </a:lvl3pPr>
            <a:lvl4pPr algn="l">
              <a:buNone/>
              <a:defRPr sz="4050" b="1">
                <a:solidFill>
                  <a:srgbClr val="1688C9"/>
                </a:solidFill>
                <a:latin typeface="Arial"/>
                <a:ea typeface="Arial"/>
                <a:cs typeface="Arial"/>
              </a:defRPr>
            </a:lvl4pPr>
            <a:lvl5pPr algn="l">
              <a:buNone/>
              <a:defRPr sz="4050" b="1">
                <a:solidFill>
                  <a:srgbClr val="1688C9"/>
                </a:solidFill>
                <a:latin typeface="Arial"/>
                <a:ea typeface="Arial"/>
                <a:cs typeface="Arial"/>
              </a:defRPr>
            </a:lvl5pPr>
            <a:lvl6pPr algn="l">
              <a:buNone/>
              <a:defRPr sz="4050" b="1">
                <a:solidFill>
                  <a:srgbClr val="1688C9"/>
                </a:solidFill>
                <a:latin typeface="Arial"/>
                <a:ea typeface="Arial"/>
                <a:cs typeface="Arial"/>
              </a:defRPr>
            </a:lvl6pPr>
            <a:lvl7pPr algn="l">
              <a:buNone/>
              <a:defRPr sz="4050" b="1">
                <a:solidFill>
                  <a:srgbClr val="1688C9"/>
                </a:solidFill>
                <a:latin typeface="Arial"/>
                <a:ea typeface="Arial"/>
                <a:cs typeface="Arial"/>
              </a:defRPr>
            </a:lvl7pPr>
            <a:lvl8pPr algn="l">
              <a:buNone/>
              <a:defRPr sz="4050" b="1">
                <a:solidFill>
                  <a:srgbClr val="1688C9"/>
                </a:solidFill>
                <a:latin typeface="Arial"/>
                <a:ea typeface="Arial"/>
                <a:cs typeface="Arial"/>
              </a:defRPr>
            </a:lvl8pPr>
            <a:lvl9pPr algn="l">
              <a:buNone/>
              <a:defRPr sz="4050" b="1">
                <a:solidFill>
                  <a:srgbClr val="1688C9"/>
                </a:solidFill>
                <a:latin typeface="Arial"/>
                <a:ea typeface="Arial"/>
                <a:cs typeface="Arial"/>
              </a:defRPr>
            </a:lvl9pPr>
          </a:lstStyle>
          <a:p xmlns:a="http://schemas.openxmlformats.org/drawingml/2006/main">
            <a:pPr algn="l">
              <a:buNone/>
              <a:defRPr sz="4050" b="1">
                <a:solidFill>
                  <a:srgbClr val="1688C9"/>
                </a:solidFill>
                <a:latin typeface="Arial"/>
                <a:ea typeface="Arial"/>
                <a:cs typeface="Arial"/>
              </a:defRPr>
            </a:pPr>
            <a:r>
              <a:rPr sz="4050" b="1">
                <a:solidFill>
                  <a:srgbClr val="1688C9"/>
                </a:solidFill>
                <a:latin typeface="Arial"/>
                <a:ea typeface="Arial"/>
                <a:cs typeface="Arial"/>
              </a:rPr>
              <a:t>15</a:t>
            </a:r>
          </a:p>
        </p:txBody>
      </p:sp>
      <p:sp>
        <p:nvSpPr>
          <p:cNvPr id="8" name="label-fictional student profiles">
            <a:extLst xmlns:a="http://schemas.openxmlformats.org/drawingml/2006/main">
              <a:ext uri="{FF2B5EF4-FFF2-40B4-BE49-F238E27FC236}">
                <a16:creationId xmlns:a16="http://schemas.microsoft.com/office/drawing/2014/main" id="{1218A9E7-B4B3-488D-A62D-4C45EB6285E4}"/>
              </a:ext>
            </a:extLst>
          </p:cNvPr>
          <p:cNvSpPr>
            <a:spLocks xmlns:a="http://schemas.openxmlformats.org/drawingml/2006/main" noGrp="1"/>
          </p:cNvSpPr>
          <p:nvPr/>
        </p:nvSpPr>
        <p:spPr>
          <a:xfrm xmlns:a="http://schemas.openxmlformats.org/drawingml/2006/main">
            <a:off x="742950" y="3571875"/>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buNone/>
              <a:defRPr sz="1425" b="1">
                <a:solidFill>
                  <a:srgbClr val="5B6877"/>
                </a:solidFill>
                <a:latin typeface="Arial"/>
                <a:ea typeface="Arial"/>
                <a:cs typeface="Arial"/>
              </a:defRPr>
            </a:lvl1pPr>
            <a:lvl2pPr algn="l">
              <a:buNone/>
              <a:defRPr sz="1425" b="1">
                <a:solidFill>
                  <a:srgbClr val="5B6877"/>
                </a:solidFill>
                <a:latin typeface="Arial"/>
                <a:ea typeface="Arial"/>
                <a:cs typeface="Arial"/>
              </a:defRPr>
            </a:lvl2pPr>
            <a:lvl3pPr algn="l">
              <a:buNone/>
              <a:defRPr sz="1425" b="1">
                <a:solidFill>
                  <a:srgbClr val="5B6877"/>
                </a:solidFill>
                <a:latin typeface="Arial"/>
                <a:ea typeface="Arial"/>
                <a:cs typeface="Arial"/>
              </a:defRPr>
            </a:lvl3pPr>
            <a:lvl4pPr algn="l">
              <a:buNone/>
              <a:defRPr sz="1425" b="1">
                <a:solidFill>
                  <a:srgbClr val="5B6877"/>
                </a:solidFill>
                <a:latin typeface="Arial"/>
                <a:ea typeface="Arial"/>
                <a:cs typeface="Arial"/>
              </a:defRPr>
            </a:lvl4pPr>
            <a:lvl5pPr algn="l">
              <a:buNone/>
              <a:defRPr sz="1425" b="1">
                <a:solidFill>
                  <a:srgbClr val="5B6877"/>
                </a:solidFill>
                <a:latin typeface="Arial"/>
                <a:ea typeface="Arial"/>
                <a:cs typeface="Arial"/>
              </a:defRPr>
            </a:lvl5pPr>
            <a:lvl6pPr algn="l">
              <a:buNone/>
              <a:defRPr sz="1425" b="1">
                <a:solidFill>
                  <a:srgbClr val="5B6877"/>
                </a:solidFill>
                <a:latin typeface="Arial"/>
                <a:ea typeface="Arial"/>
                <a:cs typeface="Arial"/>
              </a:defRPr>
            </a:lvl6pPr>
            <a:lvl7pPr algn="l">
              <a:buNone/>
              <a:defRPr sz="1425" b="1">
                <a:solidFill>
                  <a:srgbClr val="5B6877"/>
                </a:solidFill>
                <a:latin typeface="Arial"/>
                <a:ea typeface="Arial"/>
                <a:cs typeface="Arial"/>
              </a:defRPr>
            </a:lvl7pPr>
            <a:lvl8pPr algn="l">
              <a:buNone/>
              <a:defRPr sz="1425" b="1">
                <a:solidFill>
                  <a:srgbClr val="5B6877"/>
                </a:solidFill>
                <a:latin typeface="Arial"/>
                <a:ea typeface="Arial"/>
                <a:cs typeface="Arial"/>
              </a:defRPr>
            </a:lvl8pPr>
            <a:lvl9pPr algn="l">
              <a:buNone/>
              <a:defRPr sz="1425" b="1">
                <a:solidFill>
                  <a:srgbClr val="5B6877"/>
                </a:solidFill>
                <a:latin typeface="Arial"/>
                <a:ea typeface="Arial"/>
                <a:cs typeface="Arial"/>
              </a:defRPr>
            </a:lvl9pPr>
          </a:lstStyle>
          <a:p xmlns:a="http://schemas.openxmlformats.org/drawingml/2006/main">
            <a:pPr algn="l">
              <a:buNone/>
              <a:defRPr sz="1425" b="1">
                <a:solidFill>
                  <a:srgbClr val="5B6877"/>
                </a:solidFill>
                <a:latin typeface="Arial"/>
                <a:ea typeface="Arial"/>
                <a:cs typeface="Arial"/>
              </a:defRPr>
            </a:pPr>
            <a:r>
              <a:rPr sz="1425" b="1">
                <a:solidFill>
                  <a:srgbClr val="5B6877"/>
                </a:solidFill>
                <a:latin typeface="Arial"/>
                <a:ea typeface="Arial"/>
                <a:cs typeface="Arial"/>
              </a:rPr>
              <a:t>fictional student profiles</a:t>
            </a:r>
          </a:p>
        </p:txBody>
      </p:sp>
      <p:sp>
        <p:nvSpPr>
          <p:cNvPr id="9" name="metric-completed quiz items / student">
            <a:extLst xmlns:a="http://schemas.openxmlformats.org/drawingml/2006/main">
              <a:ext uri="{FF2B5EF4-FFF2-40B4-BE49-F238E27FC236}">
                <a16:creationId xmlns:a16="http://schemas.microsoft.com/office/drawing/2014/main" id="{474DB3FF-AB55-4FDA-8420-EB2A2EC41DC2}"/>
              </a:ext>
            </a:extLst>
          </p:cNvPr>
          <p:cNvSpPr>
            <a:spLocks xmlns:a="http://schemas.openxmlformats.org/drawingml/2006/main" noGrp="1"/>
          </p:cNvSpPr>
          <p:nvPr/>
        </p:nvSpPr>
        <p:spPr>
          <a:xfrm xmlns:a="http://schemas.openxmlformats.org/drawingml/2006/main">
            <a:off x="4000500" y="2800350"/>
            <a:ext cx="323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3D9478"/>
                </a:solidFill>
                <a:latin typeface="Arial"/>
                <a:ea typeface="Arial"/>
                <a:cs typeface="Arial"/>
              </a:defRPr>
            </a:defPPr>
            <a:lvl1pPr algn="l">
              <a:buNone/>
              <a:defRPr sz="4050" b="1">
                <a:solidFill>
                  <a:srgbClr val="3D9478"/>
                </a:solidFill>
                <a:latin typeface="Arial"/>
                <a:ea typeface="Arial"/>
                <a:cs typeface="Arial"/>
              </a:defRPr>
            </a:lvl1pPr>
            <a:lvl2pPr algn="l">
              <a:buNone/>
              <a:defRPr sz="4050" b="1">
                <a:solidFill>
                  <a:srgbClr val="3D9478"/>
                </a:solidFill>
                <a:latin typeface="Arial"/>
                <a:ea typeface="Arial"/>
                <a:cs typeface="Arial"/>
              </a:defRPr>
            </a:lvl2pPr>
            <a:lvl3pPr algn="l">
              <a:buNone/>
              <a:defRPr sz="4050" b="1">
                <a:solidFill>
                  <a:srgbClr val="3D9478"/>
                </a:solidFill>
                <a:latin typeface="Arial"/>
                <a:ea typeface="Arial"/>
                <a:cs typeface="Arial"/>
              </a:defRPr>
            </a:lvl3pPr>
            <a:lvl4pPr algn="l">
              <a:buNone/>
              <a:defRPr sz="4050" b="1">
                <a:solidFill>
                  <a:srgbClr val="3D9478"/>
                </a:solidFill>
                <a:latin typeface="Arial"/>
                <a:ea typeface="Arial"/>
                <a:cs typeface="Arial"/>
              </a:defRPr>
            </a:lvl4pPr>
            <a:lvl5pPr algn="l">
              <a:buNone/>
              <a:defRPr sz="4050" b="1">
                <a:solidFill>
                  <a:srgbClr val="3D9478"/>
                </a:solidFill>
                <a:latin typeface="Arial"/>
                <a:ea typeface="Arial"/>
                <a:cs typeface="Arial"/>
              </a:defRPr>
            </a:lvl5pPr>
            <a:lvl6pPr algn="l">
              <a:buNone/>
              <a:defRPr sz="4050" b="1">
                <a:solidFill>
                  <a:srgbClr val="3D9478"/>
                </a:solidFill>
                <a:latin typeface="Arial"/>
                <a:ea typeface="Arial"/>
                <a:cs typeface="Arial"/>
              </a:defRPr>
            </a:lvl6pPr>
            <a:lvl7pPr algn="l">
              <a:buNone/>
              <a:defRPr sz="4050" b="1">
                <a:solidFill>
                  <a:srgbClr val="3D9478"/>
                </a:solidFill>
                <a:latin typeface="Arial"/>
                <a:ea typeface="Arial"/>
                <a:cs typeface="Arial"/>
              </a:defRPr>
            </a:lvl7pPr>
            <a:lvl8pPr algn="l">
              <a:buNone/>
              <a:defRPr sz="4050" b="1">
                <a:solidFill>
                  <a:srgbClr val="3D9478"/>
                </a:solidFill>
                <a:latin typeface="Arial"/>
                <a:ea typeface="Arial"/>
                <a:cs typeface="Arial"/>
              </a:defRPr>
            </a:lvl8pPr>
            <a:lvl9pPr algn="l">
              <a:buNone/>
              <a:defRPr sz="4050" b="1">
                <a:solidFill>
                  <a:srgbClr val="3D9478"/>
                </a:solidFill>
                <a:latin typeface="Arial"/>
                <a:ea typeface="Arial"/>
                <a:cs typeface="Arial"/>
              </a:defRPr>
            </a:lvl9pPr>
          </a:lstStyle>
          <a:p xmlns:a="http://schemas.openxmlformats.org/drawingml/2006/main">
            <a:pPr algn="l">
              <a:buNone/>
              <a:defRPr sz="4050" b="1">
                <a:solidFill>
                  <a:srgbClr val="3D9478"/>
                </a:solidFill>
                <a:latin typeface="Arial"/>
                <a:ea typeface="Arial"/>
                <a:cs typeface="Arial"/>
              </a:defRPr>
            </a:pPr>
            <a:r>
              <a:rPr sz="4050" b="1">
                <a:solidFill>
                  <a:srgbClr val="3D9478"/>
                </a:solidFill>
                <a:latin typeface="Arial"/>
                <a:ea typeface="Arial"/>
                <a:cs typeface="Arial"/>
              </a:rPr>
              <a:t>3 × 10</a:t>
            </a:r>
          </a:p>
        </p:txBody>
      </p:sp>
      <p:sp>
        <p:nvSpPr>
          <p:cNvPr id="10" name="label-completed quiz items / student">
            <a:extLst xmlns:a="http://schemas.openxmlformats.org/drawingml/2006/main">
              <a:ext uri="{FF2B5EF4-FFF2-40B4-BE49-F238E27FC236}">
                <a16:creationId xmlns:a16="http://schemas.microsoft.com/office/drawing/2014/main" id="{4F377DD0-B571-4694-A46F-91AEF535AE05}"/>
              </a:ext>
            </a:extLst>
          </p:cNvPr>
          <p:cNvSpPr>
            <a:spLocks xmlns:a="http://schemas.openxmlformats.org/drawingml/2006/main" noGrp="1"/>
          </p:cNvSpPr>
          <p:nvPr/>
        </p:nvSpPr>
        <p:spPr>
          <a:xfrm xmlns:a="http://schemas.openxmlformats.org/drawingml/2006/main">
            <a:off x="4000500" y="3571875"/>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buNone/>
              <a:defRPr sz="1425" b="1">
                <a:solidFill>
                  <a:srgbClr val="5B6877"/>
                </a:solidFill>
                <a:latin typeface="Arial"/>
                <a:ea typeface="Arial"/>
                <a:cs typeface="Arial"/>
              </a:defRPr>
            </a:lvl1pPr>
            <a:lvl2pPr algn="l">
              <a:buNone/>
              <a:defRPr sz="1425" b="1">
                <a:solidFill>
                  <a:srgbClr val="5B6877"/>
                </a:solidFill>
                <a:latin typeface="Arial"/>
                <a:ea typeface="Arial"/>
                <a:cs typeface="Arial"/>
              </a:defRPr>
            </a:lvl2pPr>
            <a:lvl3pPr algn="l">
              <a:buNone/>
              <a:defRPr sz="1425" b="1">
                <a:solidFill>
                  <a:srgbClr val="5B6877"/>
                </a:solidFill>
                <a:latin typeface="Arial"/>
                <a:ea typeface="Arial"/>
                <a:cs typeface="Arial"/>
              </a:defRPr>
            </a:lvl3pPr>
            <a:lvl4pPr algn="l">
              <a:buNone/>
              <a:defRPr sz="1425" b="1">
                <a:solidFill>
                  <a:srgbClr val="5B6877"/>
                </a:solidFill>
                <a:latin typeface="Arial"/>
                <a:ea typeface="Arial"/>
                <a:cs typeface="Arial"/>
              </a:defRPr>
            </a:lvl4pPr>
            <a:lvl5pPr algn="l">
              <a:buNone/>
              <a:defRPr sz="1425" b="1">
                <a:solidFill>
                  <a:srgbClr val="5B6877"/>
                </a:solidFill>
                <a:latin typeface="Arial"/>
                <a:ea typeface="Arial"/>
                <a:cs typeface="Arial"/>
              </a:defRPr>
            </a:lvl5pPr>
            <a:lvl6pPr algn="l">
              <a:buNone/>
              <a:defRPr sz="1425" b="1">
                <a:solidFill>
                  <a:srgbClr val="5B6877"/>
                </a:solidFill>
                <a:latin typeface="Arial"/>
                <a:ea typeface="Arial"/>
                <a:cs typeface="Arial"/>
              </a:defRPr>
            </a:lvl6pPr>
            <a:lvl7pPr algn="l">
              <a:buNone/>
              <a:defRPr sz="1425" b="1">
                <a:solidFill>
                  <a:srgbClr val="5B6877"/>
                </a:solidFill>
                <a:latin typeface="Arial"/>
                <a:ea typeface="Arial"/>
                <a:cs typeface="Arial"/>
              </a:defRPr>
            </a:lvl7pPr>
            <a:lvl8pPr algn="l">
              <a:buNone/>
              <a:defRPr sz="1425" b="1">
                <a:solidFill>
                  <a:srgbClr val="5B6877"/>
                </a:solidFill>
                <a:latin typeface="Arial"/>
                <a:ea typeface="Arial"/>
                <a:cs typeface="Arial"/>
              </a:defRPr>
            </a:lvl8pPr>
            <a:lvl9pPr algn="l">
              <a:buNone/>
              <a:defRPr sz="1425" b="1">
                <a:solidFill>
                  <a:srgbClr val="5B6877"/>
                </a:solidFill>
                <a:latin typeface="Arial"/>
                <a:ea typeface="Arial"/>
                <a:cs typeface="Arial"/>
              </a:defRPr>
            </a:lvl9pPr>
          </a:lstStyle>
          <a:p xmlns:a="http://schemas.openxmlformats.org/drawingml/2006/main">
            <a:pPr algn="l">
              <a:buNone/>
              <a:defRPr sz="1425" b="1">
                <a:solidFill>
                  <a:srgbClr val="5B6877"/>
                </a:solidFill>
                <a:latin typeface="Arial"/>
                <a:ea typeface="Arial"/>
                <a:cs typeface="Arial"/>
              </a:defRPr>
            </a:pPr>
            <a:r>
              <a:rPr sz="1425" b="1">
                <a:solidFill>
                  <a:srgbClr val="5B6877"/>
                </a:solidFill>
                <a:latin typeface="Arial"/>
                <a:ea typeface="Arial"/>
                <a:cs typeface="Arial"/>
              </a:rPr>
              <a:t>completed quiz items / student</a:t>
            </a:r>
          </a:p>
        </p:txBody>
      </p:sp>
      <p:sp>
        <p:nvSpPr>
          <p:cNvPr id="11" name="metric-recorded item responses">
            <a:extLst xmlns:a="http://schemas.openxmlformats.org/drawingml/2006/main">
              <a:ext uri="{FF2B5EF4-FFF2-40B4-BE49-F238E27FC236}">
                <a16:creationId xmlns:a16="http://schemas.microsoft.com/office/drawing/2014/main" id="{F3041F58-6494-4F62-9564-59313999A5BB}"/>
              </a:ext>
            </a:extLst>
          </p:cNvPr>
          <p:cNvSpPr>
            <a:spLocks xmlns:a="http://schemas.openxmlformats.org/drawingml/2006/main" noGrp="1"/>
          </p:cNvSpPr>
          <p:nvPr/>
        </p:nvSpPr>
        <p:spPr>
          <a:xfrm xmlns:a="http://schemas.openxmlformats.org/drawingml/2006/main">
            <a:off x="7810500" y="28003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F0A548"/>
                </a:solidFill>
                <a:latin typeface="Arial"/>
                <a:ea typeface="Arial"/>
                <a:cs typeface="Arial"/>
              </a:defRPr>
            </a:defPPr>
            <a:lvl1pPr algn="l">
              <a:buNone/>
              <a:defRPr sz="4050" b="1">
                <a:solidFill>
                  <a:srgbClr val="F0A548"/>
                </a:solidFill>
                <a:latin typeface="Arial"/>
                <a:ea typeface="Arial"/>
                <a:cs typeface="Arial"/>
              </a:defRPr>
            </a:lvl1pPr>
            <a:lvl2pPr algn="l">
              <a:buNone/>
              <a:defRPr sz="4050" b="1">
                <a:solidFill>
                  <a:srgbClr val="F0A548"/>
                </a:solidFill>
                <a:latin typeface="Arial"/>
                <a:ea typeface="Arial"/>
                <a:cs typeface="Arial"/>
              </a:defRPr>
            </a:lvl2pPr>
            <a:lvl3pPr algn="l">
              <a:buNone/>
              <a:defRPr sz="4050" b="1">
                <a:solidFill>
                  <a:srgbClr val="F0A548"/>
                </a:solidFill>
                <a:latin typeface="Arial"/>
                <a:ea typeface="Arial"/>
                <a:cs typeface="Arial"/>
              </a:defRPr>
            </a:lvl3pPr>
            <a:lvl4pPr algn="l">
              <a:buNone/>
              <a:defRPr sz="4050" b="1">
                <a:solidFill>
                  <a:srgbClr val="F0A548"/>
                </a:solidFill>
                <a:latin typeface="Arial"/>
                <a:ea typeface="Arial"/>
                <a:cs typeface="Arial"/>
              </a:defRPr>
            </a:lvl4pPr>
            <a:lvl5pPr algn="l">
              <a:buNone/>
              <a:defRPr sz="4050" b="1">
                <a:solidFill>
                  <a:srgbClr val="F0A548"/>
                </a:solidFill>
                <a:latin typeface="Arial"/>
                <a:ea typeface="Arial"/>
                <a:cs typeface="Arial"/>
              </a:defRPr>
            </a:lvl5pPr>
            <a:lvl6pPr algn="l">
              <a:buNone/>
              <a:defRPr sz="4050" b="1">
                <a:solidFill>
                  <a:srgbClr val="F0A548"/>
                </a:solidFill>
                <a:latin typeface="Arial"/>
                <a:ea typeface="Arial"/>
                <a:cs typeface="Arial"/>
              </a:defRPr>
            </a:lvl6pPr>
            <a:lvl7pPr algn="l">
              <a:buNone/>
              <a:defRPr sz="4050" b="1">
                <a:solidFill>
                  <a:srgbClr val="F0A548"/>
                </a:solidFill>
                <a:latin typeface="Arial"/>
                <a:ea typeface="Arial"/>
                <a:cs typeface="Arial"/>
              </a:defRPr>
            </a:lvl7pPr>
            <a:lvl8pPr algn="l">
              <a:buNone/>
              <a:defRPr sz="4050" b="1">
                <a:solidFill>
                  <a:srgbClr val="F0A548"/>
                </a:solidFill>
                <a:latin typeface="Arial"/>
                <a:ea typeface="Arial"/>
                <a:cs typeface="Arial"/>
              </a:defRPr>
            </a:lvl8pPr>
            <a:lvl9pPr algn="l">
              <a:buNone/>
              <a:defRPr sz="4050" b="1">
                <a:solidFill>
                  <a:srgbClr val="F0A548"/>
                </a:solidFill>
                <a:latin typeface="Arial"/>
                <a:ea typeface="Arial"/>
                <a:cs typeface="Arial"/>
              </a:defRPr>
            </a:lvl9pPr>
          </a:lstStyle>
          <a:p xmlns:a="http://schemas.openxmlformats.org/drawingml/2006/main">
            <a:pPr algn="l">
              <a:buNone/>
              <a:defRPr sz="4050" b="1">
                <a:solidFill>
                  <a:srgbClr val="F0A548"/>
                </a:solidFill>
                <a:latin typeface="Arial"/>
                <a:ea typeface="Arial"/>
                <a:cs typeface="Arial"/>
              </a:defRPr>
            </a:pPr>
            <a:r>
              <a:rPr sz="4050" b="1">
                <a:solidFill>
                  <a:srgbClr val="F0A548"/>
                </a:solidFill>
                <a:latin typeface="Arial"/>
                <a:ea typeface="Arial"/>
                <a:cs typeface="Arial"/>
              </a:rPr>
              <a:t>450</a:t>
            </a:r>
          </a:p>
        </p:txBody>
      </p:sp>
      <p:sp>
        <p:nvSpPr>
          <p:cNvPr id="12" name="label-recorded item responses">
            <a:extLst xmlns:a="http://schemas.openxmlformats.org/drawingml/2006/main">
              <a:ext uri="{FF2B5EF4-FFF2-40B4-BE49-F238E27FC236}">
                <a16:creationId xmlns:a16="http://schemas.microsoft.com/office/drawing/2014/main" id="{D6B0E9F1-DE70-4287-9B97-48E3D786BEAD}"/>
              </a:ext>
            </a:extLst>
          </p:cNvPr>
          <p:cNvSpPr>
            <a:spLocks xmlns:a="http://schemas.openxmlformats.org/drawingml/2006/main" noGrp="1"/>
          </p:cNvSpPr>
          <p:nvPr/>
        </p:nvSpPr>
        <p:spPr>
          <a:xfrm xmlns:a="http://schemas.openxmlformats.org/drawingml/2006/main">
            <a:off x="7810500" y="3571875"/>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5B6877"/>
                </a:solidFill>
                <a:latin typeface="Arial"/>
                <a:ea typeface="Arial"/>
                <a:cs typeface="Arial"/>
              </a:defRPr>
            </a:defPPr>
            <a:lvl1pPr algn="l">
              <a:buNone/>
              <a:defRPr sz="1425" b="1">
                <a:solidFill>
                  <a:srgbClr val="5B6877"/>
                </a:solidFill>
                <a:latin typeface="Arial"/>
                <a:ea typeface="Arial"/>
                <a:cs typeface="Arial"/>
              </a:defRPr>
            </a:lvl1pPr>
            <a:lvl2pPr algn="l">
              <a:buNone/>
              <a:defRPr sz="1425" b="1">
                <a:solidFill>
                  <a:srgbClr val="5B6877"/>
                </a:solidFill>
                <a:latin typeface="Arial"/>
                <a:ea typeface="Arial"/>
                <a:cs typeface="Arial"/>
              </a:defRPr>
            </a:lvl2pPr>
            <a:lvl3pPr algn="l">
              <a:buNone/>
              <a:defRPr sz="1425" b="1">
                <a:solidFill>
                  <a:srgbClr val="5B6877"/>
                </a:solidFill>
                <a:latin typeface="Arial"/>
                <a:ea typeface="Arial"/>
                <a:cs typeface="Arial"/>
              </a:defRPr>
            </a:lvl3pPr>
            <a:lvl4pPr algn="l">
              <a:buNone/>
              <a:defRPr sz="1425" b="1">
                <a:solidFill>
                  <a:srgbClr val="5B6877"/>
                </a:solidFill>
                <a:latin typeface="Arial"/>
                <a:ea typeface="Arial"/>
                <a:cs typeface="Arial"/>
              </a:defRPr>
            </a:lvl4pPr>
            <a:lvl5pPr algn="l">
              <a:buNone/>
              <a:defRPr sz="1425" b="1">
                <a:solidFill>
                  <a:srgbClr val="5B6877"/>
                </a:solidFill>
                <a:latin typeface="Arial"/>
                <a:ea typeface="Arial"/>
                <a:cs typeface="Arial"/>
              </a:defRPr>
            </a:lvl5pPr>
            <a:lvl6pPr algn="l">
              <a:buNone/>
              <a:defRPr sz="1425" b="1">
                <a:solidFill>
                  <a:srgbClr val="5B6877"/>
                </a:solidFill>
                <a:latin typeface="Arial"/>
                <a:ea typeface="Arial"/>
                <a:cs typeface="Arial"/>
              </a:defRPr>
            </a:lvl6pPr>
            <a:lvl7pPr algn="l">
              <a:buNone/>
              <a:defRPr sz="1425" b="1">
                <a:solidFill>
                  <a:srgbClr val="5B6877"/>
                </a:solidFill>
                <a:latin typeface="Arial"/>
                <a:ea typeface="Arial"/>
                <a:cs typeface="Arial"/>
              </a:defRPr>
            </a:lvl7pPr>
            <a:lvl8pPr algn="l">
              <a:buNone/>
              <a:defRPr sz="1425" b="1">
                <a:solidFill>
                  <a:srgbClr val="5B6877"/>
                </a:solidFill>
                <a:latin typeface="Arial"/>
                <a:ea typeface="Arial"/>
                <a:cs typeface="Arial"/>
              </a:defRPr>
            </a:lvl8pPr>
            <a:lvl9pPr algn="l">
              <a:buNone/>
              <a:defRPr sz="1425" b="1">
                <a:solidFill>
                  <a:srgbClr val="5B6877"/>
                </a:solidFill>
                <a:latin typeface="Arial"/>
                <a:ea typeface="Arial"/>
                <a:cs typeface="Arial"/>
              </a:defRPr>
            </a:lvl9pPr>
          </a:lstStyle>
          <a:p xmlns:a="http://schemas.openxmlformats.org/drawingml/2006/main">
            <a:pPr algn="l">
              <a:buNone/>
              <a:defRPr sz="1425" b="1">
                <a:solidFill>
                  <a:srgbClr val="5B6877"/>
                </a:solidFill>
                <a:latin typeface="Arial"/>
                <a:ea typeface="Arial"/>
                <a:cs typeface="Arial"/>
              </a:defRPr>
            </a:pPr>
            <a:r>
              <a:rPr sz="1425" b="1">
                <a:solidFill>
                  <a:srgbClr val="5B6877"/>
                </a:solidFill>
                <a:latin typeface="Arial"/>
                <a:ea typeface="Arial"/>
                <a:cs typeface="Arial"/>
              </a:rPr>
              <a:t>recorded item responses</a:t>
            </a:r>
          </a:p>
        </p:txBody>
      </p:sp>
      <p:sp>
        <p:nvSpPr>
          <p:cNvPr id="13" name="">
            <a:extLst xmlns:a="http://schemas.openxmlformats.org/drawingml/2006/main">
              <a:ext uri="{FF2B5EF4-FFF2-40B4-BE49-F238E27FC236}">
                <a16:creationId xmlns:a16="http://schemas.microsoft.com/office/drawing/2014/main" id="{7E85B5A9-AEC8-4AC3-B7C3-A0EDF7D9C3A8}"/>
              </a:ext>
            </a:extLst>
          </p:cNvPr>
          <p:cNvSpPr>
            <a:spLocks xmlns:a="http://schemas.openxmlformats.org/drawingml/2006/main" noGrp="1"/>
          </p:cNvSpPr>
          <p:nvPr/>
        </p:nvSpPr>
        <p:spPr>
          <a:xfrm xmlns:a="http://schemas.openxmlformats.org/drawingml/2006/main">
            <a:off x="685800" y="4438650"/>
            <a:ext cx="108204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4" name="student-flow-head">
            <a:extLst xmlns:a="http://schemas.openxmlformats.org/drawingml/2006/main">
              <a:ext uri="{FF2B5EF4-FFF2-40B4-BE49-F238E27FC236}">
                <a16:creationId xmlns:a16="http://schemas.microsoft.com/office/drawing/2014/main" id="{5F6504BD-D924-4972-8304-070334429C32}"/>
              </a:ext>
            </a:extLst>
          </p:cNvPr>
          <p:cNvSpPr>
            <a:spLocks xmlns:a="http://schemas.openxmlformats.org/drawingml/2006/main" noGrp="1"/>
          </p:cNvSpPr>
          <p:nvPr/>
        </p:nvSpPr>
        <p:spPr>
          <a:xfrm xmlns:a="http://schemas.openxmlformats.org/drawingml/2006/main">
            <a:off x="742950" y="4762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63D"/>
                </a:solidFill>
                <a:latin typeface="Arial"/>
                <a:ea typeface="Arial"/>
                <a:cs typeface="Arial"/>
              </a:defRPr>
            </a:defPPr>
            <a:lvl1pPr algn="l">
              <a:buNone/>
              <a:defRPr sz="1650" b="1">
                <a:solidFill>
                  <a:srgbClr val="14263D"/>
                </a:solidFill>
                <a:latin typeface="Arial"/>
                <a:ea typeface="Arial"/>
                <a:cs typeface="Arial"/>
              </a:defRPr>
            </a:lvl1pPr>
            <a:lvl2pPr algn="l">
              <a:buNone/>
              <a:defRPr sz="1650" b="1">
                <a:solidFill>
                  <a:srgbClr val="14263D"/>
                </a:solidFill>
                <a:latin typeface="Arial"/>
                <a:ea typeface="Arial"/>
                <a:cs typeface="Arial"/>
              </a:defRPr>
            </a:lvl2pPr>
            <a:lvl3pPr algn="l">
              <a:buNone/>
              <a:defRPr sz="1650" b="1">
                <a:solidFill>
                  <a:srgbClr val="14263D"/>
                </a:solidFill>
                <a:latin typeface="Arial"/>
                <a:ea typeface="Arial"/>
                <a:cs typeface="Arial"/>
              </a:defRPr>
            </a:lvl3pPr>
            <a:lvl4pPr algn="l">
              <a:buNone/>
              <a:defRPr sz="1650" b="1">
                <a:solidFill>
                  <a:srgbClr val="14263D"/>
                </a:solidFill>
                <a:latin typeface="Arial"/>
                <a:ea typeface="Arial"/>
                <a:cs typeface="Arial"/>
              </a:defRPr>
            </a:lvl4pPr>
            <a:lvl5pPr algn="l">
              <a:buNone/>
              <a:defRPr sz="1650" b="1">
                <a:solidFill>
                  <a:srgbClr val="14263D"/>
                </a:solidFill>
                <a:latin typeface="Arial"/>
                <a:ea typeface="Arial"/>
                <a:cs typeface="Arial"/>
              </a:defRPr>
            </a:lvl5pPr>
            <a:lvl6pPr algn="l">
              <a:buNone/>
              <a:defRPr sz="1650" b="1">
                <a:solidFill>
                  <a:srgbClr val="14263D"/>
                </a:solidFill>
                <a:latin typeface="Arial"/>
                <a:ea typeface="Arial"/>
                <a:cs typeface="Arial"/>
              </a:defRPr>
            </a:lvl6pPr>
            <a:lvl7pPr algn="l">
              <a:buNone/>
              <a:defRPr sz="1650" b="1">
                <a:solidFill>
                  <a:srgbClr val="14263D"/>
                </a:solidFill>
                <a:latin typeface="Arial"/>
                <a:ea typeface="Arial"/>
                <a:cs typeface="Arial"/>
              </a:defRPr>
            </a:lvl7pPr>
            <a:lvl8pPr algn="l">
              <a:buNone/>
              <a:defRPr sz="1650" b="1">
                <a:solidFill>
                  <a:srgbClr val="14263D"/>
                </a:solidFill>
                <a:latin typeface="Arial"/>
                <a:ea typeface="Arial"/>
                <a:cs typeface="Arial"/>
              </a:defRPr>
            </a:lvl8pPr>
            <a:lvl9pPr algn="l">
              <a:buNone/>
              <a:defRPr sz="1650" b="1">
                <a:solidFill>
                  <a:srgbClr val="14263D"/>
                </a:solidFill>
                <a:latin typeface="Arial"/>
                <a:ea typeface="Arial"/>
                <a:cs typeface="Arial"/>
              </a:defRPr>
            </a:lvl9pPr>
          </a:lstStyle>
          <a:p xmlns:a="http://schemas.openxmlformats.org/drawingml/2006/main">
            <a:pPr algn="l">
              <a:buNone/>
              <a:defRPr sz="1650" b="1">
                <a:solidFill>
                  <a:srgbClr val="14263D"/>
                </a:solidFill>
                <a:latin typeface="Arial"/>
                <a:ea typeface="Arial"/>
                <a:cs typeface="Arial"/>
              </a:defRPr>
            </a:pPr>
            <a:r>
              <a:rPr sz="1650" b="1">
                <a:solidFill>
                  <a:srgbClr val="14263D"/>
                </a:solidFill>
                <a:latin typeface="Arial"/>
                <a:ea typeface="Arial"/>
                <a:cs typeface="Arial"/>
              </a:rPr>
              <a:t>Student view</a:t>
            </a:r>
          </a:p>
        </p:txBody>
      </p:sp>
      <p:sp>
        <p:nvSpPr>
          <p:cNvPr id="15" name="student-flow">
            <a:extLst xmlns:a="http://schemas.openxmlformats.org/drawingml/2006/main">
              <a:ext uri="{FF2B5EF4-FFF2-40B4-BE49-F238E27FC236}">
                <a16:creationId xmlns:a16="http://schemas.microsoft.com/office/drawing/2014/main" id="{C51B8FEA-9A5C-4C3A-9BD4-BDC1615C71B4}"/>
              </a:ext>
            </a:extLst>
          </p:cNvPr>
          <p:cNvSpPr>
            <a:spLocks xmlns:a="http://schemas.openxmlformats.org/drawingml/2006/main" noGrp="1"/>
          </p:cNvSpPr>
          <p:nvPr/>
        </p:nvSpPr>
        <p:spPr>
          <a:xfrm xmlns:a="http://schemas.openxmlformats.org/drawingml/2006/main">
            <a:off x="742950" y="5172075"/>
            <a:ext cx="4667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B6877"/>
                </a:solidFill>
                <a:latin typeface="Arial"/>
                <a:ea typeface="Arial"/>
                <a:cs typeface="Arial"/>
              </a:defRPr>
            </a:defPPr>
            <a:lvl1pPr algn="l">
              <a:buNone/>
              <a:defRPr sz="1425" b="0">
                <a:solidFill>
                  <a:srgbClr val="5B6877"/>
                </a:solidFill>
                <a:latin typeface="Arial"/>
                <a:ea typeface="Arial"/>
                <a:cs typeface="Arial"/>
              </a:defRPr>
            </a:lvl1pPr>
            <a:lvl2pPr algn="l">
              <a:buNone/>
              <a:defRPr sz="1425" b="0">
                <a:solidFill>
                  <a:srgbClr val="5B6877"/>
                </a:solidFill>
                <a:latin typeface="Arial"/>
                <a:ea typeface="Arial"/>
                <a:cs typeface="Arial"/>
              </a:defRPr>
            </a:lvl2pPr>
            <a:lvl3pPr algn="l">
              <a:buNone/>
              <a:defRPr sz="1425" b="0">
                <a:solidFill>
                  <a:srgbClr val="5B6877"/>
                </a:solidFill>
                <a:latin typeface="Arial"/>
                <a:ea typeface="Arial"/>
                <a:cs typeface="Arial"/>
              </a:defRPr>
            </a:lvl3pPr>
            <a:lvl4pPr algn="l">
              <a:buNone/>
              <a:defRPr sz="1425" b="0">
                <a:solidFill>
                  <a:srgbClr val="5B6877"/>
                </a:solidFill>
                <a:latin typeface="Arial"/>
                <a:ea typeface="Arial"/>
                <a:cs typeface="Arial"/>
              </a:defRPr>
            </a:lvl4pPr>
            <a:lvl5pPr algn="l">
              <a:buNone/>
              <a:defRPr sz="1425" b="0">
                <a:solidFill>
                  <a:srgbClr val="5B6877"/>
                </a:solidFill>
                <a:latin typeface="Arial"/>
                <a:ea typeface="Arial"/>
                <a:cs typeface="Arial"/>
              </a:defRPr>
            </a:lvl5pPr>
            <a:lvl6pPr algn="l">
              <a:buNone/>
              <a:defRPr sz="1425" b="0">
                <a:solidFill>
                  <a:srgbClr val="5B6877"/>
                </a:solidFill>
                <a:latin typeface="Arial"/>
                <a:ea typeface="Arial"/>
                <a:cs typeface="Arial"/>
              </a:defRPr>
            </a:lvl6pPr>
            <a:lvl7pPr algn="l">
              <a:buNone/>
              <a:defRPr sz="1425" b="0">
                <a:solidFill>
                  <a:srgbClr val="5B6877"/>
                </a:solidFill>
                <a:latin typeface="Arial"/>
                <a:ea typeface="Arial"/>
                <a:cs typeface="Arial"/>
              </a:defRPr>
            </a:lvl7pPr>
            <a:lvl8pPr algn="l">
              <a:buNone/>
              <a:defRPr sz="1425" b="0">
                <a:solidFill>
                  <a:srgbClr val="5B6877"/>
                </a:solidFill>
                <a:latin typeface="Arial"/>
                <a:ea typeface="Arial"/>
                <a:cs typeface="Arial"/>
              </a:defRPr>
            </a:lvl8pPr>
            <a:lvl9pPr algn="l">
              <a:buNone/>
              <a:defRPr sz="1425" b="0">
                <a:solidFill>
                  <a:srgbClr val="5B6877"/>
                </a:solidFill>
                <a:latin typeface="Arial"/>
                <a:ea typeface="Arial"/>
                <a:cs typeface="Arial"/>
              </a:defRPr>
            </a:lvl9pPr>
          </a:lstStyle>
          <a:p xmlns:a="http://schemas.openxmlformats.org/drawingml/2006/main">
            <a:pPr algn="l">
              <a:buNone/>
              <a:defRPr sz="1425" b="0">
                <a:solidFill>
                  <a:srgbClr val="5B6877"/>
                </a:solidFill>
                <a:latin typeface="Arial"/>
                <a:ea typeface="Arial"/>
                <a:cs typeface="Arial"/>
              </a:defRPr>
            </a:pPr>
            <a:r>
              <a:rPr sz="1425" b="0">
                <a:solidFill>
                  <a:srgbClr val="5B6877"/>
                </a:solidFill>
                <a:latin typeface="Arial"/>
                <a:ea typeface="Arial"/>
                <a:cs typeface="Arial"/>
              </a:rPr>
              <a:t>Score summary  →  answer review  →  correct answer and explanation</a:t>
            </a:r>
          </a:p>
        </p:txBody>
      </p:sp>
      <p:sp>
        <p:nvSpPr>
          <p:cNvPr id="16" name="teacher-flow-head">
            <a:extLst xmlns:a="http://schemas.openxmlformats.org/drawingml/2006/main">
              <a:ext uri="{FF2B5EF4-FFF2-40B4-BE49-F238E27FC236}">
                <a16:creationId xmlns:a16="http://schemas.microsoft.com/office/drawing/2014/main" id="{918E8F60-5808-430C-BA41-0F7FCF8EB5AF}"/>
              </a:ext>
            </a:extLst>
          </p:cNvPr>
          <p:cNvSpPr>
            <a:spLocks xmlns:a="http://schemas.openxmlformats.org/drawingml/2006/main" noGrp="1"/>
          </p:cNvSpPr>
          <p:nvPr/>
        </p:nvSpPr>
        <p:spPr>
          <a:xfrm xmlns:a="http://schemas.openxmlformats.org/drawingml/2006/main">
            <a:off x="6191250" y="4762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63D"/>
                </a:solidFill>
                <a:latin typeface="Arial"/>
                <a:ea typeface="Arial"/>
                <a:cs typeface="Arial"/>
              </a:defRPr>
            </a:defPPr>
            <a:lvl1pPr algn="l">
              <a:buNone/>
              <a:defRPr sz="1650" b="1">
                <a:solidFill>
                  <a:srgbClr val="14263D"/>
                </a:solidFill>
                <a:latin typeface="Arial"/>
                <a:ea typeface="Arial"/>
                <a:cs typeface="Arial"/>
              </a:defRPr>
            </a:lvl1pPr>
            <a:lvl2pPr algn="l">
              <a:buNone/>
              <a:defRPr sz="1650" b="1">
                <a:solidFill>
                  <a:srgbClr val="14263D"/>
                </a:solidFill>
                <a:latin typeface="Arial"/>
                <a:ea typeface="Arial"/>
                <a:cs typeface="Arial"/>
              </a:defRPr>
            </a:lvl2pPr>
            <a:lvl3pPr algn="l">
              <a:buNone/>
              <a:defRPr sz="1650" b="1">
                <a:solidFill>
                  <a:srgbClr val="14263D"/>
                </a:solidFill>
                <a:latin typeface="Arial"/>
                <a:ea typeface="Arial"/>
                <a:cs typeface="Arial"/>
              </a:defRPr>
            </a:lvl3pPr>
            <a:lvl4pPr algn="l">
              <a:buNone/>
              <a:defRPr sz="1650" b="1">
                <a:solidFill>
                  <a:srgbClr val="14263D"/>
                </a:solidFill>
                <a:latin typeface="Arial"/>
                <a:ea typeface="Arial"/>
                <a:cs typeface="Arial"/>
              </a:defRPr>
            </a:lvl4pPr>
            <a:lvl5pPr algn="l">
              <a:buNone/>
              <a:defRPr sz="1650" b="1">
                <a:solidFill>
                  <a:srgbClr val="14263D"/>
                </a:solidFill>
                <a:latin typeface="Arial"/>
                <a:ea typeface="Arial"/>
                <a:cs typeface="Arial"/>
              </a:defRPr>
            </a:lvl5pPr>
            <a:lvl6pPr algn="l">
              <a:buNone/>
              <a:defRPr sz="1650" b="1">
                <a:solidFill>
                  <a:srgbClr val="14263D"/>
                </a:solidFill>
                <a:latin typeface="Arial"/>
                <a:ea typeface="Arial"/>
                <a:cs typeface="Arial"/>
              </a:defRPr>
            </a:lvl6pPr>
            <a:lvl7pPr algn="l">
              <a:buNone/>
              <a:defRPr sz="1650" b="1">
                <a:solidFill>
                  <a:srgbClr val="14263D"/>
                </a:solidFill>
                <a:latin typeface="Arial"/>
                <a:ea typeface="Arial"/>
                <a:cs typeface="Arial"/>
              </a:defRPr>
            </a:lvl7pPr>
            <a:lvl8pPr algn="l">
              <a:buNone/>
              <a:defRPr sz="1650" b="1">
                <a:solidFill>
                  <a:srgbClr val="14263D"/>
                </a:solidFill>
                <a:latin typeface="Arial"/>
                <a:ea typeface="Arial"/>
                <a:cs typeface="Arial"/>
              </a:defRPr>
            </a:lvl8pPr>
            <a:lvl9pPr algn="l">
              <a:buNone/>
              <a:defRPr sz="1650" b="1">
                <a:solidFill>
                  <a:srgbClr val="14263D"/>
                </a:solidFill>
                <a:latin typeface="Arial"/>
                <a:ea typeface="Arial"/>
                <a:cs typeface="Arial"/>
              </a:defRPr>
            </a:lvl9pPr>
          </a:lstStyle>
          <a:p xmlns:a="http://schemas.openxmlformats.org/drawingml/2006/main">
            <a:pPr algn="l">
              <a:buNone/>
              <a:defRPr sz="1650" b="1">
                <a:solidFill>
                  <a:srgbClr val="14263D"/>
                </a:solidFill>
                <a:latin typeface="Arial"/>
                <a:ea typeface="Arial"/>
                <a:cs typeface="Arial"/>
              </a:defRPr>
            </a:pPr>
            <a:r>
              <a:rPr sz="1650" b="1">
                <a:solidFill>
                  <a:srgbClr val="14263D"/>
                </a:solidFill>
                <a:latin typeface="Arial"/>
                <a:ea typeface="Arial"/>
                <a:cs typeface="Arial"/>
              </a:rPr>
              <a:t>Instructor view</a:t>
            </a:r>
          </a:p>
        </p:txBody>
      </p:sp>
      <p:sp>
        <p:nvSpPr>
          <p:cNvPr id="17" name="teacher-flow">
            <a:extLst xmlns:a="http://schemas.openxmlformats.org/drawingml/2006/main">
              <a:ext uri="{FF2B5EF4-FFF2-40B4-BE49-F238E27FC236}">
                <a16:creationId xmlns:a16="http://schemas.microsoft.com/office/drawing/2014/main" id="{6555DE67-7B38-4ECF-9A37-3C2DC1835732}"/>
              </a:ext>
            </a:extLst>
          </p:cNvPr>
          <p:cNvSpPr>
            <a:spLocks xmlns:a="http://schemas.openxmlformats.org/drawingml/2006/main" noGrp="1"/>
          </p:cNvSpPr>
          <p:nvPr/>
        </p:nvSpPr>
        <p:spPr>
          <a:xfrm xmlns:a="http://schemas.openxmlformats.org/drawingml/2006/main">
            <a:off x="6191250" y="51720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B6877"/>
                </a:solidFill>
                <a:latin typeface="Arial"/>
                <a:ea typeface="Arial"/>
                <a:cs typeface="Arial"/>
              </a:defRPr>
            </a:defPPr>
            <a:lvl1pPr algn="l">
              <a:buNone/>
              <a:defRPr sz="1425" b="0">
                <a:solidFill>
                  <a:srgbClr val="5B6877"/>
                </a:solidFill>
                <a:latin typeface="Arial"/>
                <a:ea typeface="Arial"/>
                <a:cs typeface="Arial"/>
              </a:defRPr>
            </a:lvl1pPr>
            <a:lvl2pPr algn="l">
              <a:buNone/>
              <a:defRPr sz="1425" b="0">
                <a:solidFill>
                  <a:srgbClr val="5B6877"/>
                </a:solidFill>
                <a:latin typeface="Arial"/>
                <a:ea typeface="Arial"/>
                <a:cs typeface="Arial"/>
              </a:defRPr>
            </a:lvl2pPr>
            <a:lvl3pPr algn="l">
              <a:buNone/>
              <a:defRPr sz="1425" b="0">
                <a:solidFill>
                  <a:srgbClr val="5B6877"/>
                </a:solidFill>
                <a:latin typeface="Arial"/>
                <a:ea typeface="Arial"/>
                <a:cs typeface="Arial"/>
              </a:defRPr>
            </a:lvl3pPr>
            <a:lvl4pPr algn="l">
              <a:buNone/>
              <a:defRPr sz="1425" b="0">
                <a:solidFill>
                  <a:srgbClr val="5B6877"/>
                </a:solidFill>
                <a:latin typeface="Arial"/>
                <a:ea typeface="Arial"/>
                <a:cs typeface="Arial"/>
              </a:defRPr>
            </a:lvl4pPr>
            <a:lvl5pPr algn="l">
              <a:buNone/>
              <a:defRPr sz="1425" b="0">
                <a:solidFill>
                  <a:srgbClr val="5B6877"/>
                </a:solidFill>
                <a:latin typeface="Arial"/>
                <a:ea typeface="Arial"/>
                <a:cs typeface="Arial"/>
              </a:defRPr>
            </a:lvl5pPr>
            <a:lvl6pPr algn="l">
              <a:buNone/>
              <a:defRPr sz="1425" b="0">
                <a:solidFill>
                  <a:srgbClr val="5B6877"/>
                </a:solidFill>
                <a:latin typeface="Arial"/>
                <a:ea typeface="Arial"/>
                <a:cs typeface="Arial"/>
              </a:defRPr>
            </a:lvl6pPr>
            <a:lvl7pPr algn="l">
              <a:buNone/>
              <a:defRPr sz="1425" b="0">
                <a:solidFill>
                  <a:srgbClr val="5B6877"/>
                </a:solidFill>
                <a:latin typeface="Arial"/>
                <a:ea typeface="Arial"/>
                <a:cs typeface="Arial"/>
              </a:defRPr>
            </a:lvl7pPr>
            <a:lvl8pPr algn="l">
              <a:buNone/>
              <a:defRPr sz="1425" b="0">
                <a:solidFill>
                  <a:srgbClr val="5B6877"/>
                </a:solidFill>
                <a:latin typeface="Arial"/>
                <a:ea typeface="Arial"/>
                <a:cs typeface="Arial"/>
              </a:defRPr>
            </a:lvl8pPr>
            <a:lvl9pPr algn="l">
              <a:buNone/>
              <a:defRPr sz="1425" b="0">
                <a:solidFill>
                  <a:srgbClr val="5B6877"/>
                </a:solidFill>
                <a:latin typeface="Arial"/>
                <a:ea typeface="Arial"/>
                <a:cs typeface="Arial"/>
              </a:defRPr>
            </a:lvl9pPr>
          </a:lstStyle>
          <a:p xmlns:a="http://schemas.openxmlformats.org/drawingml/2006/main">
            <a:pPr algn="l">
              <a:buNone/>
              <a:defRPr sz="1425" b="0">
                <a:solidFill>
                  <a:srgbClr val="5B6877"/>
                </a:solidFill>
                <a:latin typeface="Arial"/>
                <a:ea typeface="Arial"/>
                <a:cs typeface="Arial"/>
              </a:defRPr>
            </a:pPr>
            <a:r>
              <a:rPr sz="1425" b="0">
                <a:solidFill>
                  <a:srgbClr val="5B6877"/>
                </a:solidFill>
                <a:latin typeface="Arial"/>
                <a:ea typeface="Arial"/>
                <a:cs typeface="Arial"/>
              </a:rPr>
              <a:t>Canvas-like People roster, class summary, and protected instructor answer keys</a:t>
            </a:r>
          </a:p>
        </p:txBody>
      </p:sp>
      <p:sp>
        <p:nvSpPr>
          <p:cNvPr id="18" name="synthetic">
            <a:extLst xmlns:a="http://schemas.openxmlformats.org/drawingml/2006/main">
              <a:ext uri="{FF2B5EF4-FFF2-40B4-BE49-F238E27FC236}">
                <a16:creationId xmlns:a16="http://schemas.microsoft.com/office/drawing/2014/main" id="{2C581BA6-3482-4F09-A827-C45B82B781DE}"/>
              </a:ext>
            </a:extLst>
          </p:cNvPr>
          <p:cNvSpPr>
            <a:spLocks xmlns:a="http://schemas.openxmlformats.org/drawingml/2006/main" noGrp="1"/>
          </p:cNvSpPr>
          <p:nvPr/>
        </p:nvSpPr>
        <p:spPr>
          <a:xfrm xmlns:a="http://schemas.openxmlformats.org/drawingml/2006/main">
            <a:off x="742950" y="5962650"/>
            <a:ext cx="876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C35A61"/>
                </a:solidFill>
                <a:latin typeface="Arial"/>
                <a:ea typeface="Arial"/>
                <a:cs typeface="Arial"/>
              </a:defRPr>
            </a:defPPr>
            <a:lvl1pPr algn="l">
              <a:buNone/>
              <a:defRPr sz="1200" b="1">
                <a:solidFill>
                  <a:srgbClr val="C35A61"/>
                </a:solidFill>
                <a:latin typeface="Arial"/>
                <a:ea typeface="Arial"/>
                <a:cs typeface="Arial"/>
              </a:defRPr>
            </a:lvl1pPr>
            <a:lvl2pPr algn="l">
              <a:buNone/>
              <a:defRPr sz="1200" b="1">
                <a:solidFill>
                  <a:srgbClr val="C35A61"/>
                </a:solidFill>
                <a:latin typeface="Arial"/>
                <a:ea typeface="Arial"/>
                <a:cs typeface="Arial"/>
              </a:defRPr>
            </a:lvl2pPr>
            <a:lvl3pPr algn="l">
              <a:buNone/>
              <a:defRPr sz="1200" b="1">
                <a:solidFill>
                  <a:srgbClr val="C35A61"/>
                </a:solidFill>
                <a:latin typeface="Arial"/>
                <a:ea typeface="Arial"/>
                <a:cs typeface="Arial"/>
              </a:defRPr>
            </a:lvl3pPr>
            <a:lvl4pPr algn="l">
              <a:buNone/>
              <a:defRPr sz="1200" b="1">
                <a:solidFill>
                  <a:srgbClr val="C35A61"/>
                </a:solidFill>
                <a:latin typeface="Arial"/>
                <a:ea typeface="Arial"/>
                <a:cs typeface="Arial"/>
              </a:defRPr>
            </a:lvl4pPr>
            <a:lvl5pPr algn="l">
              <a:buNone/>
              <a:defRPr sz="1200" b="1">
                <a:solidFill>
                  <a:srgbClr val="C35A61"/>
                </a:solidFill>
                <a:latin typeface="Arial"/>
                <a:ea typeface="Arial"/>
                <a:cs typeface="Arial"/>
              </a:defRPr>
            </a:lvl5pPr>
            <a:lvl6pPr algn="l">
              <a:buNone/>
              <a:defRPr sz="1200" b="1">
                <a:solidFill>
                  <a:srgbClr val="C35A61"/>
                </a:solidFill>
                <a:latin typeface="Arial"/>
                <a:ea typeface="Arial"/>
                <a:cs typeface="Arial"/>
              </a:defRPr>
            </a:lvl6pPr>
            <a:lvl7pPr algn="l">
              <a:buNone/>
              <a:defRPr sz="1200" b="1">
                <a:solidFill>
                  <a:srgbClr val="C35A61"/>
                </a:solidFill>
                <a:latin typeface="Arial"/>
                <a:ea typeface="Arial"/>
                <a:cs typeface="Arial"/>
              </a:defRPr>
            </a:lvl7pPr>
            <a:lvl8pPr algn="l">
              <a:buNone/>
              <a:defRPr sz="1200" b="1">
                <a:solidFill>
                  <a:srgbClr val="C35A61"/>
                </a:solidFill>
                <a:latin typeface="Arial"/>
                <a:ea typeface="Arial"/>
                <a:cs typeface="Arial"/>
              </a:defRPr>
            </a:lvl8pPr>
            <a:lvl9pPr algn="l">
              <a:buNone/>
              <a:defRPr sz="1200" b="1">
                <a:solidFill>
                  <a:srgbClr val="C35A61"/>
                </a:solidFill>
                <a:latin typeface="Arial"/>
                <a:ea typeface="Arial"/>
                <a:cs typeface="Arial"/>
              </a:defRPr>
            </a:lvl9pPr>
          </a:lstStyle>
          <a:p xmlns:a="http://schemas.openxmlformats.org/drawingml/2006/main">
            <a:pPr algn="l">
              <a:buNone/>
              <a:defRPr sz="1200" b="1">
                <a:solidFill>
                  <a:srgbClr val="C35A61"/>
                </a:solidFill>
                <a:latin typeface="Arial"/>
                <a:ea typeface="Arial"/>
                <a:cs typeface="Arial"/>
              </a:defRPr>
            </a:pPr>
            <a:r>
              <a:rPr sz="1200" b="1">
                <a:solidFill>
                  <a:srgbClr val="C35A61"/>
                </a:solidFill>
                <a:latin typeface="Arial"/>
                <a:ea typeface="Arial"/>
                <a:cs typeface="Arial"/>
              </a:rPr>
              <a:t>All roster and quiz data shown in this demo are synthetic.</a:t>
            </a:r>
          </a:p>
        </p:txBody>
      </p:sp>
    </p:spTree>
    <p:extLst>
      <p:ext uri="{BB962C8B-B14F-4D97-AF65-F5344CB8AC3E}">
        <p14:creationId xmlns:p14="http://schemas.microsoft.com/office/powerpoint/2010/main" val="10307871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F0146A16-2759-4A04-ADD4-13D1FF3FB11B}"/>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buNone/>
              <a:defRPr sz="1050" b="1">
                <a:solidFill>
                  <a:srgbClr val="1688C9"/>
                </a:solidFill>
                <a:latin typeface="Arial"/>
                <a:ea typeface="Arial"/>
                <a:cs typeface="Arial"/>
              </a:defRPr>
            </a:lvl1pPr>
            <a:lvl2pPr algn="l">
              <a:buNone/>
              <a:defRPr sz="1050" b="1">
                <a:solidFill>
                  <a:srgbClr val="1688C9"/>
                </a:solidFill>
                <a:latin typeface="Arial"/>
                <a:ea typeface="Arial"/>
                <a:cs typeface="Arial"/>
              </a:defRPr>
            </a:lvl2pPr>
            <a:lvl3pPr algn="l">
              <a:buNone/>
              <a:defRPr sz="1050" b="1">
                <a:solidFill>
                  <a:srgbClr val="1688C9"/>
                </a:solidFill>
                <a:latin typeface="Arial"/>
                <a:ea typeface="Arial"/>
                <a:cs typeface="Arial"/>
              </a:defRPr>
            </a:lvl3pPr>
            <a:lvl4pPr algn="l">
              <a:buNone/>
              <a:defRPr sz="1050" b="1">
                <a:solidFill>
                  <a:srgbClr val="1688C9"/>
                </a:solidFill>
                <a:latin typeface="Arial"/>
                <a:ea typeface="Arial"/>
                <a:cs typeface="Arial"/>
              </a:defRPr>
            </a:lvl4pPr>
            <a:lvl5pPr algn="l">
              <a:buNone/>
              <a:defRPr sz="1050" b="1">
                <a:solidFill>
                  <a:srgbClr val="1688C9"/>
                </a:solidFill>
                <a:latin typeface="Arial"/>
                <a:ea typeface="Arial"/>
                <a:cs typeface="Arial"/>
              </a:defRPr>
            </a:lvl5pPr>
            <a:lvl6pPr algn="l">
              <a:buNone/>
              <a:defRPr sz="1050" b="1">
                <a:solidFill>
                  <a:srgbClr val="1688C9"/>
                </a:solidFill>
                <a:latin typeface="Arial"/>
                <a:ea typeface="Arial"/>
                <a:cs typeface="Arial"/>
              </a:defRPr>
            </a:lvl6pPr>
            <a:lvl7pPr algn="l">
              <a:buNone/>
              <a:defRPr sz="1050" b="1">
                <a:solidFill>
                  <a:srgbClr val="1688C9"/>
                </a:solidFill>
                <a:latin typeface="Arial"/>
                <a:ea typeface="Arial"/>
                <a:cs typeface="Arial"/>
              </a:defRPr>
            </a:lvl7pPr>
            <a:lvl8pPr algn="l">
              <a:buNone/>
              <a:defRPr sz="1050" b="1">
                <a:solidFill>
                  <a:srgbClr val="1688C9"/>
                </a:solidFill>
                <a:latin typeface="Arial"/>
                <a:ea typeface="Arial"/>
                <a:cs typeface="Arial"/>
              </a:defRPr>
            </a:lvl8pPr>
            <a:lvl9pPr algn="l">
              <a:buNone/>
              <a:defRPr sz="1050" b="1">
                <a:solidFill>
                  <a:srgbClr val="1688C9"/>
                </a:solidFill>
                <a:latin typeface="Arial"/>
                <a:ea typeface="Arial"/>
                <a:cs typeface="Arial"/>
              </a:defRPr>
            </a:lvl9pPr>
          </a:lstStyle>
          <a:p xmlns:a="http://schemas.openxmlformats.org/drawingml/2006/main">
            <a:pPr algn="l">
              <a:buNone/>
              <a:defRPr sz="1050" b="1">
                <a:solidFill>
                  <a:srgbClr val="1688C9"/>
                </a:solidFill>
                <a:latin typeface="Arial"/>
                <a:ea typeface="Arial"/>
                <a:cs typeface="Arial"/>
              </a:defRPr>
            </a:pPr>
            <a:r>
              <a:rPr sz="1050" b="1">
                <a:solidFill>
                  <a:srgbClr val="1688C9"/>
                </a:solidFill>
                <a:latin typeface="Arial"/>
                <a:ea typeface="Arial"/>
                <a:cs typeface="Arial"/>
              </a:rPr>
              <a:t>GUIDED TUTORING</a:t>
            </a:r>
          </a:p>
        </p:txBody>
      </p:sp>
      <p:sp>
        <p:nvSpPr>
          <p:cNvPr id="2" name="title">
            <a:extLst xmlns:a="http://schemas.openxmlformats.org/drawingml/2006/main">
              <a:ext uri="{FF2B5EF4-FFF2-40B4-BE49-F238E27FC236}">
                <a16:creationId xmlns:a16="http://schemas.microsoft.com/office/drawing/2014/main" id="{DC5FF5EA-A016-4801-86AF-ACF0643ED536}"/>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buNone/>
              <a:defRPr sz="3225" b="1">
                <a:solidFill>
                  <a:srgbClr val="14263D"/>
                </a:solidFill>
                <a:latin typeface="Arial"/>
                <a:ea typeface="Arial"/>
                <a:cs typeface="Arial"/>
              </a:defRPr>
            </a:lvl1pPr>
            <a:lvl2pPr algn="l">
              <a:buNone/>
              <a:defRPr sz="3225" b="1">
                <a:solidFill>
                  <a:srgbClr val="14263D"/>
                </a:solidFill>
                <a:latin typeface="Arial"/>
                <a:ea typeface="Arial"/>
                <a:cs typeface="Arial"/>
              </a:defRPr>
            </a:lvl2pPr>
            <a:lvl3pPr algn="l">
              <a:buNone/>
              <a:defRPr sz="3225" b="1">
                <a:solidFill>
                  <a:srgbClr val="14263D"/>
                </a:solidFill>
                <a:latin typeface="Arial"/>
                <a:ea typeface="Arial"/>
                <a:cs typeface="Arial"/>
              </a:defRPr>
            </a:lvl3pPr>
            <a:lvl4pPr algn="l">
              <a:buNone/>
              <a:defRPr sz="3225" b="1">
                <a:solidFill>
                  <a:srgbClr val="14263D"/>
                </a:solidFill>
                <a:latin typeface="Arial"/>
                <a:ea typeface="Arial"/>
                <a:cs typeface="Arial"/>
              </a:defRPr>
            </a:lvl4pPr>
            <a:lvl5pPr algn="l">
              <a:buNone/>
              <a:defRPr sz="3225" b="1">
                <a:solidFill>
                  <a:srgbClr val="14263D"/>
                </a:solidFill>
                <a:latin typeface="Arial"/>
                <a:ea typeface="Arial"/>
                <a:cs typeface="Arial"/>
              </a:defRPr>
            </a:lvl5pPr>
            <a:lvl6pPr algn="l">
              <a:buNone/>
              <a:defRPr sz="3225" b="1">
                <a:solidFill>
                  <a:srgbClr val="14263D"/>
                </a:solidFill>
                <a:latin typeface="Arial"/>
                <a:ea typeface="Arial"/>
                <a:cs typeface="Arial"/>
              </a:defRPr>
            </a:lvl6pPr>
            <a:lvl7pPr algn="l">
              <a:buNone/>
              <a:defRPr sz="3225" b="1">
                <a:solidFill>
                  <a:srgbClr val="14263D"/>
                </a:solidFill>
                <a:latin typeface="Arial"/>
                <a:ea typeface="Arial"/>
                <a:cs typeface="Arial"/>
              </a:defRPr>
            </a:lvl7pPr>
            <a:lvl8pPr algn="l">
              <a:buNone/>
              <a:defRPr sz="3225" b="1">
                <a:solidFill>
                  <a:srgbClr val="14263D"/>
                </a:solidFill>
                <a:latin typeface="Arial"/>
                <a:ea typeface="Arial"/>
                <a:cs typeface="Arial"/>
              </a:defRPr>
            </a:lvl8pPr>
            <a:lvl9pPr algn="l">
              <a:buNone/>
              <a:defRPr sz="3225" b="1">
                <a:solidFill>
                  <a:srgbClr val="14263D"/>
                </a:solidFill>
                <a:latin typeface="Arial"/>
                <a:ea typeface="Arial"/>
                <a:cs typeface="Arial"/>
              </a:defRPr>
            </a:lvl9pPr>
          </a:lstStyle>
          <a:p xmlns:a="http://schemas.openxmlformats.org/drawingml/2006/main">
            <a:pPr algn="l">
              <a:buNone/>
              <a:defRPr sz="3225" b="1">
                <a:solidFill>
                  <a:srgbClr val="14263D"/>
                </a:solidFill>
                <a:latin typeface="Arial"/>
                <a:ea typeface="Arial"/>
                <a:cs typeface="Arial"/>
              </a:defRPr>
            </a:pPr>
            <a:r>
              <a:rPr sz="3225" b="1">
                <a:solidFill>
                  <a:srgbClr val="14263D"/>
                </a:solidFill>
                <a:latin typeface="Arial"/>
                <a:ea typeface="Arial"/>
                <a:cs typeface="Arial"/>
              </a:rPr>
              <a:t>The tutor guides practice under assessment rules</a:t>
            </a:r>
          </a:p>
        </p:txBody>
      </p:sp>
      <p:sp>
        <p:nvSpPr>
          <p:cNvPr id="3" name="">
            <a:extLst xmlns:a="http://schemas.openxmlformats.org/drawingml/2006/main">
              <a:ext uri="{FF2B5EF4-FFF2-40B4-BE49-F238E27FC236}">
                <a16:creationId xmlns:a16="http://schemas.microsoft.com/office/drawing/2014/main" id="{076FB315-AEE3-49A1-985F-FA93AE816ADA}"/>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C34297B2-9D4F-4930-9B97-E988350C0FE9}"/>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buNone/>
              <a:defRPr sz="975" b="1">
                <a:solidFill>
                  <a:srgbClr val="5B6877"/>
                </a:solidFill>
                <a:latin typeface="Arial"/>
                <a:ea typeface="Arial"/>
                <a:cs typeface="Arial"/>
              </a:defRPr>
            </a:lvl1pPr>
            <a:lvl2pPr algn="l">
              <a:buNone/>
              <a:defRPr sz="975" b="1">
                <a:solidFill>
                  <a:srgbClr val="5B6877"/>
                </a:solidFill>
                <a:latin typeface="Arial"/>
                <a:ea typeface="Arial"/>
                <a:cs typeface="Arial"/>
              </a:defRPr>
            </a:lvl2pPr>
            <a:lvl3pPr algn="l">
              <a:buNone/>
              <a:defRPr sz="975" b="1">
                <a:solidFill>
                  <a:srgbClr val="5B6877"/>
                </a:solidFill>
                <a:latin typeface="Arial"/>
                <a:ea typeface="Arial"/>
                <a:cs typeface="Arial"/>
              </a:defRPr>
            </a:lvl3pPr>
            <a:lvl4pPr algn="l">
              <a:buNone/>
              <a:defRPr sz="975" b="1">
                <a:solidFill>
                  <a:srgbClr val="5B6877"/>
                </a:solidFill>
                <a:latin typeface="Arial"/>
                <a:ea typeface="Arial"/>
                <a:cs typeface="Arial"/>
              </a:defRPr>
            </a:lvl4pPr>
            <a:lvl5pPr algn="l">
              <a:buNone/>
              <a:defRPr sz="975" b="1">
                <a:solidFill>
                  <a:srgbClr val="5B6877"/>
                </a:solidFill>
                <a:latin typeface="Arial"/>
                <a:ea typeface="Arial"/>
                <a:cs typeface="Arial"/>
              </a:defRPr>
            </a:lvl5pPr>
            <a:lvl6pPr algn="l">
              <a:buNone/>
              <a:defRPr sz="975" b="1">
                <a:solidFill>
                  <a:srgbClr val="5B6877"/>
                </a:solidFill>
                <a:latin typeface="Arial"/>
                <a:ea typeface="Arial"/>
                <a:cs typeface="Arial"/>
              </a:defRPr>
            </a:lvl6pPr>
            <a:lvl7pPr algn="l">
              <a:buNone/>
              <a:defRPr sz="975" b="1">
                <a:solidFill>
                  <a:srgbClr val="5B6877"/>
                </a:solidFill>
                <a:latin typeface="Arial"/>
                <a:ea typeface="Arial"/>
                <a:cs typeface="Arial"/>
              </a:defRPr>
            </a:lvl7pPr>
            <a:lvl8pPr algn="l">
              <a:buNone/>
              <a:defRPr sz="975" b="1">
                <a:solidFill>
                  <a:srgbClr val="5B6877"/>
                </a:solidFill>
                <a:latin typeface="Arial"/>
                <a:ea typeface="Arial"/>
                <a:cs typeface="Arial"/>
              </a:defRPr>
            </a:lvl8pPr>
            <a:lvl9pPr algn="l">
              <a:buNone/>
              <a:defRPr sz="975" b="1">
                <a:solidFill>
                  <a:srgbClr val="5B6877"/>
                </a:solidFill>
                <a:latin typeface="Arial"/>
                <a:ea typeface="Arial"/>
                <a:cs typeface="Arial"/>
              </a:defRPr>
            </a:lvl9pPr>
          </a:lstStyle>
          <a:p xmlns:a="http://schemas.openxmlformats.org/drawingml/2006/main">
            <a:pPr algn="l">
              <a:buNone/>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85BF4F3E-BE43-442F-ABEA-F528F3B53B53}"/>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buNone/>
              <a:defRPr sz="1050" b="1">
                <a:solidFill>
                  <a:srgbClr val="1688C9"/>
                </a:solidFill>
                <a:latin typeface="Arial"/>
                <a:ea typeface="Arial"/>
                <a:cs typeface="Arial"/>
              </a:defRPr>
            </a:lvl1pPr>
            <a:lvl2pPr algn="r">
              <a:buNone/>
              <a:defRPr sz="1050" b="1">
                <a:solidFill>
                  <a:srgbClr val="1688C9"/>
                </a:solidFill>
                <a:latin typeface="Arial"/>
                <a:ea typeface="Arial"/>
                <a:cs typeface="Arial"/>
              </a:defRPr>
            </a:lvl2pPr>
            <a:lvl3pPr algn="r">
              <a:buNone/>
              <a:defRPr sz="1050" b="1">
                <a:solidFill>
                  <a:srgbClr val="1688C9"/>
                </a:solidFill>
                <a:latin typeface="Arial"/>
                <a:ea typeface="Arial"/>
                <a:cs typeface="Arial"/>
              </a:defRPr>
            </a:lvl3pPr>
            <a:lvl4pPr algn="r">
              <a:buNone/>
              <a:defRPr sz="1050" b="1">
                <a:solidFill>
                  <a:srgbClr val="1688C9"/>
                </a:solidFill>
                <a:latin typeface="Arial"/>
                <a:ea typeface="Arial"/>
                <a:cs typeface="Arial"/>
              </a:defRPr>
            </a:lvl4pPr>
            <a:lvl5pPr algn="r">
              <a:buNone/>
              <a:defRPr sz="1050" b="1">
                <a:solidFill>
                  <a:srgbClr val="1688C9"/>
                </a:solidFill>
                <a:latin typeface="Arial"/>
                <a:ea typeface="Arial"/>
                <a:cs typeface="Arial"/>
              </a:defRPr>
            </a:lvl5pPr>
            <a:lvl6pPr algn="r">
              <a:buNone/>
              <a:defRPr sz="1050" b="1">
                <a:solidFill>
                  <a:srgbClr val="1688C9"/>
                </a:solidFill>
                <a:latin typeface="Arial"/>
                <a:ea typeface="Arial"/>
                <a:cs typeface="Arial"/>
              </a:defRPr>
            </a:lvl6pPr>
            <a:lvl7pPr algn="r">
              <a:buNone/>
              <a:defRPr sz="1050" b="1">
                <a:solidFill>
                  <a:srgbClr val="1688C9"/>
                </a:solidFill>
                <a:latin typeface="Arial"/>
                <a:ea typeface="Arial"/>
                <a:cs typeface="Arial"/>
              </a:defRPr>
            </a:lvl7pPr>
            <a:lvl8pPr algn="r">
              <a:buNone/>
              <a:defRPr sz="1050" b="1">
                <a:solidFill>
                  <a:srgbClr val="1688C9"/>
                </a:solidFill>
                <a:latin typeface="Arial"/>
                <a:ea typeface="Arial"/>
                <a:cs typeface="Arial"/>
              </a:defRPr>
            </a:lvl8pPr>
            <a:lvl9pPr algn="r">
              <a:buNone/>
              <a:defRPr sz="1050" b="1">
                <a:solidFill>
                  <a:srgbClr val="1688C9"/>
                </a:solidFill>
                <a:latin typeface="Arial"/>
                <a:ea typeface="Arial"/>
                <a:cs typeface="Arial"/>
              </a:defRPr>
            </a:lvl9pPr>
          </a:lstStyle>
          <a:p xmlns:a="http://schemas.openxmlformats.org/drawingml/2006/main">
            <a:pPr algn="r">
              <a:buNone/>
              <a:defRPr sz="1050" b="1">
                <a:solidFill>
                  <a:srgbClr val="1688C9"/>
                </a:solidFill>
                <a:latin typeface="Arial"/>
                <a:ea typeface="Arial"/>
                <a:cs typeface="Arial"/>
              </a:defRPr>
            </a:pPr>
            <a:r>
              <a:rPr sz="1050" b="1">
                <a:solidFill>
                  <a:srgbClr val="1688C9"/>
                </a:solidFill>
                <a:latin typeface="Arial"/>
                <a:ea typeface="Arial"/>
                <a:cs typeface="Arial"/>
              </a:rPr>
              <a:t>08</a:t>
            </a:r>
          </a:p>
        </p:txBody>
      </p:sp>
      <p:sp>
        <p:nvSpPr>
          <p:cNvPr id="6" name="takeaway">
            <a:extLst xmlns:a="http://schemas.openxmlformats.org/drawingml/2006/main">
              <a:ext uri="{FF2B5EF4-FFF2-40B4-BE49-F238E27FC236}">
                <a16:creationId xmlns:a16="http://schemas.microsoft.com/office/drawing/2014/main" id="{13C9D798-3D9A-4FD6-B5A0-4F8CD5CD093A}"/>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buNone/>
              <a:defRPr sz="2175" b="1">
                <a:solidFill>
                  <a:srgbClr val="1E2A37"/>
                </a:solidFill>
                <a:latin typeface="Arial"/>
                <a:ea typeface="Arial"/>
                <a:cs typeface="Arial"/>
              </a:defRPr>
            </a:lvl1pPr>
            <a:lvl2pPr algn="l">
              <a:buNone/>
              <a:defRPr sz="2175" b="1">
                <a:solidFill>
                  <a:srgbClr val="1E2A37"/>
                </a:solidFill>
                <a:latin typeface="Arial"/>
                <a:ea typeface="Arial"/>
                <a:cs typeface="Arial"/>
              </a:defRPr>
            </a:lvl2pPr>
            <a:lvl3pPr algn="l">
              <a:buNone/>
              <a:defRPr sz="2175" b="1">
                <a:solidFill>
                  <a:srgbClr val="1E2A37"/>
                </a:solidFill>
                <a:latin typeface="Arial"/>
                <a:ea typeface="Arial"/>
                <a:cs typeface="Arial"/>
              </a:defRPr>
            </a:lvl3pPr>
            <a:lvl4pPr algn="l">
              <a:buNone/>
              <a:defRPr sz="2175" b="1">
                <a:solidFill>
                  <a:srgbClr val="1E2A37"/>
                </a:solidFill>
                <a:latin typeface="Arial"/>
                <a:ea typeface="Arial"/>
                <a:cs typeface="Arial"/>
              </a:defRPr>
            </a:lvl4pPr>
            <a:lvl5pPr algn="l">
              <a:buNone/>
              <a:defRPr sz="2175" b="1">
                <a:solidFill>
                  <a:srgbClr val="1E2A37"/>
                </a:solidFill>
                <a:latin typeface="Arial"/>
                <a:ea typeface="Arial"/>
                <a:cs typeface="Arial"/>
              </a:defRPr>
            </a:lvl5pPr>
            <a:lvl6pPr algn="l">
              <a:buNone/>
              <a:defRPr sz="2175" b="1">
                <a:solidFill>
                  <a:srgbClr val="1E2A37"/>
                </a:solidFill>
                <a:latin typeface="Arial"/>
                <a:ea typeface="Arial"/>
                <a:cs typeface="Arial"/>
              </a:defRPr>
            </a:lvl6pPr>
            <a:lvl7pPr algn="l">
              <a:buNone/>
              <a:defRPr sz="2175" b="1">
                <a:solidFill>
                  <a:srgbClr val="1E2A37"/>
                </a:solidFill>
                <a:latin typeface="Arial"/>
                <a:ea typeface="Arial"/>
                <a:cs typeface="Arial"/>
              </a:defRPr>
            </a:lvl7pPr>
            <a:lvl8pPr algn="l">
              <a:buNone/>
              <a:defRPr sz="2175" b="1">
                <a:solidFill>
                  <a:srgbClr val="1E2A37"/>
                </a:solidFill>
                <a:latin typeface="Arial"/>
                <a:ea typeface="Arial"/>
                <a:cs typeface="Arial"/>
              </a:defRPr>
            </a:lvl8pPr>
            <a:lvl9pPr algn="l">
              <a:buNone/>
              <a:defRPr sz="2175" b="1">
                <a:solidFill>
                  <a:srgbClr val="1E2A37"/>
                </a:solidFill>
                <a:latin typeface="Arial"/>
                <a:ea typeface="Arial"/>
                <a:cs typeface="Arial"/>
              </a:defRPr>
            </a:lvl9pPr>
          </a:lstStyle>
          <a:p xmlns:a="http://schemas.openxmlformats.org/drawingml/2006/main">
            <a:pPr algn="l">
              <a:buNone/>
              <a:defRPr sz="2175" b="1">
                <a:solidFill>
                  <a:srgbClr val="1E2A37"/>
                </a:solidFill>
                <a:latin typeface="Arial"/>
                <a:ea typeface="Arial"/>
                <a:cs typeface="Arial"/>
              </a:defRPr>
            </a:pPr>
            <a:r>
              <a:rPr sz="2175" b="1">
                <a:solidFill>
                  <a:srgbClr val="1E2A37"/>
                </a:solidFill>
                <a:latin typeface="Arial"/>
                <a:ea typeface="Arial"/>
                <a:cs typeface="Arial"/>
              </a:rPr>
              <a:t>Hints and citations are gated by the course’s assessment mode.</a:t>
            </a:r>
          </a:p>
        </p:txBody>
      </p:sp>
      <p:sp>
        <p:nvSpPr>
          <p:cNvPr id="7" name="tutor-step-0">
            <a:extLst xmlns:a="http://schemas.openxmlformats.org/drawingml/2006/main">
              <a:ext uri="{FF2B5EF4-FFF2-40B4-BE49-F238E27FC236}">
                <a16:creationId xmlns:a16="http://schemas.microsoft.com/office/drawing/2014/main" id="{C210EF9C-B060-4099-9922-09F0868495A3}"/>
              </a:ext>
            </a:extLst>
          </p:cNvPr>
          <p:cNvSpPr>
            <a:spLocks xmlns:a="http://schemas.openxmlformats.org/drawingml/2006/main" noGrp="1"/>
          </p:cNvSpPr>
          <p:nvPr/>
        </p:nvSpPr>
        <p:spPr>
          <a:xfrm xmlns:a="http://schemas.openxmlformats.org/drawingml/2006/main">
            <a:off x="742950" y="27241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buNone/>
              <a:defRPr sz="2025" b="1">
                <a:solidFill>
                  <a:srgbClr val="1688C9"/>
                </a:solidFill>
                <a:latin typeface="Arial"/>
                <a:ea typeface="Arial"/>
                <a:cs typeface="Arial"/>
              </a:defRPr>
            </a:lvl1pPr>
            <a:lvl2pPr algn="l">
              <a:buNone/>
              <a:defRPr sz="2025" b="1">
                <a:solidFill>
                  <a:srgbClr val="1688C9"/>
                </a:solidFill>
                <a:latin typeface="Arial"/>
                <a:ea typeface="Arial"/>
                <a:cs typeface="Arial"/>
              </a:defRPr>
            </a:lvl2pPr>
            <a:lvl3pPr algn="l">
              <a:buNone/>
              <a:defRPr sz="2025" b="1">
                <a:solidFill>
                  <a:srgbClr val="1688C9"/>
                </a:solidFill>
                <a:latin typeface="Arial"/>
                <a:ea typeface="Arial"/>
                <a:cs typeface="Arial"/>
              </a:defRPr>
            </a:lvl3pPr>
            <a:lvl4pPr algn="l">
              <a:buNone/>
              <a:defRPr sz="2025" b="1">
                <a:solidFill>
                  <a:srgbClr val="1688C9"/>
                </a:solidFill>
                <a:latin typeface="Arial"/>
                <a:ea typeface="Arial"/>
                <a:cs typeface="Arial"/>
              </a:defRPr>
            </a:lvl4pPr>
            <a:lvl5pPr algn="l">
              <a:buNone/>
              <a:defRPr sz="2025" b="1">
                <a:solidFill>
                  <a:srgbClr val="1688C9"/>
                </a:solidFill>
                <a:latin typeface="Arial"/>
                <a:ea typeface="Arial"/>
                <a:cs typeface="Arial"/>
              </a:defRPr>
            </a:lvl5pPr>
            <a:lvl6pPr algn="l">
              <a:buNone/>
              <a:defRPr sz="2025" b="1">
                <a:solidFill>
                  <a:srgbClr val="1688C9"/>
                </a:solidFill>
                <a:latin typeface="Arial"/>
                <a:ea typeface="Arial"/>
                <a:cs typeface="Arial"/>
              </a:defRPr>
            </a:lvl6pPr>
            <a:lvl7pPr algn="l">
              <a:buNone/>
              <a:defRPr sz="2025" b="1">
                <a:solidFill>
                  <a:srgbClr val="1688C9"/>
                </a:solidFill>
                <a:latin typeface="Arial"/>
                <a:ea typeface="Arial"/>
                <a:cs typeface="Arial"/>
              </a:defRPr>
            </a:lvl7pPr>
            <a:lvl8pPr algn="l">
              <a:buNone/>
              <a:defRPr sz="2025" b="1">
                <a:solidFill>
                  <a:srgbClr val="1688C9"/>
                </a:solidFill>
                <a:latin typeface="Arial"/>
                <a:ea typeface="Arial"/>
                <a:cs typeface="Arial"/>
              </a:defRPr>
            </a:lvl8pPr>
            <a:lvl9pPr algn="l">
              <a:buNone/>
              <a:defRPr sz="2025" b="1">
                <a:solidFill>
                  <a:srgbClr val="1688C9"/>
                </a:solidFill>
                <a:latin typeface="Arial"/>
                <a:ea typeface="Arial"/>
                <a:cs typeface="Arial"/>
              </a:defRPr>
            </a:lvl9pPr>
          </a:lstStyle>
          <a:p xmlns:a="http://schemas.openxmlformats.org/drawingml/2006/main">
            <a:pPr algn="l">
              <a:buNone/>
              <a:defRPr sz="2025" b="1">
                <a:solidFill>
                  <a:srgbClr val="1688C9"/>
                </a:solidFill>
                <a:latin typeface="Arial"/>
                <a:ea typeface="Arial"/>
                <a:cs typeface="Arial"/>
              </a:defRPr>
            </a:pPr>
            <a:r>
              <a:rPr sz="2025" b="1">
                <a:solidFill>
                  <a:srgbClr val="1688C9"/>
                </a:solidFill>
                <a:latin typeface="Arial"/>
                <a:ea typeface="Arial"/>
                <a:cs typeface="Arial"/>
              </a:rPr>
              <a:t>01</a:t>
            </a:r>
          </a:p>
        </p:txBody>
      </p:sp>
      <p:sp>
        <p:nvSpPr>
          <p:cNvPr id="8" name="tutor-head-0">
            <a:extLst xmlns:a="http://schemas.openxmlformats.org/drawingml/2006/main">
              <a:ext uri="{FF2B5EF4-FFF2-40B4-BE49-F238E27FC236}">
                <a16:creationId xmlns:a16="http://schemas.microsoft.com/office/drawing/2014/main" id="{6C68D596-AE82-4342-9BC2-97793A81F10D}"/>
              </a:ext>
            </a:extLst>
          </p:cNvPr>
          <p:cNvSpPr>
            <a:spLocks xmlns:a="http://schemas.openxmlformats.org/drawingml/2006/main" noGrp="1"/>
          </p:cNvSpPr>
          <p:nvPr/>
        </p:nvSpPr>
        <p:spPr>
          <a:xfrm xmlns:a="http://schemas.openxmlformats.org/drawingml/2006/main">
            <a:off x="1562100" y="2724150"/>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63D"/>
                </a:solidFill>
                <a:latin typeface="Arial"/>
                <a:ea typeface="Arial"/>
                <a:cs typeface="Arial"/>
              </a:defRPr>
            </a:defPPr>
            <a:lvl1pPr algn="l">
              <a:buNone/>
              <a:defRPr sz="1650" b="1">
                <a:solidFill>
                  <a:srgbClr val="14263D"/>
                </a:solidFill>
                <a:latin typeface="Arial"/>
                <a:ea typeface="Arial"/>
                <a:cs typeface="Arial"/>
              </a:defRPr>
            </a:lvl1pPr>
            <a:lvl2pPr algn="l">
              <a:buNone/>
              <a:defRPr sz="1650" b="1">
                <a:solidFill>
                  <a:srgbClr val="14263D"/>
                </a:solidFill>
                <a:latin typeface="Arial"/>
                <a:ea typeface="Arial"/>
                <a:cs typeface="Arial"/>
              </a:defRPr>
            </a:lvl2pPr>
            <a:lvl3pPr algn="l">
              <a:buNone/>
              <a:defRPr sz="1650" b="1">
                <a:solidFill>
                  <a:srgbClr val="14263D"/>
                </a:solidFill>
                <a:latin typeface="Arial"/>
                <a:ea typeface="Arial"/>
                <a:cs typeface="Arial"/>
              </a:defRPr>
            </a:lvl3pPr>
            <a:lvl4pPr algn="l">
              <a:buNone/>
              <a:defRPr sz="1650" b="1">
                <a:solidFill>
                  <a:srgbClr val="14263D"/>
                </a:solidFill>
                <a:latin typeface="Arial"/>
                <a:ea typeface="Arial"/>
                <a:cs typeface="Arial"/>
              </a:defRPr>
            </a:lvl4pPr>
            <a:lvl5pPr algn="l">
              <a:buNone/>
              <a:defRPr sz="1650" b="1">
                <a:solidFill>
                  <a:srgbClr val="14263D"/>
                </a:solidFill>
                <a:latin typeface="Arial"/>
                <a:ea typeface="Arial"/>
                <a:cs typeface="Arial"/>
              </a:defRPr>
            </a:lvl5pPr>
            <a:lvl6pPr algn="l">
              <a:buNone/>
              <a:defRPr sz="1650" b="1">
                <a:solidFill>
                  <a:srgbClr val="14263D"/>
                </a:solidFill>
                <a:latin typeface="Arial"/>
                <a:ea typeface="Arial"/>
                <a:cs typeface="Arial"/>
              </a:defRPr>
            </a:lvl6pPr>
            <a:lvl7pPr algn="l">
              <a:buNone/>
              <a:defRPr sz="1650" b="1">
                <a:solidFill>
                  <a:srgbClr val="14263D"/>
                </a:solidFill>
                <a:latin typeface="Arial"/>
                <a:ea typeface="Arial"/>
                <a:cs typeface="Arial"/>
              </a:defRPr>
            </a:lvl7pPr>
            <a:lvl8pPr algn="l">
              <a:buNone/>
              <a:defRPr sz="1650" b="1">
                <a:solidFill>
                  <a:srgbClr val="14263D"/>
                </a:solidFill>
                <a:latin typeface="Arial"/>
                <a:ea typeface="Arial"/>
                <a:cs typeface="Arial"/>
              </a:defRPr>
            </a:lvl8pPr>
            <a:lvl9pPr algn="l">
              <a:buNone/>
              <a:defRPr sz="1650" b="1">
                <a:solidFill>
                  <a:srgbClr val="14263D"/>
                </a:solidFill>
                <a:latin typeface="Arial"/>
                <a:ea typeface="Arial"/>
                <a:cs typeface="Arial"/>
              </a:defRPr>
            </a:lvl9pPr>
          </a:lstStyle>
          <a:p xmlns:a="http://schemas.openxmlformats.org/drawingml/2006/main">
            <a:pPr algn="l">
              <a:buNone/>
              <a:defRPr sz="1650" b="1">
                <a:solidFill>
                  <a:srgbClr val="14263D"/>
                </a:solidFill>
                <a:latin typeface="Arial"/>
                <a:ea typeface="Arial"/>
                <a:cs typeface="Arial"/>
              </a:defRPr>
            </a:pPr>
            <a:r>
              <a:rPr sz="1650" b="1">
                <a:solidFill>
                  <a:srgbClr val="14263D"/>
                </a:solidFill>
                <a:latin typeface="Arial"/>
                <a:ea typeface="Arial"/>
                <a:cs typeface="Arial"/>
              </a:rPr>
              <a:t>Check role &amp; policy</a:t>
            </a:r>
          </a:p>
        </p:txBody>
      </p:sp>
      <p:sp>
        <p:nvSpPr>
          <p:cNvPr id="9" name="tutor-body-0">
            <a:extLst xmlns:a="http://schemas.openxmlformats.org/drawingml/2006/main">
              <a:ext uri="{FF2B5EF4-FFF2-40B4-BE49-F238E27FC236}">
                <a16:creationId xmlns:a16="http://schemas.microsoft.com/office/drawing/2014/main" id="{E388CBFF-4BB4-4920-8C2F-016110023C33}"/>
              </a:ext>
            </a:extLst>
          </p:cNvPr>
          <p:cNvSpPr>
            <a:spLocks xmlns:a="http://schemas.openxmlformats.org/drawingml/2006/main" noGrp="1"/>
          </p:cNvSpPr>
          <p:nvPr/>
        </p:nvSpPr>
        <p:spPr>
          <a:xfrm xmlns:a="http://schemas.openxmlformats.org/drawingml/2006/main">
            <a:off x="4762500" y="2724150"/>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B6877"/>
                </a:solidFill>
                <a:latin typeface="Arial"/>
                <a:ea typeface="Arial"/>
                <a:cs typeface="Arial"/>
              </a:defRPr>
            </a:defPPr>
            <a:lvl1pPr algn="l">
              <a:buNone/>
              <a:defRPr sz="1425" b="0">
                <a:solidFill>
                  <a:srgbClr val="5B6877"/>
                </a:solidFill>
                <a:latin typeface="Arial"/>
                <a:ea typeface="Arial"/>
                <a:cs typeface="Arial"/>
              </a:defRPr>
            </a:lvl1pPr>
            <a:lvl2pPr algn="l">
              <a:buNone/>
              <a:defRPr sz="1425" b="0">
                <a:solidFill>
                  <a:srgbClr val="5B6877"/>
                </a:solidFill>
                <a:latin typeface="Arial"/>
                <a:ea typeface="Arial"/>
                <a:cs typeface="Arial"/>
              </a:defRPr>
            </a:lvl2pPr>
            <a:lvl3pPr algn="l">
              <a:buNone/>
              <a:defRPr sz="1425" b="0">
                <a:solidFill>
                  <a:srgbClr val="5B6877"/>
                </a:solidFill>
                <a:latin typeface="Arial"/>
                <a:ea typeface="Arial"/>
                <a:cs typeface="Arial"/>
              </a:defRPr>
            </a:lvl3pPr>
            <a:lvl4pPr algn="l">
              <a:buNone/>
              <a:defRPr sz="1425" b="0">
                <a:solidFill>
                  <a:srgbClr val="5B6877"/>
                </a:solidFill>
                <a:latin typeface="Arial"/>
                <a:ea typeface="Arial"/>
                <a:cs typeface="Arial"/>
              </a:defRPr>
            </a:lvl4pPr>
            <a:lvl5pPr algn="l">
              <a:buNone/>
              <a:defRPr sz="1425" b="0">
                <a:solidFill>
                  <a:srgbClr val="5B6877"/>
                </a:solidFill>
                <a:latin typeface="Arial"/>
                <a:ea typeface="Arial"/>
                <a:cs typeface="Arial"/>
              </a:defRPr>
            </a:lvl5pPr>
            <a:lvl6pPr algn="l">
              <a:buNone/>
              <a:defRPr sz="1425" b="0">
                <a:solidFill>
                  <a:srgbClr val="5B6877"/>
                </a:solidFill>
                <a:latin typeface="Arial"/>
                <a:ea typeface="Arial"/>
                <a:cs typeface="Arial"/>
              </a:defRPr>
            </a:lvl6pPr>
            <a:lvl7pPr algn="l">
              <a:buNone/>
              <a:defRPr sz="1425" b="0">
                <a:solidFill>
                  <a:srgbClr val="5B6877"/>
                </a:solidFill>
                <a:latin typeface="Arial"/>
                <a:ea typeface="Arial"/>
                <a:cs typeface="Arial"/>
              </a:defRPr>
            </a:lvl7pPr>
            <a:lvl8pPr algn="l">
              <a:buNone/>
              <a:defRPr sz="1425" b="0">
                <a:solidFill>
                  <a:srgbClr val="5B6877"/>
                </a:solidFill>
                <a:latin typeface="Arial"/>
                <a:ea typeface="Arial"/>
                <a:cs typeface="Arial"/>
              </a:defRPr>
            </a:lvl8pPr>
            <a:lvl9pPr algn="l">
              <a:buNone/>
              <a:defRPr sz="1425" b="0">
                <a:solidFill>
                  <a:srgbClr val="5B6877"/>
                </a:solidFill>
                <a:latin typeface="Arial"/>
                <a:ea typeface="Arial"/>
                <a:cs typeface="Arial"/>
              </a:defRPr>
            </a:lvl9pPr>
          </a:lstStyle>
          <a:p xmlns:a="http://schemas.openxmlformats.org/drawingml/2006/main">
            <a:pPr algn="l">
              <a:buNone/>
              <a:defRPr sz="1425" b="0">
                <a:solidFill>
                  <a:srgbClr val="5B6877"/>
                </a:solidFill>
                <a:latin typeface="Arial"/>
                <a:ea typeface="Arial"/>
                <a:cs typeface="Arial"/>
              </a:defRPr>
            </a:pPr>
            <a:r>
              <a:rPr sz="1425" b="0">
                <a:solidFill>
                  <a:srgbClr val="5B6877"/>
                </a:solidFill>
                <a:latin typeface="Arial"/>
                <a:ea typeface="Arial"/>
                <a:cs typeface="Arial"/>
              </a:rPr>
              <a:t>Protected, guided, or independent mode controls the response.</a:t>
            </a:r>
          </a:p>
        </p:txBody>
      </p:sp>
      <p:sp>
        <p:nvSpPr>
          <p:cNvPr id="10" name="">
            <a:extLst xmlns:a="http://schemas.openxmlformats.org/drawingml/2006/main">
              <a:ext uri="{FF2B5EF4-FFF2-40B4-BE49-F238E27FC236}">
                <a16:creationId xmlns:a16="http://schemas.microsoft.com/office/drawing/2014/main" id="{FBFBDAB0-1A69-4462-9631-8831E7E96951}"/>
              </a:ext>
            </a:extLst>
          </p:cNvPr>
          <p:cNvSpPr>
            <a:spLocks xmlns:a="http://schemas.openxmlformats.org/drawingml/2006/main" noGrp="1"/>
          </p:cNvSpPr>
          <p:nvPr/>
        </p:nvSpPr>
        <p:spPr>
          <a:xfrm xmlns:a="http://schemas.openxmlformats.org/drawingml/2006/main">
            <a:off x="1562100" y="3486150"/>
            <a:ext cx="97155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1" name="tutor-step-1">
            <a:extLst xmlns:a="http://schemas.openxmlformats.org/drawingml/2006/main">
              <a:ext uri="{FF2B5EF4-FFF2-40B4-BE49-F238E27FC236}">
                <a16:creationId xmlns:a16="http://schemas.microsoft.com/office/drawing/2014/main" id="{8FE8A0EC-5696-416A-835F-05CD1EE7BB08}"/>
              </a:ext>
            </a:extLst>
          </p:cNvPr>
          <p:cNvSpPr>
            <a:spLocks xmlns:a="http://schemas.openxmlformats.org/drawingml/2006/main" noGrp="1"/>
          </p:cNvSpPr>
          <p:nvPr/>
        </p:nvSpPr>
        <p:spPr>
          <a:xfrm xmlns:a="http://schemas.openxmlformats.org/drawingml/2006/main">
            <a:off x="742950" y="37909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buNone/>
              <a:defRPr sz="2025" b="1">
                <a:solidFill>
                  <a:srgbClr val="1688C9"/>
                </a:solidFill>
                <a:latin typeface="Arial"/>
                <a:ea typeface="Arial"/>
                <a:cs typeface="Arial"/>
              </a:defRPr>
            </a:lvl1pPr>
            <a:lvl2pPr algn="l">
              <a:buNone/>
              <a:defRPr sz="2025" b="1">
                <a:solidFill>
                  <a:srgbClr val="1688C9"/>
                </a:solidFill>
                <a:latin typeface="Arial"/>
                <a:ea typeface="Arial"/>
                <a:cs typeface="Arial"/>
              </a:defRPr>
            </a:lvl2pPr>
            <a:lvl3pPr algn="l">
              <a:buNone/>
              <a:defRPr sz="2025" b="1">
                <a:solidFill>
                  <a:srgbClr val="1688C9"/>
                </a:solidFill>
                <a:latin typeface="Arial"/>
                <a:ea typeface="Arial"/>
                <a:cs typeface="Arial"/>
              </a:defRPr>
            </a:lvl3pPr>
            <a:lvl4pPr algn="l">
              <a:buNone/>
              <a:defRPr sz="2025" b="1">
                <a:solidFill>
                  <a:srgbClr val="1688C9"/>
                </a:solidFill>
                <a:latin typeface="Arial"/>
                <a:ea typeface="Arial"/>
                <a:cs typeface="Arial"/>
              </a:defRPr>
            </a:lvl4pPr>
            <a:lvl5pPr algn="l">
              <a:buNone/>
              <a:defRPr sz="2025" b="1">
                <a:solidFill>
                  <a:srgbClr val="1688C9"/>
                </a:solidFill>
                <a:latin typeface="Arial"/>
                <a:ea typeface="Arial"/>
                <a:cs typeface="Arial"/>
              </a:defRPr>
            </a:lvl5pPr>
            <a:lvl6pPr algn="l">
              <a:buNone/>
              <a:defRPr sz="2025" b="1">
                <a:solidFill>
                  <a:srgbClr val="1688C9"/>
                </a:solidFill>
                <a:latin typeface="Arial"/>
                <a:ea typeface="Arial"/>
                <a:cs typeface="Arial"/>
              </a:defRPr>
            </a:lvl6pPr>
            <a:lvl7pPr algn="l">
              <a:buNone/>
              <a:defRPr sz="2025" b="1">
                <a:solidFill>
                  <a:srgbClr val="1688C9"/>
                </a:solidFill>
                <a:latin typeface="Arial"/>
                <a:ea typeface="Arial"/>
                <a:cs typeface="Arial"/>
              </a:defRPr>
            </a:lvl7pPr>
            <a:lvl8pPr algn="l">
              <a:buNone/>
              <a:defRPr sz="2025" b="1">
                <a:solidFill>
                  <a:srgbClr val="1688C9"/>
                </a:solidFill>
                <a:latin typeface="Arial"/>
                <a:ea typeface="Arial"/>
                <a:cs typeface="Arial"/>
              </a:defRPr>
            </a:lvl8pPr>
            <a:lvl9pPr algn="l">
              <a:buNone/>
              <a:defRPr sz="2025" b="1">
                <a:solidFill>
                  <a:srgbClr val="1688C9"/>
                </a:solidFill>
                <a:latin typeface="Arial"/>
                <a:ea typeface="Arial"/>
                <a:cs typeface="Arial"/>
              </a:defRPr>
            </a:lvl9pPr>
          </a:lstStyle>
          <a:p xmlns:a="http://schemas.openxmlformats.org/drawingml/2006/main">
            <a:pPr algn="l">
              <a:buNone/>
              <a:defRPr sz="2025" b="1">
                <a:solidFill>
                  <a:srgbClr val="1688C9"/>
                </a:solidFill>
                <a:latin typeface="Arial"/>
                <a:ea typeface="Arial"/>
                <a:cs typeface="Arial"/>
              </a:defRPr>
            </a:pPr>
            <a:r>
              <a:rPr sz="2025" b="1">
                <a:solidFill>
                  <a:srgbClr val="1688C9"/>
                </a:solidFill>
                <a:latin typeface="Arial"/>
                <a:ea typeface="Arial"/>
                <a:cs typeface="Arial"/>
              </a:rPr>
              <a:t>02</a:t>
            </a:r>
          </a:p>
        </p:txBody>
      </p:sp>
      <p:sp>
        <p:nvSpPr>
          <p:cNvPr id="12" name="tutor-head-1">
            <a:extLst xmlns:a="http://schemas.openxmlformats.org/drawingml/2006/main">
              <a:ext uri="{FF2B5EF4-FFF2-40B4-BE49-F238E27FC236}">
                <a16:creationId xmlns:a16="http://schemas.microsoft.com/office/drawing/2014/main" id="{A20E3DDD-5A70-438F-BE3C-437BF45BB764}"/>
              </a:ext>
            </a:extLst>
          </p:cNvPr>
          <p:cNvSpPr>
            <a:spLocks xmlns:a="http://schemas.openxmlformats.org/drawingml/2006/main" noGrp="1"/>
          </p:cNvSpPr>
          <p:nvPr/>
        </p:nvSpPr>
        <p:spPr>
          <a:xfrm xmlns:a="http://schemas.openxmlformats.org/drawingml/2006/main">
            <a:off x="1562100" y="3790950"/>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63D"/>
                </a:solidFill>
                <a:latin typeface="Arial"/>
                <a:ea typeface="Arial"/>
                <a:cs typeface="Arial"/>
              </a:defRPr>
            </a:defPPr>
            <a:lvl1pPr algn="l">
              <a:buNone/>
              <a:defRPr sz="1650" b="1">
                <a:solidFill>
                  <a:srgbClr val="14263D"/>
                </a:solidFill>
                <a:latin typeface="Arial"/>
                <a:ea typeface="Arial"/>
                <a:cs typeface="Arial"/>
              </a:defRPr>
            </a:lvl1pPr>
            <a:lvl2pPr algn="l">
              <a:buNone/>
              <a:defRPr sz="1650" b="1">
                <a:solidFill>
                  <a:srgbClr val="14263D"/>
                </a:solidFill>
                <a:latin typeface="Arial"/>
                <a:ea typeface="Arial"/>
                <a:cs typeface="Arial"/>
              </a:defRPr>
            </a:lvl2pPr>
            <a:lvl3pPr algn="l">
              <a:buNone/>
              <a:defRPr sz="1650" b="1">
                <a:solidFill>
                  <a:srgbClr val="14263D"/>
                </a:solidFill>
                <a:latin typeface="Arial"/>
                <a:ea typeface="Arial"/>
                <a:cs typeface="Arial"/>
              </a:defRPr>
            </a:lvl3pPr>
            <a:lvl4pPr algn="l">
              <a:buNone/>
              <a:defRPr sz="1650" b="1">
                <a:solidFill>
                  <a:srgbClr val="14263D"/>
                </a:solidFill>
                <a:latin typeface="Arial"/>
                <a:ea typeface="Arial"/>
                <a:cs typeface="Arial"/>
              </a:defRPr>
            </a:lvl4pPr>
            <a:lvl5pPr algn="l">
              <a:buNone/>
              <a:defRPr sz="1650" b="1">
                <a:solidFill>
                  <a:srgbClr val="14263D"/>
                </a:solidFill>
                <a:latin typeface="Arial"/>
                <a:ea typeface="Arial"/>
                <a:cs typeface="Arial"/>
              </a:defRPr>
            </a:lvl5pPr>
            <a:lvl6pPr algn="l">
              <a:buNone/>
              <a:defRPr sz="1650" b="1">
                <a:solidFill>
                  <a:srgbClr val="14263D"/>
                </a:solidFill>
                <a:latin typeface="Arial"/>
                <a:ea typeface="Arial"/>
                <a:cs typeface="Arial"/>
              </a:defRPr>
            </a:lvl6pPr>
            <a:lvl7pPr algn="l">
              <a:buNone/>
              <a:defRPr sz="1650" b="1">
                <a:solidFill>
                  <a:srgbClr val="14263D"/>
                </a:solidFill>
                <a:latin typeface="Arial"/>
                <a:ea typeface="Arial"/>
                <a:cs typeface="Arial"/>
              </a:defRPr>
            </a:lvl7pPr>
            <a:lvl8pPr algn="l">
              <a:buNone/>
              <a:defRPr sz="1650" b="1">
                <a:solidFill>
                  <a:srgbClr val="14263D"/>
                </a:solidFill>
                <a:latin typeface="Arial"/>
                <a:ea typeface="Arial"/>
                <a:cs typeface="Arial"/>
              </a:defRPr>
            </a:lvl8pPr>
            <a:lvl9pPr algn="l">
              <a:buNone/>
              <a:defRPr sz="1650" b="1">
                <a:solidFill>
                  <a:srgbClr val="14263D"/>
                </a:solidFill>
                <a:latin typeface="Arial"/>
                <a:ea typeface="Arial"/>
                <a:cs typeface="Arial"/>
              </a:defRPr>
            </a:lvl9pPr>
          </a:lstStyle>
          <a:p xmlns:a="http://schemas.openxmlformats.org/drawingml/2006/main">
            <a:pPr algn="l">
              <a:buNone/>
              <a:defRPr sz="1650" b="1">
                <a:solidFill>
                  <a:srgbClr val="14263D"/>
                </a:solidFill>
                <a:latin typeface="Arial"/>
                <a:ea typeface="Arial"/>
                <a:cs typeface="Arial"/>
              </a:defRPr>
            </a:pPr>
            <a:r>
              <a:rPr sz="1650" b="1">
                <a:solidFill>
                  <a:srgbClr val="14263D"/>
                </a:solidFill>
                <a:latin typeface="Arial"/>
                <a:ea typeface="Arial"/>
                <a:cs typeface="Arial"/>
              </a:rPr>
              <a:t>Retrieve permitted sources</a:t>
            </a:r>
          </a:p>
        </p:txBody>
      </p:sp>
      <p:sp>
        <p:nvSpPr>
          <p:cNvPr id="13" name="tutor-body-1">
            <a:extLst xmlns:a="http://schemas.openxmlformats.org/drawingml/2006/main">
              <a:ext uri="{FF2B5EF4-FFF2-40B4-BE49-F238E27FC236}">
                <a16:creationId xmlns:a16="http://schemas.microsoft.com/office/drawing/2014/main" id="{E9A3E0E3-DDDD-4470-8359-C5C78DEC2DB8}"/>
              </a:ext>
            </a:extLst>
          </p:cNvPr>
          <p:cNvSpPr>
            <a:spLocks xmlns:a="http://schemas.openxmlformats.org/drawingml/2006/main" noGrp="1"/>
          </p:cNvSpPr>
          <p:nvPr/>
        </p:nvSpPr>
        <p:spPr>
          <a:xfrm xmlns:a="http://schemas.openxmlformats.org/drawingml/2006/main">
            <a:off x="4762500" y="3790950"/>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B6877"/>
                </a:solidFill>
                <a:latin typeface="Arial"/>
                <a:ea typeface="Arial"/>
                <a:cs typeface="Arial"/>
              </a:defRPr>
            </a:defPPr>
            <a:lvl1pPr algn="l">
              <a:buNone/>
              <a:defRPr sz="1425" b="0">
                <a:solidFill>
                  <a:srgbClr val="5B6877"/>
                </a:solidFill>
                <a:latin typeface="Arial"/>
                <a:ea typeface="Arial"/>
                <a:cs typeface="Arial"/>
              </a:defRPr>
            </a:lvl1pPr>
            <a:lvl2pPr algn="l">
              <a:buNone/>
              <a:defRPr sz="1425" b="0">
                <a:solidFill>
                  <a:srgbClr val="5B6877"/>
                </a:solidFill>
                <a:latin typeface="Arial"/>
                <a:ea typeface="Arial"/>
                <a:cs typeface="Arial"/>
              </a:defRPr>
            </a:lvl2pPr>
            <a:lvl3pPr algn="l">
              <a:buNone/>
              <a:defRPr sz="1425" b="0">
                <a:solidFill>
                  <a:srgbClr val="5B6877"/>
                </a:solidFill>
                <a:latin typeface="Arial"/>
                <a:ea typeface="Arial"/>
                <a:cs typeface="Arial"/>
              </a:defRPr>
            </a:lvl3pPr>
            <a:lvl4pPr algn="l">
              <a:buNone/>
              <a:defRPr sz="1425" b="0">
                <a:solidFill>
                  <a:srgbClr val="5B6877"/>
                </a:solidFill>
                <a:latin typeface="Arial"/>
                <a:ea typeface="Arial"/>
                <a:cs typeface="Arial"/>
              </a:defRPr>
            </a:lvl4pPr>
            <a:lvl5pPr algn="l">
              <a:buNone/>
              <a:defRPr sz="1425" b="0">
                <a:solidFill>
                  <a:srgbClr val="5B6877"/>
                </a:solidFill>
                <a:latin typeface="Arial"/>
                <a:ea typeface="Arial"/>
                <a:cs typeface="Arial"/>
              </a:defRPr>
            </a:lvl5pPr>
            <a:lvl6pPr algn="l">
              <a:buNone/>
              <a:defRPr sz="1425" b="0">
                <a:solidFill>
                  <a:srgbClr val="5B6877"/>
                </a:solidFill>
                <a:latin typeface="Arial"/>
                <a:ea typeface="Arial"/>
                <a:cs typeface="Arial"/>
              </a:defRPr>
            </a:lvl6pPr>
            <a:lvl7pPr algn="l">
              <a:buNone/>
              <a:defRPr sz="1425" b="0">
                <a:solidFill>
                  <a:srgbClr val="5B6877"/>
                </a:solidFill>
                <a:latin typeface="Arial"/>
                <a:ea typeface="Arial"/>
                <a:cs typeface="Arial"/>
              </a:defRPr>
            </a:lvl7pPr>
            <a:lvl8pPr algn="l">
              <a:buNone/>
              <a:defRPr sz="1425" b="0">
                <a:solidFill>
                  <a:srgbClr val="5B6877"/>
                </a:solidFill>
                <a:latin typeface="Arial"/>
                <a:ea typeface="Arial"/>
                <a:cs typeface="Arial"/>
              </a:defRPr>
            </a:lvl8pPr>
            <a:lvl9pPr algn="l">
              <a:buNone/>
              <a:defRPr sz="1425" b="0">
                <a:solidFill>
                  <a:srgbClr val="5B6877"/>
                </a:solidFill>
                <a:latin typeface="Arial"/>
                <a:ea typeface="Arial"/>
                <a:cs typeface="Arial"/>
              </a:defRPr>
            </a:lvl9pPr>
          </a:lstStyle>
          <a:p xmlns:a="http://schemas.openxmlformats.org/drawingml/2006/main">
            <a:pPr algn="l">
              <a:buNone/>
              <a:defRPr sz="1425" b="0">
                <a:solidFill>
                  <a:srgbClr val="5B6877"/>
                </a:solidFill>
                <a:latin typeface="Arial"/>
                <a:ea typeface="Arial"/>
                <a:cs typeface="Arial"/>
              </a:defRPr>
            </a:pPr>
            <a:r>
              <a:rPr sz="1425" b="0">
                <a:solidFill>
                  <a:srgbClr val="5B6877"/>
                </a:solidFill>
                <a:latin typeface="Arial"/>
                <a:ea typeface="Arial"/>
                <a:cs typeface="Arial"/>
              </a:rPr>
              <a:t>Search runs with the student session; returned chunks are access-filtered.</a:t>
            </a:r>
          </a:p>
        </p:txBody>
      </p:sp>
      <p:sp>
        <p:nvSpPr>
          <p:cNvPr id="14" name="">
            <a:extLst xmlns:a="http://schemas.openxmlformats.org/drawingml/2006/main">
              <a:ext uri="{FF2B5EF4-FFF2-40B4-BE49-F238E27FC236}">
                <a16:creationId xmlns:a16="http://schemas.microsoft.com/office/drawing/2014/main" id="{3D9D90E5-43A8-4F91-90D2-DA980800DCC6}"/>
              </a:ext>
            </a:extLst>
          </p:cNvPr>
          <p:cNvSpPr>
            <a:spLocks xmlns:a="http://schemas.openxmlformats.org/drawingml/2006/main" noGrp="1"/>
          </p:cNvSpPr>
          <p:nvPr/>
        </p:nvSpPr>
        <p:spPr>
          <a:xfrm xmlns:a="http://schemas.openxmlformats.org/drawingml/2006/main">
            <a:off x="1562100" y="4552950"/>
            <a:ext cx="97155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5" name="tutor-step-2">
            <a:extLst xmlns:a="http://schemas.openxmlformats.org/drawingml/2006/main">
              <a:ext uri="{FF2B5EF4-FFF2-40B4-BE49-F238E27FC236}">
                <a16:creationId xmlns:a16="http://schemas.microsoft.com/office/drawing/2014/main" id="{DDA94856-27BD-4AC6-99AF-A3662A2BDFB8}"/>
              </a:ext>
            </a:extLst>
          </p:cNvPr>
          <p:cNvSpPr>
            <a:spLocks xmlns:a="http://schemas.openxmlformats.org/drawingml/2006/main" noGrp="1"/>
          </p:cNvSpPr>
          <p:nvPr/>
        </p:nvSpPr>
        <p:spPr>
          <a:xfrm xmlns:a="http://schemas.openxmlformats.org/drawingml/2006/main">
            <a:off x="742950" y="48577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buNone/>
              <a:defRPr sz="2025" b="1">
                <a:solidFill>
                  <a:srgbClr val="1688C9"/>
                </a:solidFill>
                <a:latin typeface="Arial"/>
                <a:ea typeface="Arial"/>
                <a:cs typeface="Arial"/>
              </a:defRPr>
            </a:lvl1pPr>
            <a:lvl2pPr algn="l">
              <a:buNone/>
              <a:defRPr sz="2025" b="1">
                <a:solidFill>
                  <a:srgbClr val="1688C9"/>
                </a:solidFill>
                <a:latin typeface="Arial"/>
                <a:ea typeface="Arial"/>
                <a:cs typeface="Arial"/>
              </a:defRPr>
            </a:lvl2pPr>
            <a:lvl3pPr algn="l">
              <a:buNone/>
              <a:defRPr sz="2025" b="1">
                <a:solidFill>
                  <a:srgbClr val="1688C9"/>
                </a:solidFill>
                <a:latin typeface="Arial"/>
                <a:ea typeface="Arial"/>
                <a:cs typeface="Arial"/>
              </a:defRPr>
            </a:lvl3pPr>
            <a:lvl4pPr algn="l">
              <a:buNone/>
              <a:defRPr sz="2025" b="1">
                <a:solidFill>
                  <a:srgbClr val="1688C9"/>
                </a:solidFill>
                <a:latin typeface="Arial"/>
                <a:ea typeface="Arial"/>
                <a:cs typeface="Arial"/>
              </a:defRPr>
            </a:lvl4pPr>
            <a:lvl5pPr algn="l">
              <a:buNone/>
              <a:defRPr sz="2025" b="1">
                <a:solidFill>
                  <a:srgbClr val="1688C9"/>
                </a:solidFill>
                <a:latin typeface="Arial"/>
                <a:ea typeface="Arial"/>
                <a:cs typeface="Arial"/>
              </a:defRPr>
            </a:lvl5pPr>
            <a:lvl6pPr algn="l">
              <a:buNone/>
              <a:defRPr sz="2025" b="1">
                <a:solidFill>
                  <a:srgbClr val="1688C9"/>
                </a:solidFill>
                <a:latin typeface="Arial"/>
                <a:ea typeface="Arial"/>
                <a:cs typeface="Arial"/>
              </a:defRPr>
            </a:lvl6pPr>
            <a:lvl7pPr algn="l">
              <a:buNone/>
              <a:defRPr sz="2025" b="1">
                <a:solidFill>
                  <a:srgbClr val="1688C9"/>
                </a:solidFill>
                <a:latin typeface="Arial"/>
                <a:ea typeface="Arial"/>
                <a:cs typeface="Arial"/>
              </a:defRPr>
            </a:lvl7pPr>
            <a:lvl8pPr algn="l">
              <a:buNone/>
              <a:defRPr sz="2025" b="1">
                <a:solidFill>
                  <a:srgbClr val="1688C9"/>
                </a:solidFill>
                <a:latin typeface="Arial"/>
                <a:ea typeface="Arial"/>
                <a:cs typeface="Arial"/>
              </a:defRPr>
            </a:lvl8pPr>
            <a:lvl9pPr algn="l">
              <a:buNone/>
              <a:defRPr sz="2025" b="1">
                <a:solidFill>
                  <a:srgbClr val="1688C9"/>
                </a:solidFill>
                <a:latin typeface="Arial"/>
                <a:ea typeface="Arial"/>
                <a:cs typeface="Arial"/>
              </a:defRPr>
            </a:lvl9pPr>
          </a:lstStyle>
          <a:p xmlns:a="http://schemas.openxmlformats.org/drawingml/2006/main">
            <a:pPr algn="l">
              <a:buNone/>
              <a:defRPr sz="2025" b="1">
                <a:solidFill>
                  <a:srgbClr val="1688C9"/>
                </a:solidFill>
                <a:latin typeface="Arial"/>
                <a:ea typeface="Arial"/>
                <a:cs typeface="Arial"/>
              </a:defRPr>
            </a:pPr>
            <a:r>
              <a:rPr sz="2025" b="1">
                <a:solidFill>
                  <a:srgbClr val="1688C9"/>
                </a:solidFill>
                <a:latin typeface="Arial"/>
                <a:ea typeface="Arial"/>
                <a:cs typeface="Arial"/>
              </a:rPr>
              <a:t>03</a:t>
            </a:r>
          </a:p>
        </p:txBody>
      </p:sp>
      <p:sp>
        <p:nvSpPr>
          <p:cNvPr id="16" name="tutor-head-2">
            <a:extLst xmlns:a="http://schemas.openxmlformats.org/drawingml/2006/main">
              <a:ext uri="{FF2B5EF4-FFF2-40B4-BE49-F238E27FC236}">
                <a16:creationId xmlns:a16="http://schemas.microsoft.com/office/drawing/2014/main" id="{9BDEEB43-3B0C-43DF-BD36-78944366572D}"/>
              </a:ext>
            </a:extLst>
          </p:cNvPr>
          <p:cNvSpPr>
            <a:spLocks xmlns:a="http://schemas.openxmlformats.org/drawingml/2006/main" noGrp="1"/>
          </p:cNvSpPr>
          <p:nvPr/>
        </p:nvSpPr>
        <p:spPr>
          <a:xfrm xmlns:a="http://schemas.openxmlformats.org/drawingml/2006/main">
            <a:off x="1562100" y="4857750"/>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63D"/>
                </a:solidFill>
                <a:latin typeface="Arial"/>
                <a:ea typeface="Arial"/>
                <a:cs typeface="Arial"/>
              </a:defRPr>
            </a:defPPr>
            <a:lvl1pPr algn="l">
              <a:buNone/>
              <a:defRPr sz="1650" b="1">
                <a:solidFill>
                  <a:srgbClr val="14263D"/>
                </a:solidFill>
                <a:latin typeface="Arial"/>
                <a:ea typeface="Arial"/>
                <a:cs typeface="Arial"/>
              </a:defRPr>
            </a:lvl1pPr>
            <a:lvl2pPr algn="l">
              <a:buNone/>
              <a:defRPr sz="1650" b="1">
                <a:solidFill>
                  <a:srgbClr val="14263D"/>
                </a:solidFill>
                <a:latin typeface="Arial"/>
                <a:ea typeface="Arial"/>
                <a:cs typeface="Arial"/>
              </a:defRPr>
            </a:lvl2pPr>
            <a:lvl3pPr algn="l">
              <a:buNone/>
              <a:defRPr sz="1650" b="1">
                <a:solidFill>
                  <a:srgbClr val="14263D"/>
                </a:solidFill>
                <a:latin typeface="Arial"/>
                <a:ea typeface="Arial"/>
                <a:cs typeface="Arial"/>
              </a:defRPr>
            </a:lvl3pPr>
            <a:lvl4pPr algn="l">
              <a:buNone/>
              <a:defRPr sz="1650" b="1">
                <a:solidFill>
                  <a:srgbClr val="14263D"/>
                </a:solidFill>
                <a:latin typeface="Arial"/>
                <a:ea typeface="Arial"/>
                <a:cs typeface="Arial"/>
              </a:defRPr>
            </a:lvl4pPr>
            <a:lvl5pPr algn="l">
              <a:buNone/>
              <a:defRPr sz="1650" b="1">
                <a:solidFill>
                  <a:srgbClr val="14263D"/>
                </a:solidFill>
                <a:latin typeface="Arial"/>
                <a:ea typeface="Arial"/>
                <a:cs typeface="Arial"/>
              </a:defRPr>
            </a:lvl5pPr>
            <a:lvl6pPr algn="l">
              <a:buNone/>
              <a:defRPr sz="1650" b="1">
                <a:solidFill>
                  <a:srgbClr val="14263D"/>
                </a:solidFill>
                <a:latin typeface="Arial"/>
                <a:ea typeface="Arial"/>
                <a:cs typeface="Arial"/>
              </a:defRPr>
            </a:lvl6pPr>
            <a:lvl7pPr algn="l">
              <a:buNone/>
              <a:defRPr sz="1650" b="1">
                <a:solidFill>
                  <a:srgbClr val="14263D"/>
                </a:solidFill>
                <a:latin typeface="Arial"/>
                <a:ea typeface="Arial"/>
                <a:cs typeface="Arial"/>
              </a:defRPr>
            </a:lvl7pPr>
            <a:lvl8pPr algn="l">
              <a:buNone/>
              <a:defRPr sz="1650" b="1">
                <a:solidFill>
                  <a:srgbClr val="14263D"/>
                </a:solidFill>
                <a:latin typeface="Arial"/>
                <a:ea typeface="Arial"/>
                <a:cs typeface="Arial"/>
              </a:defRPr>
            </a:lvl8pPr>
            <a:lvl9pPr algn="l">
              <a:buNone/>
              <a:defRPr sz="1650" b="1">
                <a:solidFill>
                  <a:srgbClr val="14263D"/>
                </a:solidFill>
                <a:latin typeface="Arial"/>
                <a:ea typeface="Arial"/>
                <a:cs typeface="Arial"/>
              </a:defRPr>
            </a:lvl9pPr>
          </a:lstStyle>
          <a:p xmlns:a="http://schemas.openxmlformats.org/drawingml/2006/main">
            <a:pPr algn="l">
              <a:buNone/>
              <a:defRPr sz="1650" b="1">
                <a:solidFill>
                  <a:srgbClr val="14263D"/>
                </a:solidFill>
                <a:latin typeface="Arial"/>
                <a:ea typeface="Arial"/>
                <a:cs typeface="Arial"/>
              </a:defRPr>
            </a:pPr>
            <a:r>
              <a:rPr sz="1650" b="1">
                <a:solidFill>
                  <a:srgbClr val="14263D"/>
                </a:solidFill>
                <a:latin typeface="Arial"/>
                <a:ea typeface="Arial"/>
                <a:cs typeface="Arial"/>
              </a:rPr>
              <a:t>Hint, verify, and recover</a:t>
            </a:r>
          </a:p>
        </p:txBody>
      </p:sp>
      <p:sp>
        <p:nvSpPr>
          <p:cNvPr id="17" name="tutor-body-2">
            <a:extLst xmlns:a="http://schemas.openxmlformats.org/drawingml/2006/main">
              <a:ext uri="{FF2B5EF4-FFF2-40B4-BE49-F238E27FC236}">
                <a16:creationId xmlns:a16="http://schemas.microsoft.com/office/drawing/2014/main" id="{BB5A494B-4F9C-4A45-88E3-8C12D560B91C}"/>
              </a:ext>
            </a:extLst>
          </p:cNvPr>
          <p:cNvSpPr>
            <a:spLocks xmlns:a="http://schemas.openxmlformats.org/drawingml/2006/main" noGrp="1"/>
          </p:cNvSpPr>
          <p:nvPr/>
        </p:nvSpPr>
        <p:spPr>
          <a:xfrm xmlns:a="http://schemas.openxmlformats.org/drawingml/2006/main">
            <a:off x="4762500" y="4857750"/>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B6877"/>
                </a:solidFill>
                <a:latin typeface="Arial"/>
                <a:ea typeface="Arial"/>
                <a:cs typeface="Arial"/>
              </a:defRPr>
            </a:defPPr>
            <a:lvl1pPr algn="l">
              <a:buNone/>
              <a:defRPr sz="1425" b="0">
                <a:solidFill>
                  <a:srgbClr val="5B6877"/>
                </a:solidFill>
                <a:latin typeface="Arial"/>
                <a:ea typeface="Arial"/>
                <a:cs typeface="Arial"/>
              </a:defRPr>
            </a:lvl1pPr>
            <a:lvl2pPr algn="l">
              <a:buNone/>
              <a:defRPr sz="1425" b="0">
                <a:solidFill>
                  <a:srgbClr val="5B6877"/>
                </a:solidFill>
                <a:latin typeface="Arial"/>
                <a:ea typeface="Arial"/>
                <a:cs typeface="Arial"/>
              </a:defRPr>
            </a:lvl2pPr>
            <a:lvl3pPr algn="l">
              <a:buNone/>
              <a:defRPr sz="1425" b="0">
                <a:solidFill>
                  <a:srgbClr val="5B6877"/>
                </a:solidFill>
                <a:latin typeface="Arial"/>
                <a:ea typeface="Arial"/>
                <a:cs typeface="Arial"/>
              </a:defRPr>
            </a:lvl3pPr>
            <a:lvl4pPr algn="l">
              <a:buNone/>
              <a:defRPr sz="1425" b="0">
                <a:solidFill>
                  <a:srgbClr val="5B6877"/>
                </a:solidFill>
                <a:latin typeface="Arial"/>
                <a:ea typeface="Arial"/>
                <a:cs typeface="Arial"/>
              </a:defRPr>
            </a:lvl4pPr>
            <a:lvl5pPr algn="l">
              <a:buNone/>
              <a:defRPr sz="1425" b="0">
                <a:solidFill>
                  <a:srgbClr val="5B6877"/>
                </a:solidFill>
                <a:latin typeface="Arial"/>
                <a:ea typeface="Arial"/>
                <a:cs typeface="Arial"/>
              </a:defRPr>
            </a:lvl5pPr>
            <a:lvl6pPr algn="l">
              <a:buNone/>
              <a:defRPr sz="1425" b="0">
                <a:solidFill>
                  <a:srgbClr val="5B6877"/>
                </a:solidFill>
                <a:latin typeface="Arial"/>
                <a:ea typeface="Arial"/>
                <a:cs typeface="Arial"/>
              </a:defRPr>
            </a:lvl6pPr>
            <a:lvl7pPr algn="l">
              <a:buNone/>
              <a:defRPr sz="1425" b="0">
                <a:solidFill>
                  <a:srgbClr val="5B6877"/>
                </a:solidFill>
                <a:latin typeface="Arial"/>
                <a:ea typeface="Arial"/>
                <a:cs typeface="Arial"/>
              </a:defRPr>
            </a:lvl7pPr>
            <a:lvl8pPr algn="l">
              <a:buNone/>
              <a:defRPr sz="1425" b="0">
                <a:solidFill>
                  <a:srgbClr val="5B6877"/>
                </a:solidFill>
                <a:latin typeface="Arial"/>
                <a:ea typeface="Arial"/>
                <a:cs typeface="Arial"/>
              </a:defRPr>
            </a:lvl8pPr>
            <a:lvl9pPr algn="l">
              <a:buNone/>
              <a:defRPr sz="1425" b="0">
                <a:solidFill>
                  <a:srgbClr val="5B6877"/>
                </a:solidFill>
                <a:latin typeface="Arial"/>
                <a:ea typeface="Arial"/>
                <a:cs typeface="Arial"/>
              </a:defRPr>
            </a:lvl9pPr>
          </a:lstStyle>
          <a:p xmlns:a="http://schemas.openxmlformats.org/drawingml/2006/main">
            <a:pPr algn="l">
              <a:buNone/>
              <a:defRPr sz="1425" b="0">
                <a:solidFill>
                  <a:srgbClr val="5B6877"/>
                </a:solidFill>
                <a:latin typeface="Arial"/>
                <a:ea typeface="Arial"/>
                <a:cs typeface="Arial"/>
              </a:defRPr>
            </a:pPr>
            <a:r>
              <a:rPr sz="1425" b="0">
                <a:solidFill>
                  <a:srgbClr val="5B6877"/>
                </a:solidFill>
                <a:latin typeface="Arial"/>
                <a:ea typeface="Arial"/>
                <a:cs typeface="Arial"/>
              </a:rPr>
              <a:t>Progressive hints, answer checks, one retry, then a safe fallback.</a:t>
            </a:r>
          </a:p>
        </p:txBody>
      </p:sp>
      <p:sp>
        <p:nvSpPr>
          <p:cNvPr id="18" name="tutor-limit">
            <a:extLst xmlns:a="http://schemas.openxmlformats.org/drawingml/2006/main">
              <a:ext uri="{FF2B5EF4-FFF2-40B4-BE49-F238E27FC236}">
                <a16:creationId xmlns:a16="http://schemas.microsoft.com/office/drawing/2014/main" id="{3A69CE21-972E-4EA0-BDF9-3F23E60EEC06}"/>
              </a:ext>
            </a:extLst>
          </p:cNvPr>
          <p:cNvSpPr>
            <a:spLocks xmlns:a="http://schemas.openxmlformats.org/drawingml/2006/main" noGrp="1"/>
          </p:cNvSpPr>
          <p:nvPr/>
        </p:nvSpPr>
        <p:spPr>
          <a:xfrm xmlns:a="http://schemas.openxmlformats.org/drawingml/2006/main">
            <a:off x="742950" y="60198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C35A61"/>
                </a:solidFill>
                <a:latin typeface="Arial"/>
                <a:ea typeface="Arial"/>
                <a:cs typeface="Arial"/>
              </a:defRPr>
            </a:defPPr>
            <a:lvl1pPr algn="l">
              <a:buNone/>
              <a:defRPr sz="1275" b="1">
                <a:solidFill>
                  <a:srgbClr val="C35A61"/>
                </a:solidFill>
                <a:latin typeface="Arial"/>
                <a:ea typeface="Arial"/>
                <a:cs typeface="Arial"/>
              </a:defRPr>
            </a:lvl1pPr>
            <a:lvl2pPr algn="l">
              <a:buNone/>
              <a:defRPr sz="1275" b="1">
                <a:solidFill>
                  <a:srgbClr val="C35A61"/>
                </a:solidFill>
                <a:latin typeface="Arial"/>
                <a:ea typeface="Arial"/>
                <a:cs typeface="Arial"/>
              </a:defRPr>
            </a:lvl2pPr>
            <a:lvl3pPr algn="l">
              <a:buNone/>
              <a:defRPr sz="1275" b="1">
                <a:solidFill>
                  <a:srgbClr val="C35A61"/>
                </a:solidFill>
                <a:latin typeface="Arial"/>
                <a:ea typeface="Arial"/>
                <a:cs typeface="Arial"/>
              </a:defRPr>
            </a:lvl3pPr>
            <a:lvl4pPr algn="l">
              <a:buNone/>
              <a:defRPr sz="1275" b="1">
                <a:solidFill>
                  <a:srgbClr val="C35A61"/>
                </a:solidFill>
                <a:latin typeface="Arial"/>
                <a:ea typeface="Arial"/>
                <a:cs typeface="Arial"/>
              </a:defRPr>
            </a:lvl4pPr>
            <a:lvl5pPr algn="l">
              <a:buNone/>
              <a:defRPr sz="1275" b="1">
                <a:solidFill>
                  <a:srgbClr val="C35A61"/>
                </a:solidFill>
                <a:latin typeface="Arial"/>
                <a:ea typeface="Arial"/>
                <a:cs typeface="Arial"/>
              </a:defRPr>
            </a:lvl5pPr>
            <a:lvl6pPr algn="l">
              <a:buNone/>
              <a:defRPr sz="1275" b="1">
                <a:solidFill>
                  <a:srgbClr val="C35A61"/>
                </a:solidFill>
                <a:latin typeface="Arial"/>
                <a:ea typeface="Arial"/>
                <a:cs typeface="Arial"/>
              </a:defRPr>
            </a:lvl6pPr>
            <a:lvl7pPr algn="l">
              <a:buNone/>
              <a:defRPr sz="1275" b="1">
                <a:solidFill>
                  <a:srgbClr val="C35A61"/>
                </a:solidFill>
                <a:latin typeface="Arial"/>
                <a:ea typeface="Arial"/>
                <a:cs typeface="Arial"/>
              </a:defRPr>
            </a:lvl7pPr>
            <a:lvl8pPr algn="l">
              <a:buNone/>
              <a:defRPr sz="1275" b="1">
                <a:solidFill>
                  <a:srgbClr val="C35A61"/>
                </a:solidFill>
                <a:latin typeface="Arial"/>
                <a:ea typeface="Arial"/>
                <a:cs typeface="Arial"/>
              </a:defRPr>
            </a:lvl8pPr>
            <a:lvl9pPr algn="l">
              <a:buNone/>
              <a:defRPr sz="1275" b="1">
                <a:solidFill>
                  <a:srgbClr val="C35A61"/>
                </a:solidFill>
                <a:latin typeface="Arial"/>
                <a:ea typeface="Arial"/>
                <a:cs typeface="Arial"/>
              </a:defRPr>
            </a:lvl9pPr>
          </a:lstStyle>
          <a:p xmlns:a="http://schemas.openxmlformats.org/drawingml/2006/main">
            <a:pPr algn="l">
              <a:buNone/>
              <a:defRPr sz="1275" b="1">
                <a:solidFill>
                  <a:srgbClr val="C35A61"/>
                </a:solidFill>
                <a:latin typeface="Arial"/>
                <a:ea typeface="Arial"/>
                <a:cs typeface="Arial"/>
              </a:defRPr>
            </a:pPr>
            <a:r>
              <a:rPr sz="1275" b="1">
                <a:solidFill>
                  <a:srgbClr val="C35A61"/>
                </a:solidFill>
                <a:latin typeface="Arial"/>
                <a:ea typeface="Arial"/>
                <a:cs typeface="Arial"/>
              </a:rPr>
              <a:t>Fake-provider tests pass; a real model session and live role acceptance have not been verified.</a:t>
            </a:r>
          </a:p>
        </p:txBody>
      </p:sp>
    </p:spTree>
    <p:extLst>
      <p:ext uri="{BB962C8B-B14F-4D97-AF65-F5344CB8AC3E}">
        <p14:creationId xmlns:p14="http://schemas.microsoft.com/office/powerpoint/2010/main" val="19076019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197B088-1161-4C77-AE14-0A7C81D702F1}"/>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buNone/>
              <a:defRPr sz="1050" b="1">
                <a:solidFill>
                  <a:srgbClr val="1688C9"/>
                </a:solidFill>
                <a:latin typeface="Arial"/>
                <a:ea typeface="Arial"/>
                <a:cs typeface="Arial"/>
              </a:defRPr>
            </a:lvl1pPr>
            <a:lvl2pPr algn="l">
              <a:buNone/>
              <a:defRPr sz="1050" b="1">
                <a:solidFill>
                  <a:srgbClr val="1688C9"/>
                </a:solidFill>
                <a:latin typeface="Arial"/>
                <a:ea typeface="Arial"/>
                <a:cs typeface="Arial"/>
              </a:defRPr>
            </a:lvl2pPr>
            <a:lvl3pPr algn="l">
              <a:buNone/>
              <a:defRPr sz="1050" b="1">
                <a:solidFill>
                  <a:srgbClr val="1688C9"/>
                </a:solidFill>
                <a:latin typeface="Arial"/>
                <a:ea typeface="Arial"/>
                <a:cs typeface="Arial"/>
              </a:defRPr>
            </a:lvl3pPr>
            <a:lvl4pPr algn="l">
              <a:buNone/>
              <a:defRPr sz="1050" b="1">
                <a:solidFill>
                  <a:srgbClr val="1688C9"/>
                </a:solidFill>
                <a:latin typeface="Arial"/>
                <a:ea typeface="Arial"/>
                <a:cs typeface="Arial"/>
              </a:defRPr>
            </a:lvl4pPr>
            <a:lvl5pPr algn="l">
              <a:buNone/>
              <a:defRPr sz="1050" b="1">
                <a:solidFill>
                  <a:srgbClr val="1688C9"/>
                </a:solidFill>
                <a:latin typeface="Arial"/>
                <a:ea typeface="Arial"/>
                <a:cs typeface="Arial"/>
              </a:defRPr>
            </a:lvl5pPr>
            <a:lvl6pPr algn="l">
              <a:buNone/>
              <a:defRPr sz="1050" b="1">
                <a:solidFill>
                  <a:srgbClr val="1688C9"/>
                </a:solidFill>
                <a:latin typeface="Arial"/>
                <a:ea typeface="Arial"/>
                <a:cs typeface="Arial"/>
              </a:defRPr>
            </a:lvl6pPr>
            <a:lvl7pPr algn="l">
              <a:buNone/>
              <a:defRPr sz="1050" b="1">
                <a:solidFill>
                  <a:srgbClr val="1688C9"/>
                </a:solidFill>
                <a:latin typeface="Arial"/>
                <a:ea typeface="Arial"/>
                <a:cs typeface="Arial"/>
              </a:defRPr>
            </a:lvl7pPr>
            <a:lvl8pPr algn="l">
              <a:buNone/>
              <a:defRPr sz="1050" b="1">
                <a:solidFill>
                  <a:srgbClr val="1688C9"/>
                </a:solidFill>
                <a:latin typeface="Arial"/>
                <a:ea typeface="Arial"/>
                <a:cs typeface="Arial"/>
              </a:defRPr>
            </a:lvl8pPr>
            <a:lvl9pPr algn="l">
              <a:buNone/>
              <a:defRPr sz="1050" b="1">
                <a:solidFill>
                  <a:srgbClr val="1688C9"/>
                </a:solidFill>
                <a:latin typeface="Arial"/>
                <a:ea typeface="Arial"/>
                <a:cs typeface="Arial"/>
              </a:defRPr>
            </a:lvl9pPr>
          </a:lstStyle>
          <a:p xmlns:a="http://schemas.openxmlformats.org/drawingml/2006/main">
            <a:pPr algn="l">
              <a:buNone/>
              <a:defRPr sz="1050" b="1">
                <a:solidFill>
                  <a:srgbClr val="1688C9"/>
                </a:solidFill>
                <a:latin typeface="Arial"/>
                <a:ea typeface="Arial"/>
                <a:cs typeface="Arial"/>
              </a:defRPr>
            </a:pPr>
            <a:r>
              <a:rPr sz="1050" b="1">
                <a:solidFill>
                  <a:srgbClr val="1688C9"/>
                </a:solidFill>
                <a:latin typeface="Arial"/>
                <a:ea typeface="Arial"/>
                <a:cs typeface="Arial"/>
              </a:rPr>
              <a:t>IMPLEMENTATION STATUS</a:t>
            </a:r>
          </a:p>
        </p:txBody>
      </p:sp>
      <p:sp>
        <p:nvSpPr>
          <p:cNvPr id="2" name="title">
            <a:extLst xmlns:a="http://schemas.openxmlformats.org/drawingml/2006/main">
              <a:ext uri="{FF2B5EF4-FFF2-40B4-BE49-F238E27FC236}">
                <a16:creationId xmlns:a16="http://schemas.microsoft.com/office/drawing/2014/main" id="{C75366A1-9444-4F18-924E-3A2CB58CD1FC}"/>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buNone/>
              <a:defRPr sz="3225" b="1">
                <a:solidFill>
                  <a:srgbClr val="14263D"/>
                </a:solidFill>
                <a:latin typeface="Arial"/>
                <a:ea typeface="Arial"/>
                <a:cs typeface="Arial"/>
              </a:defRPr>
            </a:lvl1pPr>
            <a:lvl2pPr algn="l">
              <a:buNone/>
              <a:defRPr sz="3225" b="1">
                <a:solidFill>
                  <a:srgbClr val="14263D"/>
                </a:solidFill>
                <a:latin typeface="Arial"/>
                <a:ea typeface="Arial"/>
                <a:cs typeface="Arial"/>
              </a:defRPr>
            </a:lvl2pPr>
            <a:lvl3pPr algn="l">
              <a:buNone/>
              <a:defRPr sz="3225" b="1">
                <a:solidFill>
                  <a:srgbClr val="14263D"/>
                </a:solidFill>
                <a:latin typeface="Arial"/>
                <a:ea typeface="Arial"/>
                <a:cs typeface="Arial"/>
              </a:defRPr>
            </a:lvl3pPr>
            <a:lvl4pPr algn="l">
              <a:buNone/>
              <a:defRPr sz="3225" b="1">
                <a:solidFill>
                  <a:srgbClr val="14263D"/>
                </a:solidFill>
                <a:latin typeface="Arial"/>
                <a:ea typeface="Arial"/>
                <a:cs typeface="Arial"/>
              </a:defRPr>
            </a:lvl4pPr>
            <a:lvl5pPr algn="l">
              <a:buNone/>
              <a:defRPr sz="3225" b="1">
                <a:solidFill>
                  <a:srgbClr val="14263D"/>
                </a:solidFill>
                <a:latin typeface="Arial"/>
                <a:ea typeface="Arial"/>
                <a:cs typeface="Arial"/>
              </a:defRPr>
            </a:lvl5pPr>
            <a:lvl6pPr algn="l">
              <a:buNone/>
              <a:defRPr sz="3225" b="1">
                <a:solidFill>
                  <a:srgbClr val="14263D"/>
                </a:solidFill>
                <a:latin typeface="Arial"/>
                <a:ea typeface="Arial"/>
                <a:cs typeface="Arial"/>
              </a:defRPr>
            </a:lvl6pPr>
            <a:lvl7pPr algn="l">
              <a:buNone/>
              <a:defRPr sz="3225" b="1">
                <a:solidFill>
                  <a:srgbClr val="14263D"/>
                </a:solidFill>
                <a:latin typeface="Arial"/>
                <a:ea typeface="Arial"/>
                <a:cs typeface="Arial"/>
              </a:defRPr>
            </a:lvl7pPr>
            <a:lvl8pPr algn="l">
              <a:buNone/>
              <a:defRPr sz="3225" b="1">
                <a:solidFill>
                  <a:srgbClr val="14263D"/>
                </a:solidFill>
                <a:latin typeface="Arial"/>
                <a:ea typeface="Arial"/>
                <a:cs typeface="Arial"/>
              </a:defRPr>
            </a:lvl8pPr>
            <a:lvl9pPr algn="l">
              <a:buNone/>
              <a:defRPr sz="3225" b="1">
                <a:solidFill>
                  <a:srgbClr val="14263D"/>
                </a:solidFill>
                <a:latin typeface="Arial"/>
                <a:ea typeface="Arial"/>
                <a:cs typeface="Arial"/>
              </a:defRPr>
            </a:lvl9pPr>
          </a:lstStyle>
          <a:p xmlns:a="http://schemas.openxmlformats.org/drawingml/2006/main">
            <a:pPr algn="l">
              <a:buNone/>
              <a:defRPr sz="3225" b="1">
                <a:solidFill>
                  <a:srgbClr val="14263D"/>
                </a:solidFill>
                <a:latin typeface="Arial"/>
                <a:ea typeface="Arial"/>
                <a:cs typeface="Arial"/>
              </a:defRPr>
            </a:pPr>
            <a:r>
              <a:rPr sz="3225" b="1">
                <a:solidFill>
                  <a:srgbClr val="14263D"/>
                </a:solidFill>
                <a:latin typeface="Arial"/>
                <a:ea typeface="Arial"/>
                <a:cs typeface="Arial"/>
              </a:rPr>
              <a:t>Built and tested components; clear gaps remain</a:t>
            </a:r>
          </a:p>
        </p:txBody>
      </p:sp>
      <p:sp>
        <p:nvSpPr>
          <p:cNvPr id="3" name="">
            <a:extLst xmlns:a="http://schemas.openxmlformats.org/drawingml/2006/main">
              <a:ext uri="{FF2B5EF4-FFF2-40B4-BE49-F238E27FC236}">
                <a16:creationId xmlns:a16="http://schemas.microsoft.com/office/drawing/2014/main" id="{DD1771FA-34D5-4089-ABF2-2B99BE0567F6}"/>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34BDCBFC-1775-4C0F-95D1-7A5B6B8D4A8A}"/>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buNone/>
              <a:defRPr sz="975" b="1">
                <a:solidFill>
                  <a:srgbClr val="5B6877"/>
                </a:solidFill>
                <a:latin typeface="Arial"/>
                <a:ea typeface="Arial"/>
                <a:cs typeface="Arial"/>
              </a:defRPr>
            </a:lvl1pPr>
            <a:lvl2pPr algn="l">
              <a:buNone/>
              <a:defRPr sz="975" b="1">
                <a:solidFill>
                  <a:srgbClr val="5B6877"/>
                </a:solidFill>
                <a:latin typeface="Arial"/>
                <a:ea typeface="Arial"/>
                <a:cs typeface="Arial"/>
              </a:defRPr>
            </a:lvl2pPr>
            <a:lvl3pPr algn="l">
              <a:buNone/>
              <a:defRPr sz="975" b="1">
                <a:solidFill>
                  <a:srgbClr val="5B6877"/>
                </a:solidFill>
                <a:latin typeface="Arial"/>
                <a:ea typeface="Arial"/>
                <a:cs typeface="Arial"/>
              </a:defRPr>
            </a:lvl3pPr>
            <a:lvl4pPr algn="l">
              <a:buNone/>
              <a:defRPr sz="975" b="1">
                <a:solidFill>
                  <a:srgbClr val="5B6877"/>
                </a:solidFill>
                <a:latin typeface="Arial"/>
                <a:ea typeface="Arial"/>
                <a:cs typeface="Arial"/>
              </a:defRPr>
            </a:lvl4pPr>
            <a:lvl5pPr algn="l">
              <a:buNone/>
              <a:defRPr sz="975" b="1">
                <a:solidFill>
                  <a:srgbClr val="5B6877"/>
                </a:solidFill>
                <a:latin typeface="Arial"/>
                <a:ea typeface="Arial"/>
                <a:cs typeface="Arial"/>
              </a:defRPr>
            </a:lvl5pPr>
            <a:lvl6pPr algn="l">
              <a:buNone/>
              <a:defRPr sz="975" b="1">
                <a:solidFill>
                  <a:srgbClr val="5B6877"/>
                </a:solidFill>
                <a:latin typeface="Arial"/>
                <a:ea typeface="Arial"/>
                <a:cs typeface="Arial"/>
              </a:defRPr>
            </a:lvl6pPr>
            <a:lvl7pPr algn="l">
              <a:buNone/>
              <a:defRPr sz="975" b="1">
                <a:solidFill>
                  <a:srgbClr val="5B6877"/>
                </a:solidFill>
                <a:latin typeface="Arial"/>
                <a:ea typeface="Arial"/>
                <a:cs typeface="Arial"/>
              </a:defRPr>
            </a:lvl7pPr>
            <a:lvl8pPr algn="l">
              <a:buNone/>
              <a:defRPr sz="975" b="1">
                <a:solidFill>
                  <a:srgbClr val="5B6877"/>
                </a:solidFill>
                <a:latin typeface="Arial"/>
                <a:ea typeface="Arial"/>
                <a:cs typeface="Arial"/>
              </a:defRPr>
            </a:lvl8pPr>
            <a:lvl9pPr algn="l">
              <a:buNone/>
              <a:defRPr sz="975" b="1">
                <a:solidFill>
                  <a:srgbClr val="5B6877"/>
                </a:solidFill>
                <a:latin typeface="Arial"/>
                <a:ea typeface="Arial"/>
                <a:cs typeface="Arial"/>
              </a:defRPr>
            </a:lvl9pPr>
          </a:lstStyle>
          <a:p xmlns:a="http://schemas.openxmlformats.org/drawingml/2006/main">
            <a:pPr algn="l">
              <a:buNone/>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7CE04B20-9972-44CD-8573-79625097F61F}"/>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buNone/>
              <a:defRPr sz="1050" b="1">
                <a:solidFill>
                  <a:srgbClr val="1688C9"/>
                </a:solidFill>
                <a:latin typeface="Arial"/>
                <a:ea typeface="Arial"/>
                <a:cs typeface="Arial"/>
              </a:defRPr>
            </a:lvl1pPr>
            <a:lvl2pPr algn="r">
              <a:buNone/>
              <a:defRPr sz="1050" b="1">
                <a:solidFill>
                  <a:srgbClr val="1688C9"/>
                </a:solidFill>
                <a:latin typeface="Arial"/>
                <a:ea typeface="Arial"/>
                <a:cs typeface="Arial"/>
              </a:defRPr>
            </a:lvl2pPr>
            <a:lvl3pPr algn="r">
              <a:buNone/>
              <a:defRPr sz="1050" b="1">
                <a:solidFill>
                  <a:srgbClr val="1688C9"/>
                </a:solidFill>
                <a:latin typeface="Arial"/>
                <a:ea typeface="Arial"/>
                <a:cs typeface="Arial"/>
              </a:defRPr>
            </a:lvl3pPr>
            <a:lvl4pPr algn="r">
              <a:buNone/>
              <a:defRPr sz="1050" b="1">
                <a:solidFill>
                  <a:srgbClr val="1688C9"/>
                </a:solidFill>
                <a:latin typeface="Arial"/>
                <a:ea typeface="Arial"/>
                <a:cs typeface="Arial"/>
              </a:defRPr>
            </a:lvl4pPr>
            <a:lvl5pPr algn="r">
              <a:buNone/>
              <a:defRPr sz="1050" b="1">
                <a:solidFill>
                  <a:srgbClr val="1688C9"/>
                </a:solidFill>
                <a:latin typeface="Arial"/>
                <a:ea typeface="Arial"/>
                <a:cs typeface="Arial"/>
              </a:defRPr>
            </a:lvl5pPr>
            <a:lvl6pPr algn="r">
              <a:buNone/>
              <a:defRPr sz="1050" b="1">
                <a:solidFill>
                  <a:srgbClr val="1688C9"/>
                </a:solidFill>
                <a:latin typeface="Arial"/>
                <a:ea typeface="Arial"/>
                <a:cs typeface="Arial"/>
              </a:defRPr>
            </a:lvl6pPr>
            <a:lvl7pPr algn="r">
              <a:buNone/>
              <a:defRPr sz="1050" b="1">
                <a:solidFill>
                  <a:srgbClr val="1688C9"/>
                </a:solidFill>
                <a:latin typeface="Arial"/>
                <a:ea typeface="Arial"/>
                <a:cs typeface="Arial"/>
              </a:defRPr>
            </a:lvl7pPr>
            <a:lvl8pPr algn="r">
              <a:buNone/>
              <a:defRPr sz="1050" b="1">
                <a:solidFill>
                  <a:srgbClr val="1688C9"/>
                </a:solidFill>
                <a:latin typeface="Arial"/>
                <a:ea typeface="Arial"/>
                <a:cs typeface="Arial"/>
              </a:defRPr>
            </a:lvl8pPr>
            <a:lvl9pPr algn="r">
              <a:buNone/>
              <a:defRPr sz="1050" b="1">
                <a:solidFill>
                  <a:srgbClr val="1688C9"/>
                </a:solidFill>
                <a:latin typeface="Arial"/>
                <a:ea typeface="Arial"/>
                <a:cs typeface="Arial"/>
              </a:defRPr>
            </a:lvl9pPr>
          </a:lstStyle>
          <a:p xmlns:a="http://schemas.openxmlformats.org/drawingml/2006/main">
            <a:pPr algn="r">
              <a:buNone/>
              <a:defRPr sz="1050" b="1">
                <a:solidFill>
                  <a:srgbClr val="1688C9"/>
                </a:solidFill>
                <a:latin typeface="Arial"/>
                <a:ea typeface="Arial"/>
                <a:cs typeface="Arial"/>
              </a:defRPr>
            </a:pPr>
            <a:r>
              <a:rPr sz="1050" b="1">
                <a:solidFill>
                  <a:srgbClr val="1688C9"/>
                </a:solidFill>
                <a:latin typeface="Arial"/>
                <a:ea typeface="Arial"/>
                <a:cs typeface="Arial"/>
              </a:rPr>
              <a:t>09</a:t>
            </a:r>
          </a:p>
        </p:txBody>
      </p:sp>
      <p:sp>
        <p:nvSpPr>
          <p:cNvPr id="6" name="takeaway">
            <a:extLst xmlns:a="http://schemas.openxmlformats.org/drawingml/2006/main">
              <a:ext uri="{FF2B5EF4-FFF2-40B4-BE49-F238E27FC236}">
                <a16:creationId xmlns:a16="http://schemas.microsoft.com/office/drawing/2014/main" id="{838B0EBE-01F6-4BE0-828E-117F535FC1DC}"/>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buNone/>
              <a:defRPr sz="2175" b="1">
                <a:solidFill>
                  <a:srgbClr val="1E2A37"/>
                </a:solidFill>
                <a:latin typeface="Arial"/>
                <a:ea typeface="Arial"/>
                <a:cs typeface="Arial"/>
              </a:defRPr>
            </a:lvl1pPr>
            <a:lvl2pPr algn="l">
              <a:buNone/>
              <a:defRPr sz="2175" b="1">
                <a:solidFill>
                  <a:srgbClr val="1E2A37"/>
                </a:solidFill>
                <a:latin typeface="Arial"/>
                <a:ea typeface="Arial"/>
                <a:cs typeface="Arial"/>
              </a:defRPr>
            </a:lvl2pPr>
            <a:lvl3pPr algn="l">
              <a:buNone/>
              <a:defRPr sz="2175" b="1">
                <a:solidFill>
                  <a:srgbClr val="1E2A37"/>
                </a:solidFill>
                <a:latin typeface="Arial"/>
                <a:ea typeface="Arial"/>
                <a:cs typeface="Arial"/>
              </a:defRPr>
            </a:lvl3pPr>
            <a:lvl4pPr algn="l">
              <a:buNone/>
              <a:defRPr sz="2175" b="1">
                <a:solidFill>
                  <a:srgbClr val="1E2A37"/>
                </a:solidFill>
                <a:latin typeface="Arial"/>
                <a:ea typeface="Arial"/>
                <a:cs typeface="Arial"/>
              </a:defRPr>
            </a:lvl4pPr>
            <a:lvl5pPr algn="l">
              <a:buNone/>
              <a:defRPr sz="2175" b="1">
                <a:solidFill>
                  <a:srgbClr val="1E2A37"/>
                </a:solidFill>
                <a:latin typeface="Arial"/>
                <a:ea typeface="Arial"/>
                <a:cs typeface="Arial"/>
              </a:defRPr>
            </a:lvl5pPr>
            <a:lvl6pPr algn="l">
              <a:buNone/>
              <a:defRPr sz="2175" b="1">
                <a:solidFill>
                  <a:srgbClr val="1E2A37"/>
                </a:solidFill>
                <a:latin typeface="Arial"/>
                <a:ea typeface="Arial"/>
                <a:cs typeface="Arial"/>
              </a:defRPr>
            </a:lvl6pPr>
            <a:lvl7pPr algn="l">
              <a:buNone/>
              <a:defRPr sz="2175" b="1">
                <a:solidFill>
                  <a:srgbClr val="1E2A37"/>
                </a:solidFill>
                <a:latin typeface="Arial"/>
                <a:ea typeface="Arial"/>
                <a:cs typeface="Arial"/>
              </a:defRPr>
            </a:lvl7pPr>
            <a:lvl8pPr algn="l">
              <a:buNone/>
              <a:defRPr sz="2175" b="1">
                <a:solidFill>
                  <a:srgbClr val="1E2A37"/>
                </a:solidFill>
                <a:latin typeface="Arial"/>
                <a:ea typeface="Arial"/>
                <a:cs typeface="Arial"/>
              </a:defRPr>
            </a:lvl8pPr>
            <a:lvl9pPr algn="l">
              <a:buNone/>
              <a:defRPr sz="2175" b="1">
                <a:solidFill>
                  <a:srgbClr val="1E2A37"/>
                </a:solidFill>
                <a:latin typeface="Arial"/>
                <a:ea typeface="Arial"/>
                <a:cs typeface="Arial"/>
              </a:defRPr>
            </a:lvl9pPr>
          </a:lstStyle>
          <a:p xmlns:a="http://schemas.openxmlformats.org/drawingml/2006/main">
            <a:pPr algn="l">
              <a:buNone/>
              <a:defRPr sz="2175" b="1">
                <a:solidFill>
                  <a:srgbClr val="1E2A37"/>
                </a:solidFill>
                <a:latin typeface="Arial"/>
                <a:ea typeface="Arial"/>
                <a:cs typeface="Arial"/>
              </a:defRPr>
            </a:pPr>
            <a:r>
              <a:rPr sz="2175" b="1">
                <a:solidFill>
                  <a:srgbClr val="1E2A37"/>
                </a:solidFill>
                <a:latin typeface="Arial"/>
                <a:ea typeface="Arial"/>
                <a:cs typeface="Arial"/>
              </a:rPr>
              <a:t>Local tests verify components. They do not replace live role acceptance.</a:t>
            </a:r>
          </a:p>
        </p:txBody>
      </p:sp>
      <p:sp>
        <p:nvSpPr>
          <p:cNvPr id="7" name="verified-head">
            <a:extLst xmlns:a="http://schemas.openxmlformats.org/drawingml/2006/main">
              <a:ext uri="{FF2B5EF4-FFF2-40B4-BE49-F238E27FC236}">
                <a16:creationId xmlns:a16="http://schemas.microsoft.com/office/drawing/2014/main" id="{97A994EA-8CD2-458C-9152-BB4019211065}"/>
              </a:ext>
            </a:extLst>
          </p:cNvPr>
          <p:cNvSpPr>
            <a:spLocks xmlns:a="http://schemas.openxmlformats.org/drawingml/2006/main" noGrp="1"/>
          </p:cNvSpPr>
          <p:nvPr/>
        </p:nvSpPr>
        <p:spPr>
          <a:xfrm xmlns:a="http://schemas.openxmlformats.org/drawingml/2006/main">
            <a:off x="723900" y="27051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3D9478"/>
                </a:solidFill>
                <a:latin typeface="Arial"/>
                <a:ea typeface="Arial"/>
                <a:cs typeface="Arial"/>
              </a:defRPr>
            </a:defPPr>
            <a:lvl1pPr algn="l">
              <a:buNone/>
              <a:defRPr sz="1800" b="1">
                <a:solidFill>
                  <a:srgbClr val="3D9478"/>
                </a:solidFill>
                <a:latin typeface="Arial"/>
                <a:ea typeface="Arial"/>
                <a:cs typeface="Arial"/>
              </a:defRPr>
            </a:lvl1pPr>
            <a:lvl2pPr algn="l">
              <a:buNone/>
              <a:defRPr sz="1800" b="1">
                <a:solidFill>
                  <a:srgbClr val="3D9478"/>
                </a:solidFill>
                <a:latin typeface="Arial"/>
                <a:ea typeface="Arial"/>
                <a:cs typeface="Arial"/>
              </a:defRPr>
            </a:lvl2pPr>
            <a:lvl3pPr algn="l">
              <a:buNone/>
              <a:defRPr sz="1800" b="1">
                <a:solidFill>
                  <a:srgbClr val="3D9478"/>
                </a:solidFill>
                <a:latin typeface="Arial"/>
                <a:ea typeface="Arial"/>
                <a:cs typeface="Arial"/>
              </a:defRPr>
            </a:lvl3pPr>
            <a:lvl4pPr algn="l">
              <a:buNone/>
              <a:defRPr sz="1800" b="1">
                <a:solidFill>
                  <a:srgbClr val="3D9478"/>
                </a:solidFill>
                <a:latin typeface="Arial"/>
                <a:ea typeface="Arial"/>
                <a:cs typeface="Arial"/>
              </a:defRPr>
            </a:lvl4pPr>
            <a:lvl5pPr algn="l">
              <a:buNone/>
              <a:defRPr sz="1800" b="1">
                <a:solidFill>
                  <a:srgbClr val="3D9478"/>
                </a:solidFill>
                <a:latin typeface="Arial"/>
                <a:ea typeface="Arial"/>
                <a:cs typeface="Arial"/>
              </a:defRPr>
            </a:lvl5pPr>
            <a:lvl6pPr algn="l">
              <a:buNone/>
              <a:defRPr sz="1800" b="1">
                <a:solidFill>
                  <a:srgbClr val="3D9478"/>
                </a:solidFill>
                <a:latin typeface="Arial"/>
                <a:ea typeface="Arial"/>
                <a:cs typeface="Arial"/>
              </a:defRPr>
            </a:lvl6pPr>
            <a:lvl7pPr algn="l">
              <a:buNone/>
              <a:defRPr sz="1800" b="1">
                <a:solidFill>
                  <a:srgbClr val="3D9478"/>
                </a:solidFill>
                <a:latin typeface="Arial"/>
                <a:ea typeface="Arial"/>
                <a:cs typeface="Arial"/>
              </a:defRPr>
            </a:lvl7pPr>
            <a:lvl8pPr algn="l">
              <a:buNone/>
              <a:defRPr sz="1800" b="1">
                <a:solidFill>
                  <a:srgbClr val="3D9478"/>
                </a:solidFill>
                <a:latin typeface="Arial"/>
                <a:ea typeface="Arial"/>
                <a:cs typeface="Arial"/>
              </a:defRPr>
            </a:lvl8pPr>
            <a:lvl9pPr algn="l">
              <a:buNone/>
              <a:defRPr sz="1800" b="1">
                <a:solidFill>
                  <a:srgbClr val="3D9478"/>
                </a:solidFill>
                <a:latin typeface="Arial"/>
                <a:ea typeface="Arial"/>
                <a:cs typeface="Arial"/>
              </a:defRPr>
            </a:lvl9pPr>
          </a:lstStyle>
          <a:p xmlns:a="http://schemas.openxmlformats.org/drawingml/2006/main">
            <a:pPr algn="l">
              <a:buNone/>
              <a:defRPr sz="1800" b="1">
                <a:solidFill>
                  <a:srgbClr val="3D9478"/>
                </a:solidFill>
                <a:latin typeface="Arial"/>
                <a:ea typeface="Arial"/>
                <a:cs typeface="Arial"/>
              </a:defRPr>
            </a:pPr>
            <a:r>
              <a:rPr sz="1800" b="1">
                <a:solidFill>
                  <a:srgbClr val="3D9478"/>
                </a:solidFill>
                <a:latin typeface="Arial"/>
                <a:ea typeface="Arial"/>
                <a:cs typeface="Arial"/>
              </a:rPr>
              <a:t>Verified locally</a:t>
            </a:r>
          </a:p>
        </p:txBody>
      </p:sp>
      <p:sp>
        <p:nvSpPr>
          <p:cNvPr id="8" name="verified-body">
            <a:extLst xmlns:a="http://schemas.openxmlformats.org/drawingml/2006/main">
              <a:ext uri="{FF2B5EF4-FFF2-40B4-BE49-F238E27FC236}">
                <a16:creationId xmlns:a16="http://schemas.microsoft.com/office/drawing/2014/main" id="{0E2643D2-B6C2-4E5B-9478-8FD2C1FFD11B}"/>
              </a:ext>
            </a:extLst>
          </p:cNvPr>
          <p:cNvSpPr>
            <a:spLocks xmlns:a="http://schemas.openxmlformats.org/drawingml/2006/main" noGrp="1"/>
          </p:cNvSpPr>
          <p:nvPr/>
        </p:nvSpPr>
        <p:spPr>
          <a:xfrm xmlns:a="http://schemas.openxmlformats.org/drawingml/2006/main">
            <a:off x="723900" y="3181350"/>
            <a:ext cx="4619625"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E2A37"/>
                </a:solidFill>
                <a:latin typeface="Arial"/>
                <a:ea typeface="Arial"/>
                <a:cs typeface="Arial"/>
              </a:defRPr>
            </a:defPPr>
            <a:lvl1pPr algn="l">
              <a:buNone/>
              <a:defRPr sz="1650" b="0">
                <a:solidFill>
                  <a:srgbClr val="1E2A37"/>
                </a:solidFill>
                <a:latin typeface="Arial"/>
                <a:ea typeface="Arial"/>
                <a:cs typeface="Arial"/>
              </a:defRPr>
            </a:lvl1pPr>
            <a:lvl2pPr algn="l">
              <a:buNone/>
              <a:defRPr sz="1650" b="0">
                <a:solidFill>
                  <a:srgbClr val="1E2A37"/>
                </a:solidFill>
                <a:latin typeface="Arial"/>
                <a:ea typeface="Arial"/>
                <a:cs typeface="Arial"/>
              </a:defRPr>
            </a:lvl2pPr>
            <a:lvl3pPr algn="l">
              <a:buNone/>
              <a:defRPr sz="1650" b="0">
                <a:solidFill>
                  <a:srgbClr val="1E2A37"/>
                </a:solidFill>
                <a:latin typeface="Arial"/>
                <a:ea typeface="Arial"/>
                <a:cs typeface="Arial"/>
              </a:defRPr>
            </a:lvl3pPr>
            <a:lvl4pPr algn="l">
              <a:buNone/>
              <a:defRPr sz="1650" b="0">
                <a:solidFill>
                  <a:srgbClr val="1E2A37"/>
                </a:solidFill>
                <a:latin typeface="Arial"/>
                <a:ea typeface="Arial"/>
                <a:cs typeface="Arial"/>
              </a:defRPr>
            </a:lvl4pPr>
            <a:lvl5pPr algn="l">
              <a:buNone/>
              <a:defRPr sz="1650" b="0">
                <a:solidFill>
                  <a:srgbClr val="1E2A37"/>
                </a:solidFill>
                <a:latin typeface="Arial"/>
                <a:ea typeface="Arial"/>
                <a:cs typeface="Arial"/>
              </a:defRPr>
            </a:lvl5pPr>
            <a:lvl6pPr algn="l">
              <a:buNone/>
              <a:defRPr sz="1650" b="0">
                <a:solidFill>
                  <a:srgbClr val="1E2A37"/>
                </a:solidFill>
                <a:latin typeface="Arial"/>
                <a:ea typeface="Arial"/>
                <a:cs typeface="Arial"/>
              </a:defRPr>
            </a:lvl6pPr>
            <a:lvl7pPr algn="l">
              <a:buNone/>
              <a:defRPr sz="1650" b="0">
                <a:solidFill>
                  <a:srgbClr val="1E2A37"/>
                </a:solidFill>
                <a:latin typeface="Arial"/>
                <a:ea typeface="Arial"/>
                <a:cs typeface="Arial"/>
              </a:defRPr>
            </a:lvl7pPr>
            <a:lvl8pPr algn="l">
              <a:buNone/>
              <a:defRPr sz="1650" b="0">
                <a:solidFill>
                  <a:srgbClr val="1E2A37"/>
                </a:solidFill>
                <a:latin typeface="Arial"/>
                <a:ea typeface="Arial"/>
                <a:cs typeface="Arial"/>
              </a:defRPr>
            </a:lvl8pPr>
            <a:lvl9pPr algn="l">
              <a:buNone/>
              <a:defRPr sz="1650" b="0">
                <a:solidFill>
                  <a:srgbClr val="1E2A37"/>
                </a:solidFill>
                <a:latin typeface="Arial"/>
                <a:ea typeface="Arial"/>
                <a:cs typeface="Arial"/>
              </a:defRPr>
            </a:lvl9pPr>
          </a:lstStyle>
          <a:p xmlns:a="http://schemas.openxmlformats.org/drawingml/2006/main">
            <a:pPr algn="l">
              <a:buNone/>
              <a:defRPr sz="1650" b="0">
                <a:solidFill>
                  <a:srgbClr val="1E2A37"/>
                </a:solidFill>
                <a:latin typeface="Arial"/>
                <a:ea typeface="Arial"/>
                <a:cs typeface="Arial"/>
              </a:defRPr>
            </a:pPr>
            <a:r>
              <a:rPr sz="1650" b="0">
                <a:solidFill>
                  <a:srgbClr val="1E2A37"/>
                </a:solidFill>
                <a:latin typeface="Arial"/>
                <a:ea typeface="Arial"/>
                <a:cs typeface="Arial"/>
              </a:rPr>
              <a:t>277 API tests</a:t>
            </a:r>
          </a:p>
          <a:p xmlns:a="http://schemas.openxmlformats.org/drawingml/2006/main">
            <a:pPr algn="l">
              <a:buNone/>
              <a:defRPr sz="1650" b="0">
                <a:solidFill>
                  <a:srgbClr val="1E2A37"/>
                </a:solidFill>
                <a:latin typeface="Arial"/>
                <a:ea typeface="Arial"/>
                <a:cs typeface="Arial"/>
              </a:defRPr>
            </a:pPr>
            <a:r>
              <a:rPr sz="1650" b="0">
                <a:solidFill>
                  <a:srgbClr val="1E2A37"/>
                </a:solidFill>
                <a:latin typeface="Arial"/>
                <a:ea typeface="Arial"/>
                <a:cs typeface="Arial"/>
              </a:rPr>
              <a:t>75 Carmen / tutor tests</a:t>
            </a:r>
          </a:p>
          <a:p xmlns:a="http://schemas.openxmlformats.org/drawingml/2006/main">
            <a:pPr algn="l">
              <a:buNone/>
              <a:defRPr sz="1650" b="0">
                <a:solidFill>
                  <a:srgbClr val="1E2A37"/>
                </a:solidFill>
                <a:latin typeface="Arial"/>
                <a:ea typeface="Arial"/>
                <a:cs typeface="Arial"/>
              </a:defRPr>
            </a:pPr>
            <a:r>
              <a:rPr sz="1650" b="0">
                <a:solidFill>
                  <a:srgbClr val="1E2A37"/>
                </a:solidFill>
                <a:latin typeface="Arial"/>
                <a:ea typeface="Arial"/>
                <a:cs typeface="Arial"/>
              </a:rPr>
              <a:t>24 frontend tests</a:t>
            </a:r>
          </a:p>
          <a:p xmlns:a="http://schemas.openxmlformats.org/drawingml/2006/main">
            <a:pPr algn="l">
              <a:buNone/>
              <a:defRPr sz="1650" b="0">
                <a:solidFill>
                  <a:srgbClr val="1E2A37"/>
                </a:solidFill>
                <a:latin typeface="Arial"/>
                <a:ea typeface="Arial"/>
                <a:cs typeface="Arial"/>
              </a:defRPr>
            </a:pPr>
            <a:r>
              <a:rPr sz="1650" b="0">
                <a:solidFill>
                  <a:srgbClr val="1E2A37"/>
                </a:solidFill>
                <a:latin typeface="Arial"/>
                <a:ea typeface="Arial"/>
                <a:cs typeface="Arial"/>
              </a:rPr>
              <a:t>Production build + offline clustering checks</a:t>
            </a:r>
          </a:p>
        </p:txBody>
      </p:sp>
      <p:sp>
        <p:nvSpPr>
          <p:cNvPr id="9" name="gap-head">
            <a:extLst xmlns:a="http://schemas.openxmlformats.org/drawingml/2006/main">
              <a:ext uri="{FF2B5EF4-FFF2-40B4-BE49-F238E27FC236}">
                <a16:creationId xmlns:a16="http://schemas.microsoft.com/office/drawing/2014/main" id="{798C8F38-FEF5-44FE-A0AD-FD6D1DBDCA16}"/>
              </a:ext>
            </a:extLst>
          </p:cNvPr>
          <p:cNvSpPr>
            <a:spLocks xmlns:a="http://schemas.openxmlformats.org/drawingml/2006/main" noGrp="1"/>
          </p:cNvSpPr>
          <p:nvPr/>
        </p:nvSpPr>
        <p:spPr>
          <a:xfrm xmlns:a="http://schemas.openxmlformats.org/drawingml/2006/main">
            <a:off x="6286500" y="27051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F0A548"/>
                </a:solidFill>
                <a:latin typeface="Arial"/>
                <a:ea typeface="Arial"/>
                <a:cs typeface="Arial"/>
              </a:defRPr>
            </a:defPPr>
            <a:lvl1pPr algn="l">
              <a:buNone/>
              <a:defRPr sz="1800" b="1">
                <a:solidFill>
                  <a:srgbClr val="F0A548"/>
                </a:solidFill>
                <a:latin typeface="Arial"/>
                <a:ea typeface="Arial"/>
                <a:cs typeface="Arial"/>
              </a:defRPr>
            </a:lvl1pPr>
            <a:lvl2pPr algn="l">
              <a:buNone/>
              <a:defRPr sz="1800" b="1">
                <a:solidFill>
                  <a:srgbClr val="F0A548"/>
                </a:solidFill>
                <a:latin typeface="Arial"/>
                <a:ea typeface="Arial"/>
                <a:cs typeface="Arial"/>
              </a:defRPr>
            </a:lvl2pPr>
            <a:lvl3pPr algn="l">
              <a:buNone/>
              <a:defRPr sz="1800" b="1">
                <a:solidFill>
                  <a:srgbClr val="F0A548"/>
                </a:solidFill>
                <a:latin typeface="Arial"/>
                <a:ea typeface="Arial"/>
                <a:cs typeface="Arial"/>
              </a:defRPr>
            </a:lvl3pPr>
            <a:lvl4pPr algn="l">
              <a:buNone/>
              <a:defRPr sz="1800" b="1">
                <a:solidFill>
                  <a:srgbClr val="F0A548"/>
                </a:solidFill>
                <a:latin typeface="Arial"/>
                <a:ea typeface="Arial"/>
                <a:cs typeface="Arial"/>
              </a:defRPr>
            </a:lvl4pPr>
            <a:lvl5pPr algn="l">
              <a:buNone/>
              <a:defRPr sz="1800" b="1">
                <a:solidFill>
                  <a:srgbClr val="F0A548"/>
                </a:solidFill>
                <a:latin typeface="Arial"/>
                <a:ea typeface="Arial"/>
                <a:cs typeface="Arial"/>
              </a:defRPr>
            </a:lvl5pPr>
            <a:lvl6pPr algn="l">
              <a:buNone/>
              <a:defRPr sz="1800" b="1">
                <a:solidFill>
                  <a:srgbClr val="F0A548"/>
                </a:solidFill>
                <a:latin typeface="Arial"/>
                <a:ea typeface="Arial"/>
                <a:cs typeface="Arial"/>
              </a:defRPr>
            </a:lvl6pPr>
            <a:lvl7pPr algn="l">
              <a:buNone/>
              <a:defRPr sz="1800" b="1">
                <a:solidFill>
                  <a:srgbClr val="F0A548"/>
                </a:solidFill>
                <a:latin typeface="Arial"/>
                <a:ea typeface="Arial"/>
                <a:cs typeface="Arial"/>
              </a:defRPr>
            </a:lvl7pPr>
            <a:lvl8pPr algn="l">
              <a:buNone/>
              <a:defRPr sz="1800" b="1">
                <a:solidFill>
                  <a:srgbClr val="F0A548"/>
                </a:solidFill>
                <a:latin typeface="Arial"/>
                <a:ea typeface="Arial"/>
                <a:cs typeface="Arial"/>
              </a:defRPr>
            </a:lvl8pPr>
            <a:lvl9pPr algn="l">
              <a:buNone/>
              <a:defRPr sz="1800" b="1">
                <a:solidFill>
                  <a:srgbClr val="F0A548"/>
                </a:solidFill>
                <a:latin typeface="Arial"/>
                <a:ea typeface="Arial"/>
                <a:cs typeface="Arial"/>
              </a:defRPr>
            </a:lvl9pPr>
          </a:lstStyle>
          <a:p xmlns:a="http://schemas.openxmlformats.org/drawingml/2006/main">
            <a:pPr algn="l">
              <a:buNone/>
              <a:defRPr sz="1800" b="1">
                <a:solidFill>
                  <a:srgbClr val="F0A548"/>
                </a:solidFill>
                <a:latin typeface="Arial"/>
                <a:ea typeface="Arial"/>
                <a:cs typeface="Arial"/>
              </a:defRPr>
            </a:pPr>
            <a:r>
              <a:rPr sz="1800" b="1">
                <a:solidFill>
                  <a:srgbClr val="F0A548"/>
                </a:solidFill>
                <a:latin typeface="Arial"/>
                <a:ea typeface="Arial"/>
                <a:cs typeface="Arial"/>
              </a:rPr>
              <a:t>Still to complete</a:t>
            </a:r>
          </a:p>
        </p:txBody>
      </p:sp>
      <p:sp>
        <p:nvSpPr>
          <p:cNvPr id="10" name="gap-body">
            <a:extLst xmlns:a="http://schemas.openxmlformats.org/drawingml/2006/main">
              <a:ext uri="{FF2B5EF4-FFF2-40B4-BE49-F238E27FC236}">
                <a16:creationId xmlns:a16="http://schemas.microsoft.com/office/drawing/2014/main" id="{C3A214D8-6468-47AA-92C9-AACDAC19B231}"/>
              </a:ext>
            </a:extLst>
          </p:cNvPr>
          <p:cNvSpPr>
            <a:spLocks xmlns:a="http://schemas.openxmlformats.org/drawingml/2006/main" noGrp="1"/>
          </p:cNvSpPr>
          <p:nvPr/>
        </p:nvSpPr>
        <p:spPr>
          <a:xfrm xmlns:a="http://schemas.openxmlformats.org/drawingml/2006/main">
            <a:off x="6286500" y="3181350"/>
            <a:ext cx="528637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E2A37"/>
                </a:solidFill>
                <a:latin typeface="Arial"/>
                <a:ea typeface="Arial"/>
                <a:cs typeface="Arial"/>
              </a:defRPr>
            </a:defPPr>
            <a:lvl1pPr algn="l">
              <a:buNone/>
              <a:defRPr sz="1575" b="0">
                <a:solidFill>
                  <a:srgbClr val="1E2A37"/>
                </a:solidFill>
                <a:latin typeface="Arial"/>
                <a:ea typeface="Arial"/>
                <a:cs typeface="Arial"/>
              </a:defRPr>
            </a:lvl1pPr>
            <a:lvl2pPr algn="l">
              <a:buNone/>
              <a:defRPr sz="1575" b="0">
                <a:solidFill>
                  <a:srgbClr val="1E2A37"/>
                </a:solidFill>
                <a:latin typeface="Arial"/>
                <a:ea typeface="Arial"/>
                <a:cs typeface="Arial"/>
              </a:defRPr>
            </a:lvl2pPr>
            <a:lvl3pPr algn="l">
              <a:buNone/>
              <a:defRPr sz="1575" b="0">
                <a:solidFill>
                  <a:srgbClr val="1E2A37"/>
                </a:solidFill>
                <a:latin typeface="Arial"/>
                <a:ea typeface="Arial"/>
                <a:cs typeface="Arial"/>
              </a:defRPr>
            </a:lvl3pPr>
            <a:lvl4pPr algn="l">
              <a:buNone/>
              <a:defRPr sz="1575" b="0">
                <a:solidFill>
                  <a:srgbClr val="1E2A37"/>
                </a:solidFill>
                <a:latin typeface="Arial"/>
                <a:ea typeface="Arial"/>
                <a:cs typeface="Arial"/>
              </a:defRPr>
            </a:lvl4pPr>
            <a:lvl5pPr algn="l">
              <a:buNone/>
              <a:defRPr sz="1575" b="0">
                <a:solidFill>
                  <a:srgbClr val="1E2A37"/>
                </a:solidFill>
                <a:latin typeface="Arial"/>
                <a:ea typeface="Arial"/>
                <a:cs typeface="Arial"/>
              </a:defRPr>
            </a:lvl5pPr>
            <a:lvl6pPr algn="l">
              <a:buNone/>
              <a:defRPr sz="1575" b="0">
                <a:solidFill>
                  <a:srgbClr val="1E2A37"/>
                </a:solidFill>
                <a:latin typeface="Arial"/>
                <a:ea typeface="Arial"/>
                <a:cs typeface="Arial"/>
              </a:defRPr>
            </a:lvl6pPr>
            <a:lvl7pPr algn="l">
              <a:buNone/>
              <a:defRPr sz="1575" b="0">
                <a:solidFill>
                  <a:srgbClr val="1E2A37"/>
                </a:solidFill>
                <a:latin typeface="Arial"/>
                <a:ea typeface="Arial"/>
                <a:cs typeface="Arial"/>
              </a:defRPr>
            </a:lvl7pPr>
            <a:lvl8pPr algn="l">
              <a:buNone/>
              <a:defRPr sz="1575" b="0">
                <a:solidFill>
                  <a:srgbClr val="1E2A37"/>
                </a:solidFill>
                <a:latin typeface="Arial"/>
                <a:ea typeface="Arial"/>
                <a:cs typeface="Arial"/>
              </a:defRPr>
            </a:lvl8pPr>
            <a:lvl9pPr algn="l">
              <a:buNone/>
              <a:defRPr sz="1575" b="0">
                <a:solidFill>
                  <a:srgbClr val="1E2A37"/>
                </a:solidFill>
                <a:latin typeface="Arial"/>
                <a:ea typeface="Arial"/>
                <a:cs typeface="Arial"/>
              </a:defRPr>
            </a:lvl9pPr>
          </a:lstStyle>
          <a:p xmlns:a="http://schemas.openxmlformats.org/drawingml/2006/main">
            <a:pPr algn="l">
              <a:buNone/>
              <a:defRPr sz="1575" b="0">
                <a:solidFill>
                  <a:srgbClr val="1E2A37"/>
                </a:solidFill>
                <a:latin typeface="Arial"/>
                <a:ea typeface="Arial"/>
                <a:cs typeface="Arial"/>
              </a:defRPr>
            </a:pPr>
            <a:r>
              <a:rPr sz="1575" b="0">
                <a:solidFill>
                  <a:srgbClr val="1E2A37"/>
                </a:solidFill>
                <a:latin typeface="Arial"/>
                <a:ea typeface="Arial"/>
                <a:cs typeface="Arial"/>
              </a:rPr>
              <a:t>Live course enrollments and role checks</a:t>
            </a:r>
          </a:p>
          <a:p xmlns:a="http://schemas.openxmlformats.org/drawingml/2006/main">
            <a:pPr algn="l">
              <a:buNone/>
              <a:defRPr sz="1575" b="0">
                <a:solidFill>
                  <a:srgbClr val="1E2A37"/>
                </a:solidFill>
                <a:latin typeface="Arial"/>
                <a:ea typeface="Arial"/>
                <a:cs typeface="Arial"/>
              </a:defRPr>
            </a:pPr>
            <a:r>
              <a:rPr sz="1575" b="0">
                <a:solidFill>
                  <a:srgbClr val="1E2A37"/>
                </a:solidFill>
                <a:latin typeface="Arial"/>
                <a:ea typeface="Arial"/>
                <a:cs typeface="Arial"/>
              </a:rPr>
              <a:t>Human-checked OCR / error evidence producer</a:t>
            </a:r>
          </a:p>
          <a:p xmlns:a="http://schemas.openxmlformats.org/drawingml/2006/main">
            <a:pPr algn="l">
              <a:buNone/>
              <a:defRPr sz="1575" b="0">
                <a:solidFill>
                  <a:srgbClr val="1E2A37"/>
                </a:solidFill>
                <a:latin typeface="Arial"/>
                <a:ea typeface="Arial"/>
                <a:cs typeface="Arial"/>
              </a:defRPr>
            </a:pPr>
            <a:r>
              <a:rPr sz="1575" b="0">
                <a:solidFill>
                  <a:srgbClr val="1E2A37"/>
                </a:solidFill>
                <a:latin typeface="Arial"/>
                <a:ea typeface="Arial"/>
                <a:cs typeface="Arial"/>
              </a:rPr>
              <a:t>Student insight and practice-to-LER loop</a:t>
            </a:r>
          </a:p>
          <a:p xmlns:a="http://schemas.openxmlformats.org/drawingml/2006/main">
            <a:pPr algn="l">
              <a:buNone/>
              <a:defRPr sz="1575" b="0">
                <a:solidFill>
                  <a:srgbClr val="1E2A37"/>
                </a:solidFill>
                <a:latin typeface="Arial"/>
                <a:ea typeface="Arial"/>
                <a:cs typeface="Arial"/>
              </a:defRPr>
            </a:pPr>
            <a:r>
              <a:rPr sz="1575" b="0">
                <a:solidFill>
                  <a:srgbClr val="1E2A37"/>
                </a:solidFill>
                <a:latin typeface="Arial"/>
                <a:ea typeface="Arial"/>
                <a:cs typeface="Arial"/>
              </a:rPr>
              <a:t>Outcome-tagged vector resources + refresh orchestration</a:t>
            </a:r>
          </a:p>
        </p:txBody>
      </p:sp>
      <p:sp>
        <p:nvSpPr>
          <p:cNvPr id="11" name="">
            <a:extLst xmlns:a="http://schemas.openxmlformats.org/drawingml/2006/main">
              <a:ext uri="{FF2B5EF4-FFF2-40B4-BE49-F238E27FC236}">
                <a16:creationId xmlns:a16="http://schemas.microsoft.com/office/drawing/2014/main" id="{CD3B6FDF-0B7D-4D47-93D0-440DA2DD0980}"/>
              </a:ext>
            </a:extLst>
          </p:cNvPr>
          <p:cNvSpPr>
            <a:spLocks xmlns:a="http://schemas.openxmlformats.org/drawingml/2006/main" noGrp="1"/>
          </p:cNvSpPr>
          <p:nvPr/>
        </p:nvSpPr>
        <p:spPr>
          <a:xfrm xmlns:a="http://schemas.openxmlformats.org/drawingml/2006/main">
            <a:off x="723900" y="5553075"/>
            <a:ext cx="106680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2" name="cluster-caveat">
            <a:extLst xmlns:a="http://schemas.openxmlformats.org/drawingml/2006/main">
              <a:ext uri="{FF2B5EF4-FFF2-40B4-BE49-F238E27FC236}">
                <a16:creationId xmlns:a16="http://schemas.microsoft.com/office/drawing/2014/main" id="{3DCBE12A-C621-45A6-A5C8-643894835241}"/>
              </a:ext>
            </a:extLst>
          </p:cNvPr>
          <p:cNvSpPr>
            <a:spLocks xmlns:a="http://schemas.openxmlformats.org/drawingml/2006/main" noGrp="1"/>
          </p:cNvSpPr>
          <p:nvPr/>
        </p:nvSpPr>
        <p:spPr>
          <a:xfrm xmlns:a="http://schemas.openxmlformats.org/drawingml/2006/main">
            <a:off x="723900" y="577215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C35A61"/>
                </a:solidFill>
                <a:latin typeface="Arial"/>
                <a:ea typeface="Arial"/>
                <a:cs typeface="Arial"/>
              </a:defRPr>
            </a:defPPr>
            <a:lvl1pPr algn="l">
              <a:buNone/>
              <a:defRPr sz="1275" b="1">
                <a:solidFill>
                  <a:srgbClr val="C35A61"/>
                </a:solidFill>
                <a:latin typeface="Arial"/>
                <a:ea typeface="Arial"/>
                <a:cs typeface="Arial"/>
              </a:defRPr>
            </a:lvl1pPr>
            <a:lvl2pPr algn="l">
              <a:buNone/>
              <a:defRPr sz="1275" b="1">
                <a:solidFill>
                  <a:srgbClr val="C35A61"/>
                </a:solidFill>
                <a:latin typeface="Arial"/>
                <a:ea typeface="Arial"/>
                <a:cs typeface="Arial"/>
              </a:defRPr>
            </a:lvl2pPr>
            <a:lvl3pPr algn="l">
              <a:buNone/>
              <a:defRPr sz="1275" b="1">
                <a:solidFill>
                  <a:srgbClr val="C35A61"/>
                </a:solidFill>
                <a:latin typeface="Arial"/>
                <a:ea typeface="Arial"/>
                <a:cs typeface="Arial"/>
              </a:defRPr>
            </a:lvl3pPr>
            <a:lvl4pPr algn="l">
              <a:buNone/>
              <a:defRPr sz="1275" b="1">
                <a:solidFill>
                  <a:srgbClr val="C35A61"/>
                </a:solidFill>
                <a:latin typeface="Arial"/>
                <a:ea typeface="Arial"/>
                <a:cs typeface="Arial"/>
              </a:defRPr>
            </a:lvl4pPr>
            <a:lvl5pPr algn="l">
              <a:buNone/>
              <a:defRPr sz="1275" b="1">
                <a:solidFill>
                  <a:srgbClr val="C35A61"/>
                </a:solidFill>
                <a:latin typeface="Arial"/>
                <a:ea typeface="Arial"/>
                <a:cs typeface="Arial"/>
              </a:defRPr>
            </a:lvl5pPr>
            <a:lvl6pPr algn="l">
              <a:buNone/>
              <a:defRPr sz="1275" b="1">
                <a:solidFill>
                  <a:srgbClr val="C35A61"/>
                </a:solidFill>
                <a:latin typeface="Arial"/>
                <a:ea typeface="Arial"/>
                <a:cs typeface="Arial"/>
              </a:defRPr>
            </a:lvl6pPr>
            <a:lvl7pPr algn="l">
              <a:buNone/>
              <a:defRPr sz="1275" b="1">
                <a:solidFill>
                  <a:srgbClr val="C35A61"/>
                </a:solidFill>
                <a:latin typeface="Arial"/>
                <a:ea typeface="Arial"/>
                <a:cs typeface="Arial"/>
              </a:defRPr>
            </a:lvl7pPr>
            <a:lvl8pPr algn="l">
              <a:buNone/>
              <a:defRPr sz="1275" b="1">
                <a:solidFill>
                  <a:srgbClr val="C35A61"/>
                </a:solidFill>
                <a:latin typeface="Arial"/>
                <a:ea typeface="Arial"/>
                <a:cs typeface="Arial"/>
              </a:defRPr>
            </a:lvl8pPr>
            <a:lvl9pPr algn="l">
              <a:buNone/>
              <a:defRPr sz="1275" b="1">
                <a:solidFill>
                  <a:srgbClr val="C35A61"/>
                </a:solidFill>
                <a:latin typeface="Arial"/>
                <a:ea typeface="Arial"/>
                <a:cs typeface="Arial"/>
              </a:defRPr>
            </a:lvl9pPr>
          </a:lstStyle>
          <a:p xmlns:a="http://schemas.openxmlformats.org/drawingml/2006/main">
            <a:pPr algn="l">
              <a:buNone/>
              <a:defRPr sz="1275" b="1">
                <a:solidFill>
                  <a:srgbClr val="C35A61"/>
                </a:solidFill>
                <a:latin typeface="Arial"/>
                <a:ea typeface="Arial"/>
                <a:cs typeface="Arial"/>
              </a:defRPr>
            </a:pPr>
            <a:r>
              <a:rPr sz="1275" b="1">
                <a:solidFill>
                  <a:srgbClr val="C35A61"/>
                </a:solidFill>
                <a:latin typeface="Arial"/>
                <a:ea typeface="Arial"/>
                <a:cs typeface="Arial"/>
              </a:rPr>
              <a:t>Error clustering is a candidate workflow tested on synthetic / offline inputs; no live classified error events or reviewed clusters are present.</a:t>
            </a:r>
          </a:p>
        </p:txBody>
      </p:sp>
    </p:spTree>
    <p:extLst>
      <p:ext uri="{BB962C8B-B14F-4D97-AF65-F5344CB8AC3E}">
        <p14:creationId xmlns:p14="http://schemas.microsoft.com/office/powerpoint/2010/main" val="8058805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
            <a:extLst xmlns:a="http://schemas.openxmlformats.org/drawingml/2006/main">
              <a:ext uri="{FF2B5EF4-FFF2-40B4-BE49-F238E27FC236}">
                <a16:creationId xmlns:a16="http://schemas.microsoft.com/office/drawing/2014/main" id="{B5541947-3008-4546-B639-A6925C0E8C94}"/>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RUBRIC CROSSWALK</a:t>
            </a:r>
          </a:p>
        </p:txBody>
      </p:sp>
      <p:sp>
        <p:nvSpPr>
          <p:cNvPr id="2" name="title">
            <a:extLst xmlns:a="http://schemas.openxmlformats.org/drawingml/2006/main">
              <a:ext uri="{FF2B5EF4-FFF2-40B4-BE49-F238E27FC236}">
                <a16:creationId xmlns:a16="http://schemas.microsoft.com/office/drawing/2014/main" id="{CA4267CE-B808-43EF-A6A2-91C0F4534C99}"/>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defRPr sz="3225" b="1">
                <a:solidFill>
                  <a:srgbClr val="14263D"/>
                </a:solidFill>
                <a:latin typeface="Arial"/>
                <a:ea typeface="Arial"/>
                <a:cs typeface="Arial"/>
              </a:defRPr>
            </a:lvl1pPr>
            <a:lvl2pPr algn="l">
              <a:defRPr sz="3225" b="1">
                <a:solidFill>
                  <a:srgbClr val="14263D"/>
                </a:solidFill>
                <a:latin typeface="Arial"/>
                <a:ea typeface="Arial"/>
                <a:cs typeface="Arial"/>
              </a:defRPr>
            </a:lvl2pPr>
            <a:lvl3pPr algn="l">
              <a:defRPr sz="3225" b="1">
                <a:solidFill>
                  <a:srgbClr val="14263D"/>
                </a:solidFill>
                <a:latin typeface="Arial"/>
                <a:ea typeface="Arial"/>
                <a:cs typeface="Arial"/>
              </a:defRPr>
            </a:lvl3pPr>
            <a:lvl4pPr algn="l">
              <a:defRPr sz="3225" b="1">
                <a:solidFill>
                  <a:srgbClr val="14263D"/>
                </a:solidFill>
                <a:latin typeface="Arial"/>
                <a:ea typeface="Arial"/>
                <a:cs typeface="Arial"/>
              </a:defRPr>
            </a:lvl4pPr>
            <a:lvl5pPr algn="l">
              <a:defRPr sz="3225" b="1">
                <a:solidFill>
                  <a:srgbClr val="14263D"/>
                </a:solidFill>
                <a:latin typeface="Arial"/>
                <a:ea typeface="Arial"/>
                <a:cs typeface="Arial"/>
              </a:defRPr>
            </a:lvl5pPr>
            <a:lvl6pPr algn="l">
              <a:defRPr sz="3225" b="1">
                <a:solidFill>
                  <a:srgbClr val="14263D"/>
                </a:solidFill>
                <a:latin typeface="Arial"/>
                <a:ea typeface="Arial"/>
                <a:cs typeface="Arial"/>
              </a:defRPr>
            </a:lvl6pPr>
            <a:lvl7pPr algn="l">
              <a:defRPr sz="3225" b="1">
                <a:solidFill>
                  <a:srgbClr val="14263D"/>
                </a:solidFill>
                <a:latin typeface="Arial"/>
                <a:ea typeface="Arial"/>
                <a:cs typeface="Arial"/>
              </a:defRPr>
            </a:lvl7pPr>
            <a:lvl8pPr algn="l">
              <a:defRPr sz="3225" b="1">
                <a:solidFill>
                  <a:srgbClr val="14263D"/>
                </a:solidFill>
                <a:latin typeface="Arial"/>
                <a:ea typeface="Arial"/>
                <a:cs typeface="Arial"/>
              </a:defRPr>
            </a:lvl8pPr>
            <a:lvl9pPr algn="l">
              <a:defRPr sz="3225" b="1">
                <a:solidFill>
                  <a:srgbClr val="14263D"/>
                </a:solidFill>
                <a:latin typeface="Arial"/>
                <a:ea typeface="Arial"/>
                <a:cs typeface="Arial"/>
              </a:defRPr>
            </a:lvl9pPr>
          </a:lstStyle>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Rubric evidence: innovation, creativity, and complexity</a:t>
            </a:r>
          </a:p>
        </p:txBody>
      </p:sp>
      <p:sp>
        <p:nvSpPr>
          <p:cNvPr id="3" name="">
            <a:extLst xmlns:a="http://schemas.openxmlformats.org/drawingml/2006/main">
              <a:ext uri="{FF2B5EF4-FFF2-40B4-BE49-F238E27FC236}">
                <a16:creationId xmlns:a16="http://schemas.microsoft.com/office/drawing/2014/main" id="{E7CE70E5-CA0A-4D9B-982A-B064539D866A}"/>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takeaway">
            <a:extLst xmlns:a="http://schemas.openxmlformats.org/drawingml/2006/main">
              <a:ext uri="{FF2B5EF4-FFF2-40B4-BE49-F238E27FC236}">
                <a16:creationId xmlns:a16="http://schemas.microsoft.com/office/drawing/2014/main" id="{3B70C6F3-E1B0-4C08-9F5E-544447FD670F}"/>
              </a:ext>
            </a:extLst>
          </p:cNvPr>
          <p:cNvSpPr>
            <a:spLocks xmlns:a="http://schemas.openxmlformats.org/drawingml/2006/main" noGrp="1"/>
          </p:cNvSpPr>
          <p:nvPr/>
        </p:nvSpPr>
        <p:spPr>
          <a:xfrm xmlns:a="http://schemas.openxmlformats.org/drawingml/2006/main">
            <a:off x="685800" y="16573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1E2A37"/>
                </a:solidFill>
                <a:latin typeface="Arial"/>
                <a:ea typeface="Arial"/>
                <a:cs typeface="Arial"/>
              </a:defRPr>
            </a:defPPr>
            <a:lvl1pPr algn="l">
              <a:defRPr sz="1800" b="1">
                <a:solidFill>
                  <a:srgbClr val="1E2A37"/>
                </a:solidFill>
                <a:latin typeface="Arial"/>
                <a:ea typeface="Arial"/>
                <a:cs typeface="Arial"/>
              </a:defRPr>
            </a:lvl1pPr>
            <a:lvl2pPr algn="l">
              <a:defRPr sz="1800" b="1">
                <a:solidFill>
                  <a:srgbClr val="1E2A37"/>
                </a:solidFill>
                <a:latin typeface="Arial"/>
                <a:ea typeface="Arial"/>
                <a:cs typeface="Arial"/>
              </a:defRPr>
            </a:lvl2pPr>
            <a:lvl3pPr algn="l">
              <a:defRPr sz="1800" b="1">
                <a:solidFill>
                  <a:srgbClr val="1E2A37"/>
                </a:solidFill>
                <a:latin typeface="Arial"/>
                <a:ea typeface="Arial"/>
                <a:cs typeface="Arial"/>
              </a:defRPr>
            </a:lvl3pPr>
            <a:lvl4pPr algn="l">
              <a:defRPr sz="1800" b="1">
                <a:solidFill>
                  <a:srgbClr val="1E2A37"/>
                </a:solidFill>
                <a:latin typeface="Arial"/>
                <a:ea typeface="Arial"/>
                <a:cs typeface="Arial"/>
              </a:defRPr>
            </a:lvl4pPr>
            <a:lvl5pPr algn="l">
              <a:defRPr sz="1800" b="1">
                <a:solidFill>
                  <a:srgbClr val="1E2A37"/>
                </a:solidFill>
                <a:latin typeface="Arial"/>
                <a:ea typeface="Arial"/>
                <a:cs typeface="Arial"/>
              </a:defRPr>
            </a:lvl5pPr>
            <a:lvl6pPr algn="l">
              <a:defRPr sz="1800" b="1">
                <a:solidFill>
                  <a:srgbClr val="1E2A37"/>
                </a:solidFill>
                <a:latin typeface="Arial"/>
                <a:ea typeface="Arial"/>
                <a:cs typeface="Arial"/>
              </a:defRPr>
            </a:lvl6pPr>
            <a:lvl7pPr algn="l">
              <a:defRPr sz="1800" b="1">
                <a:solidFill>
                  <a:srgbClr val="1E2A37"/>
                </a:solidFill>
                <a:latin typeface="Arial"/>
                <a:ea typeface="Arial"/>
                <a:cs typeface="Arial"/>
              </a:defRPr>
            </a:lvl7pPr>
            <a:lvl8pPr algn="l">
              <a:defRPr sz="1800" b="1">
                <a:solidFill>
                  <a:srgbClr val="1E2A37"/>
                </a:solidFill>
                <a:latin typeface="Arial"/>
                <a:ea typeface="Arial"/>
                <a:cs typeface="Arial"/>
              </a:defRPr>
            </a:lvl8pPr>
            <a:lvl9pPr algn="l">
              <a:defRPr sz="1800" b="1">
                <a:solidFill>
                  <a:srgbClr val="1E2A37"/>
                </a:solidFill>
                <a:latin typeface="Arial"/>
                <a:ea typeface="Arial"/>
                <a:cs typeface="Arial"/>
              </a:defRPr>
            </a:lvl9pPr>
          </a:lstStyle>
          <a:p xmlns:a="http://schemas.openxmlformats.org/drawingml/2006/main">
            <a:pPr algn="l">
              <a:defRPr sz="1800" b="1">
                <a:solidFill>
                  <a:srgbClr val="1E2A37"/>
                </a:solidFill>
                <a:latin typeface="Arial"/>
                <a:ea typeface="Arial"/>
                <a:cs typeface="Arial"/>
              </a:defRPr>
            </a:pPr>
            <a:r>
              <a:rPr sz="1800" b="1">
                <a:solidFill>
                  <a:srgbClr val="1E2A37"/>
                </a:solidFill>
                <a:latin typeface="Arial"/>
                <a:ea typeface="Arial"/>
                <a:cs typeface="Arial"/>
              </a:rPr>
              <a:t>The prototype answers real design questions. Research and scale evidence remain open.</a:t>
            </a:r>
          </a:p>
        </p:txBody>
      </p:sp>
      <p:sp>
        <p:nvSpPr>
          <p:cNvPr id="5" name="head-criterion">
            <a:extLst xmlns:a="http://schemas.openxmlformats.org/drawingml/2006/main">
              <a:ext uri="{FF2B5EF4-FFF2-40B4-BE49-F238E27FC236}">
                <a16:creationId xmlns:a16="http://schemas.microsoft.com/office/drawing/2014/main" id="{1F25AFBD-9C8B-401C-BD76-381D67A0991A}"/>
              </a:ext>
            </a:extLst>
          </p:cNvPr>
          <p:cNvSpPr>
            <a:spLocks xmlns:a="http://schemas.openxmlformats.org/drawingml/2006/main" noGrp="1"/>
          </p:cNvSpPr>
          <p:nvPr/>
        </p:nvSpPr>
        <p:spPr>
          <a:xfrm xmlns:a="http://schemas.openxmlformats.org/drawingml/2006/main">
            <a:off x="685800" y="225742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688C9"/>
                </a:solidFill>
                <a:latin typeface="Arial"/>
                <a:ea typeface="Arial"/>
                <a:cs typeface="Arial"/>
              </a:defRPr>
            </a:defPPr>
            <a:lvl1pPr algn="l">
              <a:defRPr sz="1200" b="1">
                <a:solidFill>
                  <a:srgbClr val="1688C9"/>
                </a:solidFill>
                <a:latin typeface="Arial"/>
                <a:ea typeface="Arial"/>
                <a:cs typeface="Arial"/>
              </a:defRPr>
            </a:lvl1pPr>
            <a:lvl2pPr algn="l">
              <a:defRPr sz="1200" b="1">
                <a:solidFill>
                  <a:srgbClr val="1688C9"/>
                </a:solidFill>
                <a:latin typeface="Arial"/>
                <a:ea typeface="Arial"/>
                <a:cs typeface="Arial"/>
              </a:defRPr>
            </a:lvl2pPr>
            <a:lvl3pPr algn="l">
              <a:defRPr sz="1200" b="1">
                <a:solidFill>
                  <a:srgbClr val="1688C9"/>
                </a:solidFill>
                <a:latin typeface="Arial"/>
                <a:ea typeface="Arial"/>
                <a:cs typeface="Arial"/>
              </a:defRPr>
            </a:lvl3pPr>
            <a:lvl4pPr algn="l">
              <a:defRPr sz="1200" b="1">
                <a:solidFill>
                  <a:srgbClr val="1688C9"/>
                </a:solidFill>
                <a:latin typeface="Arial"/>
                <a:ea typeface="Arial"/>
                <a:cs typeface="Arial"/>
              </a:defRPr>
            </a:lvl4pPr>
            <a:lvl5pPr algn="l">
              <a:defRPr sz="1200" b="1">
                <a:solidFill>
                  <a:srgbClr val="1688C9"/>
                </a:solidFill>
                <a:latin typeface="Arial"/>
                <a:ea typeface="Arial"/>
                <a:cs typeface="Arial"/>
              </a:defRPr>
            </a:lvl5pPr>
            <a:lvl6pPr algn="l">
              <a:defRPr sz="1200" b="1">
                <a:solidFill>
                  <a:srgbClr val="1688C9"/>
                </a:solidFill>
                <a:latin typeface="Arial"/>
                <a:ea typeface="Arial"/>
                <a:cs typeface="Arial"/>
              </a:defRPr>
            </a:lvl6pPr>
            <a:lvl7pPr algn="l">
              <a:defRPr sz="1200" b="1">
                <a:solidFill>
                  <a:srgbClr val="1688C9"/>
                </a:solidFill>
                <a:latin typeface="Arial"/>
                <a:ea typeface="Arial"/>
                <a:cs typeface="Arial"/>
              </a:defRPr>
            </a:lvl7pPr>
            <a:lvl8pPr algn="l">
              <a:defRPr sz="1200" b="1">
                <a:solidFill>
                  <a:srgbClr val="1688C9"/>
                </a:solidFill>
                <a:latin typeface="Arial"/>
                <a:ea typeface="Arial"/>
                <a:cs typeface="Arial"/>
              </a:defRPr>
            </a:lvl8pPr>
            <a:lvl9pPr algn="l">
              <a:defRPr sz="1200" b="1">
                <a:solidFill>
                  <a:srgbClr val="1688C9"/>
                </a:solidFill>
                <a:latin typeface="Arial"/>
                <a:ea typeface="Arial"/>
                <a:cs typeface="Arial"/>
              </a:defRPr>
            </a:lvl9pPr>
          </a:lstStyle>
          <a:p xmlns:a="http://schemas.openxmlformats.org/drawingml/2006/main">
            <a:pPr algn="l">
              <a:defRPr sz="1200" b="1">
                <a:solidFill>
                  <a:srgbClr val="1688C9"/>
                </a:solidFill>
                <a:latin typeface="Arial"/>
                <a:ea typeface="Arial"/>
                <a:cs typeface="Arial"/>
              </a:defRPr>
            </a:pPr>
            <a:r>
              <a:rPr sz="1200" b="1">
                <a:solidFill>
                  <a:srgbClr val="1688C9"/>
                </a:solidFill>
                <a:latin typeface="Arial"/>
                <a:ea typeface="Arial"/>
                <a:cs typeface="Arial"/>
              </a:rPr>
              <a:t>JUDGING CRITERION</a:t>
            </a:r>
          </a:p>
        </p:txBody>
      </p:sp>
      <p:sp>
        <p:nvSpPr>
          <p:cNvPr id="6" name="head-evidence">
            <a:extLst xmlns:a="http://schemas.openxmlformats.org/drawingml/2006/main">
              <a:ext uri="{FF2B5EF4-FFF2-40B4-BE49-F238E27FC236}">
                <a16:creationId xmlns:a16="http://schemas.microsoft.com/office/drawing/2014/main" id="{BC74D771-BB2B-4E62-90D8-E31F9A30C0F8}"/>
              </a:ext>
            </a:extLst>
          </p:cNvPr>
          <p:cNvSpPr>
            <a:spLocks xmlns:a="http://schemas.openxmlformats.org/drawingml/2006/main" noGrp="1"/>
          </p:cNvSpPr>
          <p:nvPr/>
        </p:nvSpPr>
        <p:spPr>
          <a:xfrm xmlns:a="http://schemas.openxmlformats.org/drawingml/2006/main">
            <a:off x="2819400" y="2257425"/>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688C9"/>
                </a:solidFill>
                <a:latin typeface="Arial"/>
                <a:ea typeface="Arial"/>
                <a:cs typeface="Arial"/>
              </a:defRPr>
            </a:defPPr>
            <a:lvl1pPr algn="l">
              <a:defRPr sz="1200" b="1">
                <a:solidFill>
                  <a:srgbClr val="1688C9"/>
                </a:solidFill>
                <a:latin typeface="Arial"/>
                <a:ea typeface="Arial"/>
                <a:cs typeface="Arial"/>
              </a:defRPr>
            </a:lvl1pPr>
            <a:lvl2pPr algn="l">
              <a:defRPr sz="1200" b="1">
                <a:solidFill>
                  <a:srgbClr val="1688C9"/>
                </a:solidFill>
                <a:latin typeface="Arial"/>
                <a:ea typeface="Arial"/>
                <a:cs typeface="Arial"/>
              </a:defRPr>
            </a:lvl2pPr>
            <a:lvl3pPr algn="l">
              <a:defRPr sz="1200" b="1">
                <a:solidFill>
                  <a:srgbClr val="1688C9"/>
                </a:solidFill>
                <a:latin typeface="Arial"/>
                <a:ea typeface="Arial"/>
                <a:cs typeface="Arial"/>
              </a:defRPr>
            </a:lvl3pPr>
            <a:lvl4pPr algn="l">
              <a:defRPr sz="1200" b="1">
                <a:solidFill>
                  <a:srgbClr val="1688C9"/>
                </a:solidFill>
                <a:latin typeface="Arial"/>
                <a:ea typeface="Arial"/>
                <a:cs typeface="Arial"/>
              </a:defRPr>
            </a:lvl4pPr>
            <a:lvl5pPr algn="l">
              <a:defRPr sz="1200" b="1">
                <a:solidFill>
                  <a:srgbClr val="1688C9"/>
                </a:solidFill>
                <a:latin typeface="Arial"/>
                <a:ea typeface="Arial"/>
                <a:cs typeface="Arial"/>
              </a:defRPr>
            </a:lvl5pPr>
            <a:lvl6pPr algn="l">
              <a:defRPr sz="1200" b="1">
                <a:solidFill>
                  <a:srgbClr val="1688C9"/>
                </a:solidFill>
                <a:latin typeface="Arial"/>
                <a:ea typeface="Arial"/>
                <a:cs typeface="Arial"/>
              </a:defRPr>
            </a:lvl6pPr>
            <a:lvl7pPr algn="l">
              <a:defRPr sz="1200" b="1">
                <a:solidFill>
                  <a:srgbClr val="1688C9"/>
                </a:solidFill>
                <a:latin typeface="Arial"/>
                <a:ea typeface="Arial"/>
                <a:cs typeface="Arial"/>
              </a:defRPr>
            </a:lvl7pPr>
            <a:lvl8pPr algn="l">
              <a:defRPr sz="1200" b="1">
                <a:solidFill>
                  <a:srgbClr val="1688C9"/>
                </a:solidFill>
                <a:latin typeface="Arial"/>
                <a:ea typeface="Arial"/>
                <a:cs typeface="Arial"/>
              </a:defRPr>
            </a:lvl8pPr>
            <a:lvl9pPr algn="l">
              <a:defRPr sz="1200" b="1">
                <a:solidFill>
                  <a:srgbClr val="1688C9"/>
                </a:solidFill>
                <a:latin typeface="Arial"/>
                <a:ea typeface="Arial"/>
                <a:cs typeface="Arial"/>
              </a:defRPr>
            </a:lvl9pPr>
          </a:lstStyle>
          <a:p xmlns:a="http://schemas.openxmlformats.org/drawingml/2006/main">
            <a:pPr algn="l">
              <a:defRPr sz="1200" b="1">
                <a:solidFill>
                  <a:srgbClr val="1688C9"/>
                </a:solidFill>
                <a:latin typeface="Arial"/>
                <a:ea typeface="Arial"/>
                <a:cs typeface="Arial"/>
              </a:defRPr>
            </a:pPr>
            <a:r>
              <a:rPr sz="1200" b="1">
                <a:solidFill>
                  <a:srgbClr val="1688C9"/>
                </a:solidFill>
                <a:latin typeface="Arial"/>
                <a:ea typeface="Arial"/>
                <a:cs typeface="Arial"/>
              </a:rPr>
              <a:t>CURRENT PROJECT EVIDENCE</a:t>
            </a:r>
          </a:p>
        </p:txBody>
      </p:sp>
      <p:sp>
        <p:nvSpPr>
          <p:cNvPr id="7" name="head-proof">
            <a:extLst xmlns:a="http://schemas.openxmlformats.org/drawingml/2006/main">
              <a:ext uri="{FF2B5EF4-FFF2-40B4-BE49-F238E27FC236}">
                <a16:creationId xmlns:a16="http://schemas.microsoft.com/office/drawing/2014/main" id="{2745D50B-F172-4F78-838F-AD7A8724815F}"/>
              </a:ext>
            </a:extLst>
          </p:cNvPr>
          <p:cNvSpPr>
            <a:spLocks xmlns:a="http://schemas.openxmlformats.org/drawingml/2006/main" noGrp="1"/>
          </p:cNvSpPr>
          <p:nvPr/>
        </p:nvSpPr>
        <p:spPr>
          <a:xfrm xmlns:a="http://schemas.openxmlformats.org/drawingml/2006/main">
            <a:off x="7620000" y="2257425"/>
            <a:ext cx="3733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688C9"/>
                </a:solidFill>
                <a:latin typeface="Arial"/>
                <a:ea typeface="Arial"/>
                <a:cs typeface="Arial"/>
              </a:defRPr>
            </a:defPPr>
            <a:lvl1pPr algn="l">
              <a:defRPr sz="1200" b="1">
                <a:solidFill>
                  <a:srgbClr val="1688C9"/>
                </a:solidFill>
                <a:latin typeface="Arial"/>
                <a:ea typeface="Arial"/>
                <a:cs typeface="Arial"/>
              </a:defRPr>
            </a:lvl1pPr>
            <a:lvl2pPr algn="l">
              <a:defRPr sz="1200" b="1">
                <a:solidFill>
                  <a:srgbClr val="1688C9"/>
                </a:solidFill>
                <a:latin typeface="Arial"/>
                <a:ea typeface="Arial"/>
                <a:cs typeface="Arial"/>
              </a:defRPr>
            </a:lvl2pPr>
            <a:lvl3pPr algn="l">
              <a:defRPr sz="1200" b="1">
                <a:solidFill>
                  <a:srgbClr val="1688C9"/>
                </a:solidFill>
                <a:latin typeface="Arial"/>
                <a:ea typeface="Arial"/>
                <a:cs typeface="Arial"/>
              </a:defRPr>
            </a:lvl3pPr>
            <a:lvl4pPr algn="l">
              <a:defRPr sz="1200" b="1">
                <a:solidFill>
                  <a:srgbClr val="1688C9"/>
                </a:solidFill>
                <a:latin typeface="Arial"/>
                <a:ea typeface="Arial"/>
                <a:cs typeface="Arial"/>
              </a:defRPr>
            </a:lvl4pPr>
            <a:lvl5pPr algn="l">
              <a:defRPr sz="1200" b="1">
                <a:solidFill>
                  <a:srgbClr val="1688C9"/>
                </a:solidFill>
                <a:latin typeface="Arial"/>
                <a:ea typeface="Arial"/>
                <a:cs typeface="Arial"/>
              </a:defRPr>
            </a:lvl5pPr>
            <a:lvl6pPr algn="l">
              <a:defRPr sz="1200" b="1">
                <a:solidFill>
                  <a:srgbClr val="1688C9"/>
                </a:solidFill>
                <a:latin typeface="Arial"/>
                <a:ea typeface="Arial"/>
                <a:cs typeface="Arial"/>
              </a:defRPr>
            </a:lvl6pPr>
            <a:lvl7pPr algn="l">
              <a:defRPr sz="1200" b="1">
                <a:solidFill>
                  <a:srgbClr val="1688C9"/>
                </a:solidFill>
                <a:latin typeface="Arial"/>
                <a:ea typeface="Arial"/>
                <a:cs typeface="Arial"/>
              </a:defRPr>
            </a:lvl7pPr>
            <a:lvl8pPr algn="l">
              <a:defRPr sz="1200" b="1">
                <a:solidFill>
                  <a:srgbClr val="1688C9"/>
                </a:solidFill>
                <a:latin typeface="Arial"/>
                <a:ea typeface="Arial"/>
                <a:cs typeface="Arial"/>
              </a:defRPr>
            </a:lvl8pPr>
            <a:lvl9pPr algn="l">
              <a:defRPr sz="1200" b="1">
                <a:solidFill>
                  <a:srgbClr val="1688C9"/>
                </a:solidFill>
                <a:latin typeface="Arial"/>
                <a:ea typeface="Arial"/>
                <a:cs typeface="Arial"/>
              </a:defRPr>
            </a:lvl9pPr>
          </a:lstStyle>
          <a:p xmlns:a="http://schemas.openxmlformats.org/drawingml/2006/main">
            <a:pPr algn="l">
              <a:defRPr sz="1200" b="1">
                <a:solidFill>
                  <a:srgbClr val="1688C9"/>
                </a:solidFill>
                <a:latin typeface="Arial"/>
                <a:ea typeface="Arial"/>
                <a:cs typeface="Arial"/>
              </a:defRPr>
            </a:pPr>
            <a:r>
              <a:rPr sz="1200" b="1">
                <a:solidFill>
                  <a:srgbClr val="1688C9"/>
                </a:solidFill>
                <a:latin typeface="Arial"/>
                <a:ea typeface="Arial"/>
                <a:cs typeface="Arial"/>
              </a:rPr>
              <a:t>TO STRENGTHEN THE CASE</a:t>
            </a:r>
          </a:p>
        </p:txBody>
      </p:sp>
      <p:sp>
        <p:nvSpPr>
          <p:cNvPr id="8" name="">
            <a:extLst xmlns:a="http://schemas.openxmlformats.org/drawingml/2006/main">
              <a:ext uri="{FF2B5EF4-FFF2-40B4-BE49-F238E27FC236}">
                <a16:creationId xmlns:a16="http://schemas.microsoft.com/office/drawing/2014/main" id="{44983563-894B-4DB3-BBC2-19E35A2D433C}"/>
              </a:ext>
            </a:extLst>
          </p:cNvPr>
          <p:cNvSpPr>
            <a:spLocks xmlns:a="http://schemas.openxmlformats.org/drawingml/2006/main" noGrp="1"/>
          </p:cNvSpPr>
          <p:nvPr/>
        </p:nvSpPr>
        <p:spPr>
          <a:xfrm xmlns:a="http://schemas.openxmlformats.org/drawingml/2006/main">
            <a:off x="685800" y="2600325"/>
            <a:ext cx="106680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9" name="criterion-0">
            <a:extLst xmlns:a="http://schemas.openxmlformats.org/drawingml/2006/main">
              <a:ext uri="{FF2B5EF4-FFF2-40B4-BE49-F238E27FC236}">
                <a16:creationId xmlns:a16="http://schemas.microsoft.com/office/drawing/2014/main" id="{586E278E-7974-4B4C-8D24-7A4A27056561}"/>
              </a:ext>
            </a:extLst>
          </p:cNvPr>
          <p:cNvSpPr>
            <a:spLocks xmlns:a="http://schemas.openxmlformats.org/drawingml/2006/main" noGrp="1"/>
          </p:cNvSpPr>
          <p:nvPr/>
        </p:nvSpPr>
        <p:spPr>
          <a:xfrm xmlns:a="http://schemas.openxmlformats.org/drawingml/2006/main">
            <a:off x="685800" y="2676525"/>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688C9"/>
                </a:solidFill>
                <a:latin typeface="Arial"/>
                <a:ea typeface="Arial"/>
                <a:cs typeface="Arial"/>
              </a:defRPr>
            </a:defPPr>
            <a:lvl1pPr algn="l">
              <a:defRPr sz="1650" b="1">
                <a:solidFill>
                  <a:srgbClr val="1688C9"/>
                </a:solidFill>
                <a:latin typeface="Arial"/>
                <a:ea typeface="Arial"/>
                <a:cs typeface="Arial"/>
              </a:defRPr>
            </a:lvl1pPr>
            <a:lvl2pPr algn="l">
              <a:defRPr sz="1650" b="1">
                <a:solidFill>
                  <a:srgbClr val="1688C9"/>
                </a:solidFill>
                <a:latin typeface="Arial"/>
                <a:ea typeface="Arial"/>
                <a:cs typeface="Arial"/>
              </a:defRPr>
            </a:lvl2pPr>
            <a:lvl3pPr algn="l">
              <a:defRPr sz="1650" b="1">
                <a:solidFill>
                  <a:srgbClr val="1688C9"/>
                </a:solidFill>
                <a:latin typeface="Arial"/>
                <a:ea typeface="Arial"/>
                <a:cs typeface="Arial"/>
              </a:defRPr>
            </a:lvl3pPr>
            <a:lvl4pPr algn="l">
              <a:defRPr sz="1650" b="1">
                <a:solidFill>
                  <a:srgbClr val="1688C9"/>
                </a:solidFill>
                <a:latin typeface="Arial"/>
                <a:ea typeface="Arial"/>
                <a:cs typeface="Arial"/>
              </a:defRPr>
            </a:lvl4pPr>
            <a:lvl5pPr algn="l">
              <a:defRPr sz="1650" b="1">
                <a:solidFill>
                  <a:srgbClr val="1688C9"/>
                </a:solidFill>
                <a:latin typeface="Arial"/>
                <a:ea typeface="Arial"/>
                <a:cs typeface="Arial"/>
              </a:defRPr>
            </a:lvl5pPr>
            <a:lvl6pPr algn="l">
              <a:defRPr sz="1650" b="1">
                <a:solidFill>
                  <a:srgbClr val="1688C9"/>
                </a:solidFill>
                <a:latin typeface="Arial"/>
                <a:ea typeface="Arial"/>
                <a:cs typeface="Arial"/>
              </a:defRPr>
            </a:lvl6pPr>
            <a:lvl7pPr algn="l">
              <a:defRPr sz="1650" b="1">
                <a:solidFill>
                  <a:srgbClr val="1688C9"/>
                </a:solidFill>
                <a:latin typeface="Arial"/>
                <a:ea typeface="Arial"/>
                <a:cs typeface="Arial"/>
              </a:defRPr>
            </a:lvl7pPr>
            <a:lvl8pPr algn="l">
              <a:defRPr sz="1650" b="1">
                <a:solidFill>
                  <a:srgbClr val="1688C9"/>
                </a:solidFill>
                <a:latin typeface="Arial"/>
                <a:ea typeface="Arial"/>
                <a:cs typeface="Arial"/>
              </a:defRPr>
            </a:lvl8pPr>
            <a:lvl9pPr algn="l">
              <a:defRPr sz="1650" b="1">
                <a:solidFill>
                  <a:srgbClr val="1688C9"/>
                </a:solidFill>
                <a:latin typeface="Arial"/>
                <a:ea typeface="Arial"/>
                <a:cs typeface="Arial"/>
              </a:defRPr>
            </a:lvl9pPr>
          </a:lstStyle>
          <a:p xmlns:a="http://schemas.openxmlformats.org/drawingml/2006/main">
            <a:pPr algn="l">
              <a:defRPr sz="1650" b="1">
                <a:solidFill>
                  <a:srgbClr val="1688C9"/>
                </a:solidFill>
                <a:latin typeface="Arial"/>
                <a:ea typeface="Arial"/>
                <a:cs typeface="Arial"/>
              </a:defRPr>
            </a:pPr>
            <a:r>
              <a:rPr sz="1650" b="1">
                <a:solidFill>
                  <a:srgbClr val="1688C9"/>
                </a:solidFill>
                <a:latin typeface="Arial"/>
                <a:ea typeface="Arial"/>
                <a:cs typeface="Arial"/>
              </a:rPr>
              <a:t>Innovation</a:t>
            </a:r>
          </a:p>
        </p:txBody>
      </p:sp>
      <p:sp>
        <p:nvSpPr>
          <p:cNvPr id="10" name="evidence-0">
            <a:extLst xmlns:a="http://schemas.openxmlformats.org/drawingml/2006/main">
              <a:ext uri="{FF2B5EF4-FFF2-40B4-BE49-F238E27FC236}">
                <a16:creationId xmlns:a16="http://schemas.microsoft.com/office/drawing/2014/main" id="{CE725697-8F1D-411C-AFC5-3653B7BDE5FE}"/>
              </a:ext>
            </a:extLst>
          </p:cNvPr>
          <p:cNvSpPr>
            <a:spLocks xmlns:a="http://schemas.openxmlformats.org/drawingml/2006/main" noGrp="1"/>
          </p:cNvSpPr>
          <p:nvPr/>
        </p:nvSpPr>
        <p:spPr>
          <a:xfrm xmlns:a="http://schemas.openxmlformats.org/drawingml/2006/main">
            <a:off x="2819400" y="2676525"/>
            <a:ext cx="4619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9117"/>
          </a:bodyPr>
          <a:lstStyle xmlns:a="http://schemas.openxmlformats.org/drawingml/2006/main">
            <a:defPPr algn="l">
              <a:defRPr sz="1500" b="0">
                <a:solidFill>
                  <a:srgbClr val="1E2A37"/>
                </a:solidFill>
                <a:latin typeface="Arial"/>
                <a:ea typeface="Arial"/>
                <a:cs typeface="Arial"/>
              </a:defRPr>
            </a:defPPr>
            <a:lvl1pPr algn="l">
              <a:defRPr sz="1500" b="0">
                <a:solidFill>
                  <a:srgbClr val="1E2A37"/>
                </a:solidFill>
                <a:latin typeface="Arial"/>
                <a:ea typeface="Arial"/>
                <a:cs typeface="Arial"/>
              </a:defRPr>
            </a:lvl1pPr>
            <a:lvl2pPr algn="l">
              <a:defRPr sz="1500" b="0">
                <a:solidFill>
                  <a:srgbClr val="1E2A37"/>
                </a:solidFill>
                <a:latin typeface="Arial"/>
                <a:ea typeface="Arial"/>
                <a:cs typeface="Arial"/>
              </a:defRPr>
            </a:lvl2pPr>
            <a:lvl3pPr algn="l">
              <a:defRPr sz="1500" b="0">
                <a:solidFill>
                  <a:srgbClr val="1E2A37"/>
                </a:solidFill>
                <a:latin typeface="Arial"/>
                <a:ea typeface="Arial"/>
                <a:cs typeface="Arial"/>
              </a:defRPr>
            </a:lvl3pPr>
            <a:lvl4pPr algn="l">
              <a:defRPr sz="1500" b="0">
                <a:solidFill>
                  <a:srgbClr val="1E2A37"/>
                </a:solidFill>
                <a:latin typeface="Arial"/>
                <a:ea typeface="Arial"/>
                <a:cs typeface="Arial"/>
              </a:defRPr>
            </a:lvl4pPr>
            <a:lvl5pPr algn="l">
              <a:defRPr sz="1500" b="0">
                <a:solidFill>
                  <a:srgbClr val="1E2A37"/>
                </a:solidFill>
                <a:latin typeface="Arial"/>
                <a:ea typeface="Arial"/>
                <a:cs typeface="Arial"/>
              </a:defRPr>
            </a:lvl5pPr>
            <a:lvl6pPr algn="l">
              <a:defRPr sz="1500" b="0">
                <a:solidFill>
                  <a:srgbClr val="1E2A37"/>
                </a:solidFill>
                <a:latin typeface="Arial"/>
                <a:ea typeface="Arial"/>
                <a:cs typeface="Arial"/>
              </a:defRPr>
            </a:lvl6pPr>
            <a:lvl7pPr algn="l">
              <a:defRPr sz="1500" b="0">
                <a:solidFill>
                  <a:srgbClr val="1E2A37"/>
                </a:solidFill>
                <a:latin typeface="Arial"/>
                <a:ea typeface="Arial"/>
                <a:cs typeface="Arial"/>
              </a:defRPr>
            </a:lvl7pPr>
            <a:lvl8pPr algn="l">
              <a:defRPr sz="1500" b="0">
                <a:solidFill>
                  <a:srgbClr val="1E2A37"/>
                </a:solidFill>
                <a:latin typeface="Arial"/>
                <a:ea typeface="Arial"/>
                <a:cs typeface="Arial"/>
              </a:defRPr>
            </a:lvl8pPr>
            <a:lvl9pPr algn="l">
              <a:defRPr sz="1500" b="0">
                <a:solidFill>
                  <a:srgbClr val="1E2A37"/>
                </a:solidFill>
                <a:latin typeface="Arial"/>
                <a:ea typeface="Arial"/>
                <a:cs typeface="Arial"/>
              </a:defRPr>
            </a:lvl9pPr>
          </a:lstStyle>
          <a:p xmlns:a="http://schemas.openxmlformats.org/drawingml/2006/main">
            <a:pPr algn="l">
              <a:defRPr sz="1500" b="0">
                <a:solidFill>
                  <a:srgbClr val="1E2A37"/>
                </a:solidFill>
                <a:latin typeface="Arial"/>
                <a:ea typeface="Arial"/>
                <a:cs typeface="Arial"/>
              </a:defRPr>
            </a:pPr>
            <a:r>
              <a:rPr sz="1500" b="0">
                <a:solidFill>
                  <a:srgbClr val="1E2A37"/>
                </a:solidFill>
                <a:latin typeface="Arial"/>
                <a:ea typeface="Arial"/>
                <a:cs typeface="Arial"/>
              </a:rPr>
              <a:t>We designed around three questions: how can a score guide practice, how can students review completed quizzes, and how can tutoring respect assessment rules? The demo includes question results, quiz review, and policy-aware hints.</a:t>
            </a:r>
          </a:p>
        </p:txBody>
      </p:sp>
      <p:sp>
        <p:nvSpPr>
          <p:cNvPr id="11" name="proof-0">
            <a:extLst xmlns:a="http://schemas.openxmlformats.org/drawingml/2006/main">
              <a:ext uri="{FF2B5EF4-FFF2-40B4-BE49-F238E27FC236}">
                <a16:creationId xmlns:a16="http://schemas.microsoft.com/office/drawing/2014/main" id="{50067D2E-2299-4797-BBFD-122664EC2D6D}"/>
              </a:ext>
            </a:extLst>
          </p:cNvPr>
          <p:cNvSpPr>
            <a:spLocks xmlns:a="http://schemas.openxmlformats.org/drawingml/2006/main" noGrp="1"/>
          </p:cNvSpPr>
          <p:nvPr/>
        </p:nvSpPr>
        <p:spPr>
          <a:xfrm xmlns:a="http://schemas.openxmlformats.org/drawingml/2006/main">
            <a:off x="7620000" y="2676525"/>
            <a:ext cx="3733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B6877"/>
                </a:solidFill>
                <a:latin typeface="Arial"/>
                <a:ea typeface="Arial"/>
                <a:cs typeface="Arial"/>
              </a:defRPr>
            </a:defPPr>
            <a:lvl1pPr algn="l">
              <a:defRPr sz="1500" b="0">
                <a:solidFill>
                  <a:srgbClr val="5B6877"/>
                </a:solidFill>
                <a:latin typeface="Arial"/>
                <a:ea typeface="Arial"/>
                <a:cs typeface="Arial"/>
              </a:defRPr>
            </a:lvl1pPr>
            <a:lvl2pPr algn="l">
              <a:defRPr sz="1500" b="0">
                <a:solidFill>
                  <a:srgbClr val="5B6877"/>
                </a:solidFill>
                <a:latin typeface="Arial"/>
                <a:ea typeface="Arial"/>
                <a:cs typeface="Arial"/>
              </a:defRPr>
            </a:lvl2pPr>
            <a:lvl3pPr algn="l">
              <a:defRPr sz="1500" b="0">
                <a:solidFill>
                  <a:srgbClr val="5B6877"/>
                </a:solidFill>
                <a:latin typeface="Arial"/>
                <a:ea typeface="Arial"/>
                <a:cs typeface="Arial"/>
              </a:defRPr>
            </a:lvl3pPr>
            <a:lvl4pPr algn="l">
              <a:defRPr sz="1500" b="0">
                <a:solidFill>
                  <a:srgbClr val="5B6877"/>
                </a:solidFill>
                <a:latin typeface="Arial"/>
                <a:ea typeface="Arial"/>
                <a:cs typeface="Arial"/>
              </a:defRPr>
            </a:lvl4pPr>
            <a:lvl5pPr algn="l">
              <a:defRPr sz="1500" b="0">
                <a:solidFill>
                  <a:srgbClr val="5B6877"/>
                </a:solidFill>
                <a:latin typeface="Arial"/>
                <a:ea typeface="Arial"/>
                <a:cs typeface="Arial"/>
              </a:defRPr>
            </a:lvl5pPr>
            <a:lvl6pPr algn="l">
              <a:defRPr sz="1500" b="0">
                <a:solidFill>
                  <a:srgbClr val="5B6877"/>
                </a:solidFill>
                <a:latin typeface="Arial"/>
                <a:ea typeface="Arial"/>
                <a:cs typeface="Arial"/>
              </a:defRPr>
            </a:lvl6pPr>
            <a:lvl7pPr algn="l">
              <a:defRPr sz="1500" b="0">
                <a:solidFill>
                  <a:srgbClr val="5B6877"/>
                </a:solidFill>
                <a:latin typeface="Arial"/>
                <a:ea typeface="Arial"/>
                <a:cs typeface="Arial"/>
              </a:defRPr>
            </a:lvl7pPr>
            <a:lvl8pPr algn="l">
              <a:defRPr sz="1500" b="0">
                <a:solidFill>
                  <a:srgbClr val="5B6877"/>
                </a:solidFill>
                <a:latin typeface="Arial"/>
                <a:ea typeface="Arial"/>
                <a:cs typeface="Arial"/>
              </a:defRPr>
            </a:lvl8pPr>
            <a:lvl9pPr algn="l">
              <a:defRPr sz="1500" b="0">
                <a:solidFill>
                  <a:srgbClr val="5B6877"/>
                </a:solidFill>
                <a:latin typeface="Arial"/>
                <a:ea typeface="Arial"/>
                <a:cs typeface="Arial"/>
              </a:defRPr>
            </a:lvl9pPr>
          </a:lstStyle>
          <a:p xmlns:a="http://schemas.openxmlformats.org/drawingml/2006/main">
            <a:pPr algn="l">
              <a:defRPr sz="1500" b="0">
                <a:solidFill>
                  <a:srgbClr val="5B6877"/>
                </a:solidFill>
                <a:latin typeface="Arial"/>
                <a:ea typeface="Arial"/>
                <a:cs typeface="Arial"/>
              </a:defRPr>
            </a:pPr>
            <a:r>
              <a:rPr sz="1500" b="0">
                <a:solidFill>
                  <a:srgbClr val="5B6877"/>
                </a:solidFill>
                <a:latin typeface="Arial"/>
                <a:ea typeface="Arial"/>
                <a:cs typeface="Arial"/>
              </a:rPr>
              <a:t>No documented comparison or primary research on existing learning platforms yet.</a:t>
            </a:r>
          </a:p>
        </p:txBody>
      </p:sp>
      <p:sp>
        <p:nvSpPr>
          <p:cNvPr id="12" name="">
            <a:extLst xmlns:a="http://schemas.openxmlformats.org/drawingml/2006/main">
              <a:ext uri="{FF2B5EF4-FFF2-40B4-BE49-F238E27FC236}">
                <a16:creationId xmlns:a16="http://schemas.microsoft.com/office/drawing/2014/main" id="{37F76FA1-3812-4372-9C91-ED9D495B6E1D}"/>
              </a:ext>
            </a:extLst>
          </p:cNvPr>
          <p:cNvSpPr>
            <a:spLocks xmlns:a="http://schemas.openxmlformats.org/drawingml/2006/main" noGrp="1"/>
          </p:cNvSpPr>
          <p:nvPr/>
        </p:nvSpPr>
        <p:spPr>
          <a:xfrm xmlns:a="http://schemas.openxmlformats.org/drawingml/2006/main">
            <a:off x="685800" y="3752850"/>
            <a:ext cx="106680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3" name="criterion-1">
            <a:extLst xmlns:a="http://schemas.openxmlformats.org/drawingml/2006/main">
              <a:ext uri="{FF2B5EF4-FFF2-40B4-BE49-F238E27FC236}">
                <a16:creationId xmlns:a16="http://schemas.microsoft.com/office/drawing/2014/main" id="{466E8505-3D1B-4F22-A1B4-E5023103CF7B}"/>
              </a:ext>
            </a:extLst>
          </p:cNvPr>
          <p:cNvSpPr>
            <a:spLocks xmlns:a="http://schemas.openxmlformats.org/drawingml/2006/main" noGrp="1"/>
          </p:cNvSpPr>
          <p:nvPr/>
        </p:nvSpPr>
        <p:spPr>
          <a:xfrm xmlns:a="http://schemas.openxmlformats.org/drawingml/2006/main">
            <a:off x="685800" y="3829050"/>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3D9478"/>
                </a:solidFill>
                <a:latin typeface="Arial"/>
                <a:ea typeface="Arial"/>
                <a:cs typeface="Arial"/>
              </a:defRPr>
            </a:defPPr>
            <a:lvl1pPr algn="l">
              <a:defRPr sz="1650" b="1">
                <a:solidFill>
                  <a:srgbClr val="3D9478"/>
                </a:solidFill>
                <a:latin typeface="Arial"/>
                <a:ea typeface="Arial"/>
                <a:cs typeface="Arial"/>
              </a:defRPr>
            </a:lvl1pPr>
            <a:lvl2pPr algn="l">
              <a:defRPr sz="1650" b="1">
                <a:solidFill>
                  <a:srgbClr val="3D9478"/>
                </a:solidFill>
                <a:latin typeface="Arial"/>
                <a:ea typeface="Arial"/>
                <a:cs typeface="Arial"/>
              </a:defRPr>
            </a:lvl2pPr>
            <a:lvl3pPr algn="l">
              <a:defRPr sz="1650" b="1">
                <a:solidFill>
                  <a:srgbClr val="3D9478"/>
                </a:solidFill>
                <a:latin typeface="Arial"/>
                <a:ea typeface="Arial"/>
                <a:cs typeface="Arial"/>
              </a:defRPr>
            </a:lvl3pPr>
            <a:lvl4pPr algn="l">
              <a:defRPr sz="1650" b="1">
                <a:solidFill>
                  <a:srgbClr val="3D9478"/>
                </a:solidFill>
                <a:latin typeface="Arial"/>
                <a:ea typeface="Arial"/>
                <a:cs typeface="Arial"/>
              </a:defRPr>
            </a:lvl4pPr>
            <a:lvl5pPr algn="l">
              <a:defRPr sz="1650" b="1">
                <a:solidFill>
                  <a:srgbClr val="3D9478"/>
                </a:solidFill>
                <a:latin typeface="Arial"/>
                <a:ea typeface="Arial"/>
                <a:cs typeface="Arial"/>
              </a:defRPr>
            </a:lvl5pPr>
            <a:lvl6pPr algn="l">
              <a:defRPr sz="1650" b="1">
                <a:solidFill>
                  <a:srgbClr val="3D9478"/>
                </a:solidFill>
                <a:latin typeface="Arial"/>
                <a:ea typeface="Arial"/>
                <a:cs typeface="Arial"/>
              </a:defRPr>
            </a:lvl6pPr>
            <a:lvl7pPr algn="l">
              <a:defRPr sz="1650" b="1">
                <a:solidFill>
                  <a:srgbClr val="3D9478"/>
                </a:solidFill>
                <a:latin typeface="Arial"/>
                <a:ea typeface="Arial"/>
                <a:cs typeface="Arial"/>
              </a:defRPr>
            </a:lvl7pPr>
            <a:lvl8pPr algn="l">
              <a:defRPr sz="1650" b="1">
                <a:solidFill>
                  <a:srgbClr val="3D9478"/>
                </a:solidFill>
                <a:latin typeface="Arial"/>
                <a:ea typeface="Arial"/>
                <a:cs typeface="Arial"/>
              </a:defRPr>
            </a:lvl8pPr>
            <a:lvl9pPr algn="l">
              <a:defRPr sz="1650" b="1">
                <a:solidFill>
                  <a:srgbClr val="3D9478"/>
                </a:solidFill>
                <a:latin typeface="Arial"/>
                <a:ea typeface="Arial"/>
                <a:cs typeface="Arial"/>
              </a:defRPr>
            </a:lvl9pPr>
          </a:lstStyle>
          <a:p xmlns:a="http://schemas.openxmlformats.org/drawingml/2006/main">
            <a:pPr algn="l">
              <a:defRPr sz="1650" b="1">
                <a:solidFill>
                  <a:srgbClr val="3D9478"/>
                </a:solidFill>
                <a:latin typeface="Arial"/>
                <a:ea typeface="Arial"/>
                <a:cs typeface="Arial"/>
              </a:defRPr>
            </a:pPr>
            <a:r>
              <a:rPr sz="1650" b="1">
                <a:solidFill>
                  <a:srgbClr val="3D9478"/>
                </a:solidFill>
                <a:latin typeface="Arial"/>
                <a:ea typeface="Arial"/>
                <a:cs typeface="Arial"/>
              </a:rPr>
              <a:t>Creativity</a:t>
            </a:r>
          </a:p>
        </p:txBody>
      </p:sp>
      <p:sp>
        <p:nvSpPr>
          <p:cNvPr id="14" name="evidence-1">
            <a:extLst xmlns:a="http://schemas.openxmlformats.org/drawingml/2006/main">
              <a:ext uri="{FF2B5EF4-FFF2-40B4-BE49-F238E27FC236}">
                <a16:creationId xmlns:a16="http://schemas.microsoft.com/office/drawing/2014/main" id="{3A4A4AFE-0F46-45C4-B357-D0C18A4F6783}"/>
              </a:ext>
            </a:extLst>
          </p:cNvPr>
          <p:cNvSpPr>
            <a:spLocks xmlns:a="http://schemas.openxmlformats.org/drawingml/2006/main" noGrp="1"/>
          </p:cNvSpPr>
          <p:nvPr/>
        </p:nvSpPr>
        <p:spPr>
          <a:xfrm xmlns:a="http://schemas.openxmlformats.org/drawingml/2006/main">
            <a:off x="2819400" y="3829050"/>
            <a:ext cx="4619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1E2A37"/>
                </a:solidFill>
                <a:latin typeface="Arial"/>
                <a:ea typeface="Arial"/>
                <a:cs typeface="Arial"/>
              </a:defRPr>
            </a:defPPr>
            <a:lvl1pPr algn="l">
              <a:defRPr sz="1500" b="0">
                <a:solidFill>
                  <a:srgbClr val="1E2A37"/>
                </a:solidFill>
                <a:latin typeface="Arial"/>
                <a:ea typeface="Arial"/>
                <a:cs typeface="Arial"/>
              </a:defRPr>
            </a:lvl1pPr>
            <a:lvl2pPr algn="l">
              <a:defRPr sz="1500" b="0">
                <a:solidFill>
                  <a:srgbClr val="1E2A37"/>
                </a:solidFill>
                <a:latin typeface="Arial"/>
                <a:ea typeface="Arial"/>
                <a:cs typeface="Arial"/>
              </a:defRPr>
            </a:lvl2pPr>
            <a:lvl3pPr algn="l">
              <a:defRPr sz="1500" b="0">
                <a:solidFill>
                  <a:srgbClr val="1E2A37"/>
                </a:solidFill>
                <a:latin typeface="Arial"/>
                <a:ea typeface="Arial"/>
                <a:cs typeface="Arial"/>
              </a:defRPr>
            </a:lvl3pPr>
            <a:lvl4pPr algn="l">
              <a:defRPr sz="1500" b="0">
                <a:solidFill>
                  <a:srgbClr val="1E2A37"/>
                </a:solidFill>
                <a:latin typeface="Arial"/>
                <a:ea typeface="Arial"/>
                <a:cs typeface="Arial"/>
              </a:defRPr>
            </a:lvl4pPr>
            <a:lvl5pPr algn="l">
              <a:defRPr sz="1500" b="0">
                <a:solidFill>
                  <a:srgbClr val="1E2A37"/>
                </a:solidFill>
                <a:latin typeface="Arial"/>
                <a:ea typeface="Arial"/>
                <a:cs typeface="Arial"/>
              </a:defRPr>
            </a:lvl5pPr>
            <a:lvl6pPr algn="l">
              <a:defRPr sz="1500" b="0">
                <a:solidFill>
                  <a:srgbClr val="1E2A37"/>
                </a:solidFill>
                <a:latin typeface="Arial"/>
                <a:ea typeface="Arial"/>
                <a:cs typeface="Arial"/>
              </a:defRPr>
            </a:lvl6pPr>
            <a:lvl7pPr algn="l">
              <a:defRPr sz="1500" b="0">
                <a:solidFill>
                  <a:srgbClr val="1E2A37"/>
                </a:solidFill>
                <a:latin typeface="Arial"/>
                <a:ea typeface="Arial"/>
                <a:cs typeface="Arial"/>
              </a:defRPr>
            </a:lvl7pPr>
            <a:lvl8pPr algn="l">
              <a:defRPr sz="1500" b="0">
                <a:solidFill>
                  <a:srgbClr val="1E2A37"/>
                </a:solidFill>
                <a:latin typeface="Arial"/>
                <a:ea typeface="Arial"/>
                <a:cs typeface="Arial"/>
              </a:defRPr>
            </a:lvl8pPr>
            <a:lvl9pPr algn="l">
              <a:defRPr sz="1500" b="0">
                <a:solidFill>
                  <a:srgbClr val="1E2A37"/>
                </a:solidFill>
                <a:latin typeface="Arial"/>
                <a:ea typeface="Arial"/>
                <a:cs typeface="Arial"/>
              </a:defRPr>
            </a:lvl9pPr>
          </a:lstStyle>
          <a:p xmlns:a="http://schemas.openxmlformats.org/drawingml/2006/main">
            <a:pPr algn="l">
              <a:defRPr sz="1500" b="0">
                <a:solidFill>
                  <a:srgbClr val="1E2A37"/>
                </a:solidFill>
                <a:latin typeface="Arial"/>
                <a:ea typeface="Arial"/>
                <a:cs typeface="Arial"/>
              </a:defRPr>
            </a:pPr>
            <a:r>
              <a:rPr sz="1500" b="0">
                <a:solidFill>
                  <a:srgbClr val="1E2A37"/>
                </a:solidFill>
                <a:latin typeface="Arial"/>
                <a:ea typeface="Arial"/>
                <a:cs typeface="Arial"/>
              </a:rPr>
              <a:t>The mock Canvas combines completed-item review, instructor grade details, and a tutor that changes its guidance by assessment mode.</a:t>
            </a:r>
          </a:p>
        </p:txBody>
      </p:sp>
      <p:sp>
        <p:nvSpPr>
          <p:cNvPr id="15" name="proof-1">
            <a:extLst xmlns:a="http://schemas.openxmlformats.org/drawingml/2006/main">
              <a:ext uri="{FF2B5EF4-FFF2-40B4-BE49-F238E27FC236}">
                <a16:creationId xmlns:a16="http://schemas.microsoft.com/office/drawing/2014/main" id="{A54DAED5-BEC3-4925-A229-27F2AE56F159}"/>
              </a:ext>
            </a:extLst>
          </p:cNvPr>
          <p:cNvSpPr>
            <a:spLocks xmlns:a="http://schemas.openxmlformats.org/drawingml/2006/main" noGrp="1"/>
          </p:cNvSpPr>
          <p:nvPr/>
        </p:nvSpPr>
        <p:spPr>
          <a:xfrm xmlns:a="http://schemas.openxmlformats.org/drawingml/2006/main">
            <a:off x="7620000" y="3829050"/>
            <a:ext cx="3733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B6877"/>
                </a:solidFill>
                <a:latin typeface="Arial"/>
                <a:ea typeface="Arial"/>
                <a:cs typeface="Arial"/>
              </a:defRPr>
            </a:defPPr>
            <a:lvl1pPr algn="l">
              <a:defRPr sz="1500" b="0">
                <a:solidFill>
                  <a:srgbClr val="5B6877"/>
                </a:solidFill>
                <a:latin typeface="Arial"/>
                <a:ea typeface="Arial"/>
                <a:cs typeface="Arial"/>
              </a:defRPr>
            </a:lvl1pPr>
            <a:lvl2pPr algn="l">
              <a:defRPr sz="1500" b="0">
                <a:solidFill>
                  <a:srgbClr val="5B6877"/>
                </a:solidFill>
                <a:latin typeface="Arial"/>
                <a:ea typeface="Arial"/>
                <a:cs typeface="Arial"/>
              </a:defRPr>
            </a:lvl2pPr>
            <a:lvl3pPr algn="l">
              <a:defRPr sz="1500" b="0">
                <a:solidFill>
                  <a:srgbClr val="5B6877"/>
                </a:solidFill>
                <a:latin typeface="Arial"/>
                <a:ea typeface="Arial"/>
                <a:cs typeface="Arial"/>
              </a:defRPr>
            </a:lvl3pPr>
            <a:lvl4pPr algn="l">
              <a:defRPr sz="1500" b="0">
                <a:solidFill>
                  <a:srgbClr val="5B6877"/>
                </a:solidFill>
                <a:latin typeface="Arial"/>
                <a:ea typeface="Arial"/>
                <a:cs typeface="Arial"/>
              </a:defRPr>
            </a:lvl4pPr>
            <a:lvl5pPr algn="l">
              <a:defRPr sz="1500" b="0">
                <a:solidFill>
                  <a:srgbClr val="5B6877"/>
                </a:solidFill>
                <a:latin typeface="Arial"/>
                <a:ea typeface="Arial"/>
                <a:cs typeface="Arial"/>
              </a:defRPr>
            </a:lvl5pPr>
            <a:lvl6pPr algn="l">
              <a:defRPr sz="1500" b="0">
                <a:solidFill>
                  <a:srgbClr val="5B6877"/>
                </a:solidFill>
                <a:latin typeface="Arial"/>
                <a:ea typeface="Arial"/>
                <a:cs typeface="Arial"/>
              </a:defRPr>
            </a:lvl6pPr>
            <a:lvl7pPr algn="l">
              <a:defRPr sz="1500" b="0">
                <a:solidFill>
                  <a:srgbClr val="5B6877"/>
                </a:solidFill>
                <a:latin typeface="Arial"/>
                <a:ea typeface="Arial"/>
                <a:cs typeface="Arial"/>
              </a:defRPr>
            </a:lvl7pPr>
            <a:lvl8pPr algn="l">
              <a:defRPr sz="1500" b="0">
                <a:solidFill>
                  <a:srgbClr val="5B6877"/>
                </a:solidFill>
                <a:latin typeface="Arial"/>
                <a:ea typeface="Arial"/>
                <a:cs typeface="Arial"/>
              </a:defRPr>
            </a:lvl8pPr>
            <a:lvl9pPr algn="l">
              <a:defRPr sz="1500" b="0">
                <a:solidFill>
                  <a:srgbClr val="5B6877"/>
                </a:solidFill>
                <a:latin typeface="Arial"/>
                <a:ea typeface="Arial"/>
                <a:cs typeface="Arial"/>
              </a:defRPr>
            </a:lvl9pPr>
          </a:lstStyle>
          <a:p xmlns:a="http://schemas.openxmlformats.org/drawingml/2006/main">
            <a:pPr algn="l">
              <a:defRPr sz="1500" b="0">
                <a:solidFill>
                  <a:srgbClr val="5B6877"/>
                </a:solidFill>
                <a:latin typeface="Arial"/>
                <a:ea typeface="Arial"/>
                <a:cs typeface="Arial"/>
              </a:defRPr>
            </a:pPr>
            <a:r>
              <a:rPr sz="1500" b="0">
                <a:solidFill>
                  <a:srgbClr val="5B6877"/>
                </a:solidFill>
                <a:latin typeface="Arial"/>
                <a:ea typeface="Arial"/>
                <a:cs typeface="Arial"/>
              </a:rPr>
              <a:t>No recorded team inquiry or user study demonstrates originality or usefulness.</a:t>
            </a:r>
          </a:p>
        </p:txBody>
      </p:sp>
      <p:sp>
        <p:nvSpPr>
          <p:cNvPr id="16" name="">
            <a:extLst xmlns:a="http://schemas.openxmlformats.org/drawingml/2006/main">
              <a:ext uri="{FF2B5EF4-FFF2-40B4-BE49-F238E27FC236}">
                <a16:creationId xmlns:a16="http://schemas.microsoft.com/office/drawing/2014/main" id="{C4EAA09D-6563-4CF0-A7EF-5BE75AEBB6E6}"/>
              </a:ext>
            </a:extLst>
          </p:cNvPr>
          <p:cNvSpPr>
            <a:spLocks xmlns:a="http://schemas.openxmlformats.org/drawingml/2006/main" noGrp="1"/>
          </p:cNvSpPr>
          <p:nvPr/>
        </p:nvSpPr>
        <p:spPr>
          <a:xfrm xmlns:a="http://schemas.openxmlformats.org/drawingml/2006/main">
            <a:off x="685800" y="4905375"/>
            <a:ext cx="106680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7" name="criterion-2">
            <a:extLst xmlns:a="http://schemas.openxmlformats.org/drawingml/2006/main">
              <a:ext uri="{FF2B5EF4-FFF2-40B4-BE49-F238E27FC236}">
                <a16:creationId xmlns:a16="http://schemas.microsoft.com/office/drawing/2014/main" id="{D5A628F9-F26E-4D46-ADC5-4696C3CA6D97}"/>
              </a:ext>
            </a:extLst>
          </p:cNvPr>
          <p:cNvSpPr>
            <a:spLocks xmlns:a="http://schemas.openxmlformats.org/drawingml/2006/main" noGrp="1"/>
          </p:cNvSpPr>
          <p:nvPr/>
        </p:nvSpPr>
        <p:spPr>
          <a:xfrm xmlns:a="http://schemas.openxmlformats.org/drawingml/2006/main">
            <a:off x="685800" y="4981575"/>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F0A548"/>
                </a:solidFill>
                <a:latin typeface="Arial"/>
                <a:ea typeface="Arial"/>
                <a:cs typeface="Arial"/>
              </a:defRPr>
            </a:defPPr>
            <a:lvl1pPr algn="l">
              <a:defRPr sz="1650" b="1">
                <a:solidFill>
                  <a:srgbClr val="F0A548"/>
                </a:solidFill>
                <a:latin typeface="Arial"/>
                <a:ea typeface="Arial"/>
                <a:cs typeface="Arial"/>
              </a:defRPr>
            </a:lvl1pPr>
            <a:lvl2pPr algn="l">
              <a:defRPr sz="1650" b="1">
                <a:solidFill>
                  <a:srgbClr val="F0A548"/>
                </a:solidFill>
                <a:latin typeface="Arial"/>
                <a:ea typeface="Arial"/>
                <a:cs typeface="Arial"/>
              </a:defRPr>
            </a:lvl2pPr>
            <a:lvl3pPr algn="l">
              <a:defRPr sz="1650" b="1">
                <a:solidFill>
                  <a:srgbClr val="F0A548"/>
                </a:solidFill>
                <a:latin typeface="Arial"/>
                <a:ea typeface="Arial"/>
                <a:cs typeface="Arial"/>
              </a:defRPr>
            </a:lvl3pPr>
            <a:lvl4pPr algn="l">
              <a:defRPr sz="1650" b="1">
                <a:solidFill>
                  <a:srgbClr val="F0A548"/>
                </a:solidFill>
                <a:latin typeface="Arial"/>
                <a:ea typeface="Arial"/>
                <a:cs typeface="Arial"/>
              </a:defRPr>
            </a:lvl4pPr>
            <a:lvl5pPr algn="l">
              <a:defRPr sz="1650" b="1">
                <a:solidFill>
                  <a:srgbClr val="F0A548"/>
                </a:solidFill>
                <a:latin typeface="Arial"/>
                <a:ea typeface="Arial"/>
                <a:cs typeface="Arial"/>
              </a:defRPr>
            </a:lvl5pPr>
            <a:lvl6pPr algn="l">
              <a:defRPr sz="1650" b="1">
                <a:solidFill>
                  <a:srgbClr val="F0A548"/>
                </a:solidFill>
                <a:latin typeface="Arial"/>
                <a:ea typeface="Arial"/>
                <a:cs typeface="Arial"/>
              </a:defRPr>
            </a:lvl6pPr>
            <a:lvl7pPr algn="l">
              <a:defRPr sz="1650" b="1">
                <a:solidFill>
                  <a:srgbClr val="F0A548"/>
                </a:solidFill>
                <a:latin typeface="Arial"/>
                <a:ea typeface="Arial"/>
                <a:cs typeface="Arial"/>
              </a:defRPr>
            </a:lvl7pPr>
            <a:lvl8pPr algn="l">
              <a:defRPr sz="1650" b="1">
                <a:solidFill>
                  <a:srgbClr val="F0A548"/>
                </a:solidFill>
                <a:latin typeface="Arial"/>
                <a:ea typeface="Arial"/>
                <a:cs typeface="Arial"/>
              </a:defRPr>
            </a:lvl8pPr>
            <a:lvl9pPr algn="l">
              <a:defRPr sz="1650" b="1">
                <a:solidFill>
                  <a:srgbClr val="F0A548"/>
                </a:solidFill>
                <a:latin typeface="Arial"/>
                <a:ea typeface="Arial"/>
                <a:cs typeface="Arial"/>
              </a:defRPr>
            </a:lvl9pPr>
          </a:lstStyle>
          <a:p xmlns:a="http://schemas.openxmlformats.org/drawingml/2006/main">
            <a:pPr algn="l">
              <a:defRPr sz="1650" b="1">
                <a:solidFill>
                  <a:srgbClr val="F0A548"/>
                </a:solidFill>
                <a:latin typeface="Arial"/>
                <a:ea typeface="Arial"/>
                <a:cs typeface="Arial"/>
              </a:defRPr>
            </a:pPr>
            <a:r>
              <a:rPr sz="1650" b="1">
                <a:solidFill>
                  <a:srgbClr val="F0A548"/>
                </a:solidFill>
                <a:latin typeface="Arial"/>
                <a:ea typeface="Arial"/>
                <a:cs typeface="Arial"/>
              </a:rPr>
              <a:t>Project breadth and complexity</a:t>
            </a:r>
          </a:p>
        </p:txBody>
      </p:sp>
      <p:sp>
        <p:nvSpPr>
          <p:cNvPr id="18" name="evidence-2">
            <a:extLst xmlns:a="http://schemas.openxmlformats.org/drawingml/2006/main">
              <a:ext uri="{FF2B5EF4-FFF2-40B4-BE49-F238E27FC236}">
                <a16:creationId xmlns:a16="http://schemas.microsoft.com/office/drawing/2014/main" id="{CF036569-9A66-4846-88BB-5AFD476D3834}"/>
              </a:ext>
            </a:extLst>
          </p:cNvPr>
          <p:cNvSpPr>
            <a:spLocks xmlns:a="http://schemas.openxmlformats.org/drawingml/2006/main" noGrp="1"/>
          </p:cNvSpPr>
          <p:nvPr/>
        </p:nvSpPr>
        <p:spPr>
          <a:xfrm xmlns:a="http://schemas.openxmlformats.org/drawingml/2006/main">
            <a:off x="2819400" y="4981575"/>
            <a:ext cx="4619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1E2A37"/>
                </a:solidFill>
                <a:latin typeface="Arial"/>
                <a:ea typeface="Arial"/>
                <a:cs typeface="Arial"/>
              </a:defRPr>
            </a:defPPr>
            <a:lvl1pPr algn="l">
              <a:defRPr sz="1500" b="0">
                <a:solidFill>
                  <a:srgbClr val="1E2A37"/>
                </a:solidFill>
                <a:latin typeface="Arial"/>
                <a:ea typeface="Arial"/>
                <a:cs typeface="Arial"/>
              </a:defRPr>
            </a:lvl1pPr>
            <a:lvl2pPr algn="l">
              <a:defRPr sz="1500" b="0">
                <a:solidFill>
                  <a:srgbClr val="1E2A37"/>
                </a:solidFill>
                <a:latin typeface="Arial"/>
                <a:ea typeface="Arial"/>
                <a:cs typeface="Arial"/>
              </a:defRPr>
            </a:lvl2pPr>
            <a:lvl3pPr algn="l">
              <a:defRPr sz="1500" b="0">
                <a:solidFill>
                  <a:srgbClr val="1E2A37"/>
                </a:solidFill>
                <a:latin typeface="Arial"/>
                <a:ea typeface="Arial"/>
                <a:cs typeface="Arial"/>
              </a:defRPr>
            </a:lvl3pPr>
            <a:lvl4pPr algn="l">
              <a:defRPr sz="1500" b="0">
                <a:solidFill>
                  <a:srgbClr val="1E2A37"/>
                </a:solidFill>
                <a:latin typeface="Arial"/>
                <a:ea typeface="Arial"/>
                <a:cs typeface="Arial"/>
              </a:defRPr>
            </a:lvl4pPr>
            <a:lvl5pPr algn="l">
              <a:defRPr sz="1500" b="0">
                <a:solidFill>
                  <a:srgbClr val="1E2A37"/>
                </a:solidFill>
                <a:latin typeface="Arial"/>
                <a:ea typeface="Arial"/>
                <a:cs typeface="Arial"/>
              </a:defRPr>
            </a:lvl5pPr>
            <a:lvl6pPr algn="l">
              <a:defRPr sz="1500" b="0">
                <a:solidFill>
                  <a:srgbClr val="1E2A37"/>
                </a:solidFill>
                <a:latin typeface="Arial"/>
                <a:ea typeface="Arial"/>
                <a:cs typeface="Arial"/>
              </a:defRPr>
            </a:lvl6pPr>
            <a:lvl7pPr algn="l">
              <a:defRPr sz="1500" b="0">
                <a:solidFill>
                  <a:srgbClr val="1E2A37"/>
                </a:solidFill>
                <a:latin typeface="Arial"/>
                <a:ea typeface="Arial"/>
                <a:cs typeface="Arial"/>
              </a:defRPr>
            </a:lvl7pPr>
            <a:lvl8pPr algn="l">
              <a:defRPr sz="1500" b="0">
                <a:solidFill>
                  <a:srgbClr val="1E2A37"/>
                </a:solidFill>
                <a:latin typeface="Arial"/>
                <a:ea typeface="Arial"/>
                <a:cs typeface="Arial"/>
              </a:defRPr>
            </a:lvl8pPr>
            <a:lvl9pPr algn="l">
              <a:defRPr sz="1500" b="0">
                <a:solidFill>
                  <a:srgbClr val="1E2A37"/>
                </a:solidFill>
                <a:latin typeface="Arial"/>
                <a:ea typeface="Arial"/>
                <a:cs typeface="Arial"/>
              </a:defRPr>
            </a:lvl9pPr>
          </a:lstStyle>
          <a:p xmlns:a="http://schemas.openxmlformats.org/drawingml/2006/main">
            <a:pPr algn="l">
              <a:defRPr sz="1500" b="0">
                <a:solidFill>
                  <a:srgbClr val="1E2A37"/>
                </a:solidFill>
                <a:latin typeface="Arial"/>
                <a:ea typeface="Arial"/>
                <a:cs typeface="Arial"/>
              </a:defRPr>
            </a:pPr>
            <a:r>
              <a:rPr sz="1500" b="0">
                <a:solidFill>
                  <a:srgbClr val="1E2A37"/>
                </a:solidFill>
                <a:latin typeface="Arial"/>
                <a:ea typeface="Arial"/>
                <a:cs typeface="Arial"/>
              </a:rPr>
              <a:t>The system connects education workflows with a React interface, FastAPI services, SQLite demo data, Supabase access control, analytics, and tutor retrieval.</a:t>
            </a:r>
          </a:p>
        </p:txBody>
      </p:sp>
      <p:sp>
        <p:nvSpPr>
          <p:cNvPr id="19" name="proof-2">
            <a:extLst xmlns:a="http://schemas.openxmlformats.org/drawingml/2006/main">
              <a:ext uri="{FF2B5EF4-FFF2-40B4-BE49-F238E27FC236}">
                <a16:creationId xmlns:a16="http://schemas.microsoft.com/office/drawing/2014/main" id="{C256B61B-2B64-4D06-8C1D-A700E1BCE27F}"/>
              </a:ext>
            </a:extLst>
          </p:cNvPr>
          <p:cNvSpPr>
            <a:spLocks xmlns:a="http://schemas.openxmlformats.org/drawingml/2006/main" noGrp="1"/>
          </p:cNvSpPr>
          <p:nvPr/>
        </p:nvSpPr>
        <p:spPr>
          <a:xfrm xmlns:a="http://schemas.openxmlformats.org/drawingml/2006/main">
            <a:off x="7620000" y="4981575"/>
            <a:ext cx="3733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B6877"/>
                </a:solidFill>
                <a:latin typeface="Arial"/>
                <a:ea typeface="Arial"/>
                <a:cs typeface="Arial"/>
              </a:defRPr>
            </a:defPPr>
            <a:lvl1pPr algn="l">
              <a:defRPr sz="1500" b="0">
                <a:solidFill>
                  <a:srgbClr val="5B6877"/>
                </a:solidFill>
                <a:latin typeface="Arial"/>
                <a:ea typeface="Arial"/>
                <a:cs typeface="Arial"/>
              </a:defRPr>
            </a:lvl1pPr>
            <a:lvl2pPr algn="l">
              <a:defRPr sz="1500" b="0">
                <a:solidFill>
                  <a:srgbClr val="5B6877"/>
                </a:solidFill>
                <a:latin typeface="Arial"/>
                <a:ea typeface="Arial"/>
                <a:cs typeface="Arial"/>
              </a:defRPr>
            </a:lvl2pPr>
            <a:lvl3pPr algn="l">
              <a:defRPr sz="1500" b="0">
                <a:solidFill>
                  <a:srgbClr val="5B6877"/>
                </a:solidFill>
                <a:latin typeface="Arial"/>
                <a:ea typeface="Arial"/>
                <a:cs typeface="Arial"/>
              </a:defRPr>
            </a:lvl3pPr>
            <a:lvl4pPr algn="l">
              <a:defRPr sz="1500" b="0">
                <a:solidFill>
                  <a:srgbClr val="5B6877"/>
                </a:solidFill>
                <a:latin typeface="Arial"/>
                <a:ea typeface="Arial"/>
                <a:cs typeface="Arial"/>
              </a:defRPr>
            </a:lvl4pPr>
            <a:lvl5pPr algn="l">
              <a:defRPr sz="1500" b="0">
                <a:solidFill>
                  <a:srgbClr val="5B6877"/>
                </a:solidFill>
                <a:latin typeface="Arial"/>
                <a:ea typeface="Arial"/>
                <a:cs typeface="Arial"/>
              </a:defRPr>
            </a:lvl5pPr>
            <a:lvl6pPr algn="l">
              <a:defRPr sz="1500" b="0">
                <a:solidFill>
                  <a:srgbClr val="5B6877"/>
                </a:solidFill>
                <a:latin typeface="Arial"/>
                <a:ea typeface="Arial"/>
                <a:cs typeface="Arial"/>
              </a:defRPr>
            </a:lvl6pPr>
            <a:lvl7pPr algn="l">
              <a:defRPr sz="1500" b="0">
                <a:solidFill>
                  <a:srgbClr val="5B6877"/>
                </a:solidFill>
                <a:latin typeface="Arial"/>
                <a:ea typeface="Arial"/>
                <a:cs typeface="Arial"/>
              </a:defRPr>
            </a:lvl7pPr>
            <a:lvl8pPr algn="l">
              <a:defRPr sz="1500" b="0">
                <a:solidFill>
                  <a:srgbClr val="5B6877"/>
                </a:solidFill>
                <a:latin typeface="Arial"/>
                <a:ea typeface="Arial"/>
                <a:cs typeface="Arial"/>
              </a:defRPr>
            </a:lvl8pPr>
            <a:lvl9pPr algn="l">
              <a:defRPr sz="1500" b="0">
                <a:solidFill>
                  <a:srgbClr val="5B6877"/>
                </a:solidFill>
                <a:latin typeface="Arial"/>
                <a:ea typeface="Arial"/>
                <a:cs typeface="Arial"/>
              </a:defRPr>
            </a:lvl9pPr>
          </a:lstStyle>
          <a:p xmlns:a="http://schemas.openxmlformats.org/drawingml/2006/main">
            <a:pPr algn="l">
              <a:defRPr sz="1500" b="0">
                <a:solidFill>
                  <a:srgbClr val="5B6877"/>
                </a:solidFill>
                <a:latin typeface="Arial"/>
                <a:ea typeface="Arial"/>
                <a:cs typeface="Arial"/>
              </a:defRPr>
            </a:pPr>
            <a:r>
              <a:rPr sz="1500" b="0">
                <a:solidFill>
                  <a:srgbClr val="5B6877"/>
                </a:solidFill>
                <a:latin typeface="Arial"/>
                <a:ea typeface="Arial"/>
                <a:cs typeface="Arial"/>
              </a:rPr>
              <a:t>The verified scale is local and synthetic. Live course accounts, OCR evidence, embeddings, and deployment acceptance remain open.</a:t>
            </a:r>
          </a:p>
        </p:txBody>
      </p:sp>
      <p:sp>
        <p:nvSpPr>
          <p:cNvPr id="20" name="">
            <a:extLst xmlns:a="http://schemas.openxmlformats.org/drawingml/2006/main">
              <a:ext uri="{FF2B5EF4-FFF2-40B4-BE49-F238E27FC236}">
                <a16:creationId xmlns:a16="http://schemas.microsoft.com/office/drawing/2014/main" id="{DEDFFCC6-C8D5-465D-BFDA-530D57928EB0}"/>
              </a:ext>
            </a:extLst>
          </p:cNvPr>
          <p:cNvSpPr>
            <a:spLocks xmlns:a="http://schemas.openxmlformats.org/drawingml/2006/main" noGrp="1"/>
          </p:cNvSpPr>
          <p:nvPr/>
        </p:nvSpPr>
        <p:spPr>
          <a:xfrm xmlns:a="http://schemas.openxmlformats.org/drawingml/2006/main">
            <a:off x="685800" y="6057900"/>
            <a:ext cx="106680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21" name="footer">
            <a:extLst xmlns:a="http://schemas.openxmlformats.org/drawingml/2006/main">
              <a:ext uri="{FF2B5EF4-FFF2-40B4-BE49-F238E27FC236}">
                <a16:creationId xmlns:a16="http://schemas.microsoft.com/office/drawing/2014/main" id="{CBB57D11-39D1-4678-B0EF-2FB7C578BA58}"/>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defRPr sz="975" b="1">
                <a:solidFill>
                  <a:srgbClr val="5B6877"/>
                </a:solidFill>
                <a:latin typeface="Arial"/>
                <a:ea typeface="Arial"/>
                <a:cs typeface="Arial"/>
              </a:defRPr>
            </a:lvl1pPr>
            <a:lvl2pPr algn="l">
              <a:defRPr sz="975" b="1">
                <a:solidFill>
                  <a:srgbClr val="5B6877"/>
                </a:solidFill>
                <a:latin typeface="Arial"/>
                <a:ea typeface="Arial"/>
                <a:cs typeface="Arial"/>
              </a:defRPr>
            </a:lvl2pPr>
            <a:lvl3pPr algn="l">
              <a:defRPr sz="975" b="1">
                <a:solidFill>
                  <a:srgbClr val="5B6877"/>
                </a:solidFill>
                <a:latin typeface="Arial"/>
                <a:ea typeface="Arial"/>
                <a:cs typeface="Arial"/>
              </a:defRPr>
            </a:lvl3pPr>
            <a:lvl4pPr algn="l">
              <a:defRPr sz="975" b="1">
                <a:solidFill>
                  <a:srgbClr val="5B6877"/>
                </a:solidFill>
                <a:latin typeface="Arial"/>
                <a:ea typeface="Arial"/>
                <a:cs typeface="Arial"/>
              </a:defRPr>
            </a:lvl4pPr>
            <a:lvl5pPr algn="l">
              <a:defRPr sz="975" b="1">
                <a:solidFill>
                  <a:srgbClr val="5B6877"/>
                </a:solidFill>
                <a:latin typeface="Arial"/>
                <a:ea typeface="Arial"/>
                <a:cs typeface="Arial"/>
              </a:defRPr>
            </a:lvl5pPr>
            <a:lvl6pPr algn="l">
              <a:defRPr sz="975" b="1">
                <a:solidFill>
                  <a:srgbClr val="5B6877"/>
                </a:solidFill>
                <a:latin typeface="Arial"/>
                <a:ea typeface="Arial"/>
                <a:cs typeface="Arial"/>
              </a:defRPr>
            </a:lvl6pPr>
            <a:lvl7pPr algn="l">
              <a:defRPr sz="975" b="1">
                <a:solidFill>
                  <a:srgbClr val="5B6877"/>
                </a:solidFill>
                <a:latin typeface="Arial"/>
                <a:ea typeface="Arial"/>
                <a:cs typeface="Arial"/>
              </a:defRPr>
            </a:lvl7pPr>
            <a:lvl8pPr algn="l">
              <a:defRPr sz="975" b="1">
                <a:solidFill>
                  <a:srgbClr val="5B6877"/>
                </a:solidFill>
                <a:latin typeface="Arial"/>
                <a:ea typeface="Arial"/>
                <a:cs typeface="Arial"/>
              </a:defRPr>
            </a:lvl8pPr>
            <a:lvl9pPr algn="l">
              <a:defRPr sz="975" b="1">
                <a:solidFill>
                  <a:srgbClr val="5B6877"/>
                </a:solidFill>
                <a:latin typeface="Arial"/>
                <a:ea typeface="Arial"/>
                <a:cs typeface="Arial"/>
              </a:defRPr>
            </a:lvl9pPr>
          </a:lstStyle>
          <a:p xmlns:a="http://schemas.openxmlformats.org/drawingml/2006/main">
            <a:pPr algn="l">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22" name="page">
            <a:extLst xmlns:a="http://schemas.openxmlformats.org/drawingml/2006/main">
              <a:ext uri="{FF2B5EF4-FFF2-40B4-BE49-F238E27FC236}">
                <a16:creationId xmlns:a16="http://schemas.microsoft.com/office/drawing/2014/main" id="{83ABD50D-4948-4552-AA42-D376A7D27892}"/>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10</a:t>
            </a:r>
          </a:p>
        </p:txBody>
      </p:sp>
    </p:spTree>
    <p:extLst>
      <p:ext uri="{BB962C8B-B14F-4D97-AF65-F5344CB8AC3E}">
        <p14:creationId xmlns:p14="http://schemas.microsoft.com/office/powerpoint/2010/main" val="3528820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
            <a:extLst xmlns:a="http://schemas.openxmlformats.org/drawingml/2006/main">
              <a:ext uri="{FF2B5EF4-FFF2-40B4-BE49-F238E27FC236}">
                <a16:creationId xmlns:a16="http://schemas.microsoft.com/office/drawing/2014/main" id="{50C7399B-2E91-4FE3-8550-8472808BE134}"/>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RUBRIC CROSSWALK</a:t>
            </a:r>
          </a:p>
        </p:txBody>
      </p:sp>
      <p:sp>
        <p:nvSpPr>
          <p:cNvPr id="2" name="title">
            <a:extLst xmlns:a="http://schemas.openxmlformats.org/drawingml/2006/main">
              <a:ext uri="{FF2B5EF4-FFF2-40B4-BE49-F238E27FC236}">
                <a16:creationId xmlns:a16="http://schemas.microsoft.com/office/drawing/2014/main" id="{8DBFFF5F-F028-471B-9001-8254CCBAA0C7}"/>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defRPr sz="3225" b="1">
                <a:solidFill>
                  <a:srgbClr val="14263D"/>
                </a:solidFill>
                <a:latin typeface="Arial"/>
                <a:ea typeface="Arial"/>
                <a:cs typeface="Arial"/>
              </a:defRPr>
            </a:lvl1pPr>
            <a:lvl2pPr algn="l">
              <a:defRPr sz="3225" b="1">
                <a:solidFill>
                  <a:srgbClr val="14263D"/>
                </a:solidFill>
                <a:latin typeface="Arial"/>
                <a:ea typeface="Arial"/>
                <a:cs typeface="Arial"/>
              </a:defRPr>
            </a:lvl2pPr>
            <a:lvl3pPr algn="l">
              <a:defRPr sz="3225" b="1">
                <a:solidFill>
                  <a:srgbClr val="14263D"/>
                </a:solidFill>
                <a:latin typeface="Arial"/>
                <a:ea typeface="Arial"/>
                <a:cs typeface="Arial"/>
              </a:defRPr>
            </a:lvl3pPr>
            <a:lvl4pPr algn="l">
              <a:defRPr sz="3225" b="1">
                <a:solidFill>
                  <a:srgbClr val="14263D"/>
                </a:solidFill>
                <a:latin typeface="Arial"/>
                <a:ea typeface="Arial"/>
                <a:cs typeface="Arial"/>
              </a:defRPr>
            </a:lvl4pPr>
            <a:lvl5pPr algn="l">
              <a:defRPr sz="3225" b="1">
                <a:solidFill>
                  <a:srgbClr val="14263D"/>
                </a:solidFill>
                <a:latin typeface="Arial"/>
                <a:ea typeface="Arial"/>
                <a:cs typeface="Arial"/>
              </a:defRPr>
            </a:lvl5pPr>
            <a:lvl6pPr algn="l">
              <a:defRPr sz="3225" b="1">
                <a:solidFill>
                  <a:srgbClr val="14263D"/>
                </a:solidFill>
                <a:latin typeface="Arial"/>
                <a:ea typeface="Arial"/>
                <a:cs typeface="Arial"/>
              </a:defRPr>
            </a:lvl6pPr>
            <a:lvl7pPr algn="l">
              <a:defRPr sz="3225" b="1">
                <a:solidFill>
                  <a:srgbClr val="14263D"/>
                </a:solidFill>
                <a:latin typeface="Arial"/>
                <a:ea typeface="Arial"/>
                <a:cs typeface="Arial"/>
              </a:defRPr>
            </a:lvl7pPr>
            <a:lvl8pPr algn="l">
              <a:defRPr sz="3225" b="1">
                <a:solidFill>
                  <a:srgbClr val="14263D"/>
                </a:solidFill>
                <a:latin typeface="Arial"/>
                <a:ea typeface="Arial"/>
                <a:cs typeface="Arial"/>
              </a:defRPr>
            </a:lvl8pPr>
            <a:lvl9pPr algn="l">
              <a:defRPr sz="3225" b="1">
                <a:solidFill>
                  <a:srgbClr val="14263D"/>
                </a:solidFill>
                <a:latin typeface="Arial"/>
                <a:ea typeface="Arial"/>
                <a:cs typeface="Arial"/>
              </a:defRPr>
            </a:lvl9pPr>
          </a:lstStyle>
          <a:p xmlns:a="http://schemas.openxmlformats.org/drawingml/2006/main">
            <a:pPr algn="l">
              <a:defRPr sz="3225" b="1">
                <a:solidFill>
                  <a:srgbClr val="14263D"/>
                </a:solidFill>
                <a:latin typeface="Arial"/>
                <a:ea typeface="Arial"/>
                <a:cs typeface="Arial"/>
              </a:defRPr>
            </a:pPr>
            <a:r>
              <a:rPr sz="3225" b="1">
                <a:solidFill>
                  <a:srgbClr val="14263D"/>
                </a:solidFill>
                <a:latin typeface="Arial"/>
                <a:ea typeface="Arial"/>
                <a:cs typeface="Arial"/>
              </a:rPr>
              <a:t>Rubric evidence: communication, impact, and growth</a:t>
            </a:r>
          </a:p>
        </p:txBody>
      </p:sp>
      <p:sp>
        <p:nvSpPr>
          <p:cNvPr id="3" name="">
            <a:extLst xmlns:a="http://schemas.openxmlformats.org/drawingml/2006/main">
              <a:ext uri="{FF2B5EF4-FFF2-40B4-BE49-F238E27FC236}">
                <a16:creationId xmlns:a16="http://schemas.microsoft.com/office/drawing/2014/main" id="{71A125D0-0970-4470-8904-B6E5EE0E4625}"/>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takeaway">
            <a:extLst xmlns:a="http://schemas.openxmlformats.org/drawingml/2006/main">
              <a:ext uri="{FF2B5EF4-FFF2-40B4-BE49-F238E27FC236}">
                <a16:creationId xmlns:a16="http://schemas.microsoft.com/office/drawing/2014/main" id="{A7DAE4F4-240A-4B63-AA45-31F7C9E2F85B}"/>
              </a:ext>
            </a:extLst>
          </p:cNvPr>
          <p:cNvSpPr>
            <a:spLocks xmlns:a="http://schemas.openxmlformats.org/drawingml/2006/main" noGrp="1"/>
          </p:cNvSpPr>
          <p:nvPr/>
        </p:nvSpPr>
        <p:spPr>
          <a:xfrm xmlns:a="http://schemas.openxmlformats.org/drawingml/2006/main">
            <a:off x="685800" y="16573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6094"/>
          </a:bodyPr>
          <a:lstStyle xmlns:a="http://schemas.openxmlformats.org/drawingml/2006/main">
            <a:defPPr algn="l">
              <a:defRPr sz="1800" b="1">
                <a:solidFill>
                  <a:srgbClr val="1E2A37"/>
                </a:solidFill>
                <a:latin typeface="Arial"/>
                <a:ea typeface="Arial"/>
                <a:cs typeface="Arial"/>
              </a:defRPr>
            </a:defPPr>
            <a:lvl1pPr algn="l">
              <a:defRPr sz="1800" b="1">
                <a:solidFill>
                  <a:srgbClr val="1E2A37"/>
                </a:solidFill>
                <a:latin typeface="Arial"/>
                <a:ea typeface="Arial"/>
                <a:cs typeface="Arial"/>
              </a:defRPr>
            </a:lvl1pPr>
            <a:lvl2pPr algn="l">
              <a:defRPr sz="1800" b="1">
                <a:solidFill>
                  <a:srgbClr val="1E2A37"/>
                </a:solidFill>
                <a:latin typeface="Arial"/>
                <a:ea typeface="Arial"/>
                <a:cs typeface="Arial"/>
              </a:defRPr>
            </a:lvl2pPr>
            <a:lvl3pPr algn="l">
              <a:defRPr sz="1800" b="1">
                <a:solidFill>
                  <a:srgbClr val="1E2A37"/>
                </a:solidFill>
                <a:latin typeface="Arial"/>
                <a:ea typeface="Arial"/>
                <a:cs typeface="Arial"/>
              </a:defRPr>
            </a:lvl3pPr>
            <a:lvl4pPr algn="l">
              <a:defRPr sz="1800" b="1">
                <a:solidFill>
                  <a:srgbClr val="1E2A37"/>
                </a:solidFill>
                <a:latin typeface="Arial"/>
                <a:ea typeface="Arial"/>
                <a:cs typeface="Arial"/>
              </a:defRPr>
            </a:lvl4pPr>
            <a:lvl5pPr algn="l">
              <a:defRPr sz="1800" b="1">
                <a:solidFill>
                  <a:srgbClr val="1E2A37"/>
                </a:solidFill>
                <a:latin typeface="Arial"/>
                <a:ea typeface="Arial"/>
                <a:cs typeface="Arial"/>
              </a:defRPr>
            </a:lvl5pPr>
            <a:lvl6pPr algn="l">
              <a:defRPr sz="1800" b="1">
                <a:solidFill>
                  <a:srgbClr val="1E2A37"/>
                </a:solidFill>
                <a:latin typeface="Arial"/>
                <a:ea typeface="Arial"/>
                <a:cs typeface="Arial"/>
              </a:defRPr>
            </a:lvl6pPr>
            <a:lvl7pPr algn="l">
              <a:defRPr sz="1800" b="1">
                <a:solidFill>
                  <a:srgbClr val="1E2A37"/>
                </a:solidFill>
                <a:latin typeface="Arial"/>
                <a:ea typeface="Arial"/>
                <a:cs typeface="Arial"/>
              </a:defRPr>
            </a:lvl7pPr>
            <a:lvl8pPr algn="l">
              <a:defRPr sz="1800" b="1">
                <a:solidFill>
                  <a:srgbClr val="1E2A37"/>
                </a:solidFill>
                <a:latin typeface="Arial"/>
                <a:ea typeface="Arial"/>
                <a:cs typeface="Arial"/>
              </a:defRPr>
            </a:lvl8pPr>
            <a:lvl9pPr algn="l">
              <a:defRPr sz="1800" b="1">
                <a:solidFill>
                  <a:srgbClr val="1E2A37"/>
                </a:solidFill>
                <a:latin typeface="Arial"/>
                <a:ea typeface="Arial"/>
                <a:cs typeface="Arial"/>
              </a:defRPr>
            </a:lvl9pPr>
          </a:lstStyle>
          <a:p xmlns:a="http://schemas.openxmlformats.org/drawingml/2006/main">
            <a:pPr algn="l">
              <a:defRPr sz="1800" b="1">
                <a:solidFill>
                  <a:srgbClr val="1E2A37"/>
                </a:solidFill>
                <a:latin typeface="Arial"/>
                <a:ea typeface="Arial"/>
                <a:cs typeface="Arial"/>
              </a:defRPr>
            </a:pPr>
            <a:r>
              <a:rPr sz="1800" b="1">
                <a:solidFill>
                  <a:srgbClr val="1E2A37"/>
                </a:solidFill>
                <a:latin typeface="Arial"/>
                <a:ea typeface="Arial"/>
                <a:cs typeface="Arial"/>
              </a:rPr>
              <a:t>The deck shows working components and product iteration while separating hypotheses from results.</a:t>
            </a:r>
          </a:p>
        </p:txBody>
      </p:sp>
      <p:sp>
        <p:nvSpPr>
          <p:cNvPr id="5" name="head-criterion">
            <a:extLst xmlns:a="http://schemas.openxmlformats.org/drawingml/2006/main">
              <a:ext uri="{FF2B5EF4-FFF2-40B4-BE49-F238E27FC236}">
                <a16:creationId xmlns:a16="http://schemas.microsoft.com/office/drawing/2014/main" id="{D3FDD6F1-E9DF-4CE8-B1D8-6BEC4DE86456}"/>
              </a:ext>
            </a:extLst>
          </p:cNvPr>
          <p:cNvSpPr>
            <a:spLocks xmlns:a="http://schemas.openxmlformats.org/drawingml/2006/main" noGrp="1"/>
          </p:cNvSpPr>
          <p:nvPr/>
        </p:nvSpPr>
        <p:spPr>
          <a:xfrm xmlns:a="http://schemas.openxmlformats.org/drawingml/2006/main">
            <a:off x="685800" y="225742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688C9"/>
                </a:solidFill>
                <a:latin typeface="Arial"/>
                <a:ea typeface="Arial"/>
                <a:cs typeface="Arial"/>
              </a:defRPr>
            </a:defPPr>
            <a:lvl1pPr algn="l">
              <a:defRPr sz="1200" b="1">
                <a:solidFill>
                  <a:srgbClr val="1688C9"/>
                </a:solidFill>
                <a:latin typeface="Arial"/>
                <a:ea typeface="Arial"/>
                <a:cs typeface="Arial"/>
              </a:defRPr>
            </a:lvl1pPr>
            <a:lvl2pPr algn="l">
              <a:defRPr sz="1200" b="1">
                <a:solidFill>
                  <a:srgbClr val="1688C9"/>
                </a:solidFill>
                <a:latin typeface="Arial"/>
                <a:ea typeface="Arial"/>
                <a:cs typeface="Arial"/>
              </a:defRPr>
            </a:lvl2pPr>
            <a:lvl3pPr algn="l">
              <a:defRPr sz="1200" b="1">
                <a:solidFill>
                  <a:srgbClr val="1688C9"/>
                </a:solidFill>
                <a:latin typeface="Arial"/>
                <a:ea typeface="Arial"/>
                <a:cs typeface="Arial"/>
              </a:defRPr>
            </a:lvl3pPr>
            <a:lvl4pPr algn="l">
              <a:defRPr sz="1200" b="1">
                <a:solidFill>
                  <a:srgbClr val="1688C9"/>
                </a:solidFill>
                <a:latin typeface="Arial"/>
                <a:ea typeface="Arial"/>
                <a:cs typeface="Arial"/>
              </a:defRPr>
            </a:lvl4pPr>
            <a:lvl5pPr algn="l">
              <a:defRPr sz="1200" b="1">
                <a:solidFill>
                  <a:srgbClr val="1688C9"/>
                </a:solidFill>
                <a:latin typeface="Arial"/>
                <a:ea typeface="Arial"/>
                <a:cs typeface="Arial"/>
              </a:defRPr>
            </a:lvl5pPr>
            <a:lvl6pPr algn="l">
              <a:defRPr sz="1200" b="1">
                <a:solidFill>
                  <a:srgbClr val="1688C9"/>
                </a:solidFill>
                <a:latin typeface="Arial"/>
                <a:ea typeface="Arial"/>
                <a:cs typeface="Arial"/>
              </a:defRPr>
            </a:lvl6pPr>
            <a:lvl7pPr algn="l">
              <a:defRPr sz="1200" b="1">
                <a:solidFill>
                  <a:srgbClr val="1688C9"/>
                </a:solidFill>
                <a:latin typeface="Arial"/>
                <a:ea typeface="Arial"/>
                <a:cs typeface="Arial"/>
              </a:defRPr>
            </a:lvl7pPr>
            <a:lvl8pPr algn="l">
              <a:defRPr sz="1200" b="1">
                <a:solidFill>
                  <a:srgbClr val="1688C9"/>
                </a:solidFill>
                <a:latin typeface="Arial"/>
                <a:ea typeface="Arial"/>
                <a:cs typeface="Arial"/>
              </a:defRPr>
            </a:lvl8pPr>
            <a:lvl9pPr algn="l">
              <a:defRPr sz="1200" b="1">
                <a:solidFill>
                  <a:srgbClr val="1688C9"/>
                </a:solidFill>
                <a:latin typeface="Arial"/>
                <a:ea typeface="Arial"/>
                <a:cs typeface="Arial"/>
              </a:defRPr>
            </a:lvl9pPr>
          </a:lstStyle>
          <a:p xmlns:a="http://schemas.openxmlformats.org/drawingml/2006/main">
            <a:pPr algn="l">
              <a:defRPr sz="1200" b="1">
                <a:solidFill>
                  <a:srgbClr val="1688C9"/>
                </a:solidFill>
                <a:latin typeface="Arial"/>
                <a:ea typeface="Arial"/>
                <a:cs typeface="Arial"/>
              </a:defRPr>
            </a:pPr>
            <a:r>
              <a:rPr sz="1200" b="1">
                <a:solidFill>
                  <a:srgbClr val="1688C9"/>
                </a:solidFill>
                <a:latin typeface="Arial"/>
                <a:ea typeface="Arial"/>
                <a:cs typeface="Arial"/>
              </a:rPr>
              <a:t>JUDGING CRITERION</a:t>
            </a:r>
          </a:p>
        </p:txBody>
      </p:sp>
      <p:sp>
        <p:nvSpPr>
          <p:cNvPr id="6" name="head-evidence">
            <a:extLst xmlns:a="http://schemas.openxmlformats.org/drawingml/2006/main">
              <a:ext uri="{FF2B5EF4-FFF2-40B4-BE49-F238E27FC236}">
                <a16:creationId xmlns:a16="http://schemas.microsoft.com/office/drawing/2014/main" id="{D1CAB386-7F2D-4EEB-A935-987E070A5F67}"/>
              </a:ext>
            </a:extLst>
          </p:cNvPr>
          <p:cNvSpPr>
            <a:spLocks xmlns:a="http://schemas.openxmlformats.org/drawingml/2006/main" noGrp="1"/>
          </p:cNvSpPr>
          <p:nvPr/>
        </p:nvSpPr>
        <p:spPr>
          <a:xfrm xmlns:a="http://schemas.openxmlformats.org/drawingml/2006/main">
            <a:off x="2819400" y="2257425"/>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688C9"/>
                </a:solidFill>
                <a:latin typeface="Arial"/>
                <a:ea typeface="Arial"/>
                <a:cs typeface="Arial"/>
              </a:defRPr>
            </a:defPPr>
            <a:lvl1pPr algn="l">
              <a:defRPr sz="1200" b="1">
                <a:solidFill>
                  <a:srgbClr val="1688C9"/>
                </a:solidFill>
                <a:latin typeface="Arial"/>
                <a:ea typeface="Arial"/>
                <a:cs typeface="Arial"/>
              </a:defRPr>
            </a:lvl1pPr>
            <a:lvl2pPr algn="l">
              <a:defRPr sz="1200" b="1">
                <a:solidFill>
                  <a:srgbClr val="1688C9"/>
                </a:solidFill>
                <a:latin typeface="Arial"/>
                <a:ea typeface="Arial"/>
                <a:cs typeface="Arial"/>
              </a:defRPr>
            </a:lvl2pPr>
            <a:lvl3pPr algn="l">
              <a:defRPr sz="1200" b="1">
                <a:solidFill>
                  <a:srgbClr val="1688C9"/>
                </a:solidFill>
                <a:latin typeface="Arial"/>
                <a:ea typeface="Arial"/>
                <a:cs typeface="Arial"/>
              </a:defRPr>
            </a:lvl3pPr>
            <a:lvl4pPr algn="l">
              <a:defRPr sz="1200" b="1">
                <a:solidFill>
                  <a:srgbClr val="1688C9"/>
                </a:solidFill>
                <a:latin typeface="Arial"/>
                <a:ea typeface="Arial"/>
                <a:cs typeface="Arial"/>
              </a:defRPr>
            </a:lvl4pPr>
            <a:lvl5pPr algn="l">
              <a:defRPr sz="1200" b="1">
                <a:solidFill>
                  <a:srgbClr val="1688C9"/>
                </a:solidFill>
                <a:latin typeface="Arial"/>
                <a:ea typeface="Arial"/>
                <a:cs typeface="Arial"/>
              </a:defRPr>
            </a:lvl5pPr>
            <a:lvl6pPr algn="l">
              <a:defRPr sz="1200" b="1">
                <a:solidFill>
                  <a:srgbClr val="1688C9"/>
                </a:solidFill>
                <a:latin typeface="Arial"/>
                <a:ea typeface="Arial"/>
                <a:cs typeface="Arial"/>
              </a:defRPr>
            </a:lvl6pPr>
            <a:lvl7pPr algn="l">
              <a:defRPr sz="1200" b="1">
                <a:solidFill>
                  <a:srgbClr val="1688C9"/>
                </a:solidFill>
                <a:latin typeface="Arial"/>
                <a:ea typeface="Arial"/>
                <a:cs typeface="Arial"/>
              </a:defRPr>
            </a:lvl7pPr>
            <a:lvl8pPr algn="l">
              <a:defRPr sz="1200" b="1">
                <a:solidFill>
                  <a:srgbClr val="1688C9"/>
                </a:solidFill>
                <a:latin typeface="Arial"/>
                <a:ea typeface="Arial"/>
                <a:cs typeface="Arial"/>
              </a:defRPr>
            </a:lvl8pPr>
            <a:lvl9pPr algn="l">
              <a:defRPr sz="1200" b="1">
                <a:solidFill>
                  <a:srgbClr val="1688C9"/>
                </a:solidFill>
                <a:latin typeface="Arial"/>
                <a:ea typeface="Arial"/>
                <a:cs typeface="Arial"/>
              </a:defRPr>
            </a:lvl9pPr>
          </a:lstStyle>
          <a:p xmlns:a="http://schemas.openxmlformats.org/drawingml/2006/main">
            <a:pPr algn="l">
              <a:defRPr sz="1200" b="1">
                <a:solidFill>
                  <a:srgbClr val="1688C9"/>
                </a:solidFill>
                <a:latin typeface="Arial"/>
                <a:ea typeface="Arial"/>
                <a:cs typeface="Arial"/>
              </a:defRPr>
            </a:pPr>
            <a:r>
              <a:rPr sz="1200" b="1">
                <a:solidFill>
                  <a:srgbClr val="1688C9"/>
                </a:solidFill>
                <a:latin typeface="Arial"/>
                <a:ea typeface="Arial"/>
                <a:cs typeface="Arial"/>
              </a:rPr>
              <a:t>CURRENT PROJECT EVIDENCE</a:t>
            </a:r>
          </a:p>
        </p:txBody>
      </p:sp>
      <p:sp>
        <p:nvSpPr>
          <p:cNvPr id="7" name="head-proof">
            <a:extLst xmlns:a="http://schemas.openxmlformats.org/drawingml/2006/main">
              <a:ext uri="{FF2B5EF4-FFF2-40B4-BE49-F238E27FC236}">
                <a16:creationId xmlns:a16="http://schemas.microsoft.com/office/drawing/2014/main" id="{D4D783CB-D4FA-4635-B613-96797A67FA7F}"/>
              </a:ext>
            </a:extLst>
          </p:cNvPr>
          <p:cNvSpPr>
            <a:spLocks xmlns:a="http://schemas.openxmlformats.org/drawingml/2006/main" noGrp="1"/>
          </p:cNvSpPr>
          <p:nvPr/>
        </p:nvSpPr>
        <p:spPr>
          <a:xfrm xmlns:a="http://schemas.openxmlformats.org/drawingml/2006/main">
            <a:off x="7620000" y="2257425"/>
            <a:ext cx="3733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688C9"/>
                </a:solidFill>
                <a:latin typeface="Arial"/>
                <a:ea typeface="Arial"/>
                <a:cs typeface="Arial"/>
              </a:defRPr>
            </a:defPPr>
            <a:lvl1pPr algn="l">
              <a:defRPr sz="1200" b="1">
                <a:solidFill>
                  <a:srgbClr val="1688C9"/>
                </a:solidFill>
                <a:latin typeface="Arial"/>
                <a:ea typeface="Arial"/>
                <a:cs typeface="Arial"/>
              </a:defRPr>
            </a:lvl1pPr>
            <a:lvl2pPr algn="l">
              <a:defRPr sz="1200" b="1">
                <a:solidFill>
                  <a:srgbClr val="1688C9"/>
                </a:solidFill>
                <a:latin typeface="Arial"/>
                <a:ea typeface="Arial"/>
                <a:cs typeface="Arial"/>
              </a:defRPr>
            </a:lvl2pPr>
            <a:lvl3pPr algn="l">
              <a:defRPr sz="1200" b="1">
                <a:solidFill>
                  <a:srgbClr val="1688C9"/>
                </a:solidFill>
                <a:latin typeface="Arial"/>
                <a:ea typeface="Arial"/>
                <a:cs typeface="Arial"/>
              </a:defRPr>
            </a:lvl3pPr>
            <a:lvl4pPr algn="l">
              <a:defRPr sz="1200" b="1">
                <a:solidFill>
                  <a:srgbClr val="1688C9"/>
                </a:solidFill>
                <a:latin typeface="Arial"/>
                <a:ea typeface="Arial"/>
                <a:cs typeface="Arial"/>
              </a:defRPr>
            </a:lvl4pPr>
            <a:lvl5pPr algn="l">
              <a:defRPr sz="1200" b="1">
                <a:solidFill>
                  <a:srgbClr val="1688C9"/>
                </a:solidFill>
                <a:latin typeface="Arial"/>
                <a:ea typeface="Arial"/>
                <a:cs typeface="Arial"/>
              </a:defRPr>
            </a:lvl5pPr>
            <a:lvl6pPr algn="l">
              <a:defRPr sz="1200" b="1">
                <a:solidFill>
                  <a:srgbClr val="1688C9"/>
                </a:solidFill>
                <a:latin typeface="Arial"/>
                <a:ea typeface="Arial"/>
                <a:cs typeface="Arial"/>
              </a:defRPr>
            </a:lvl6pPr>
            <a:lvl7pPr algn="l">
              <a:defRPr sz="1200" b="1">
                <a:solidFill>
                  <a:srgbClr val="1688C9"/>
                </a:solidFill>
                <a:latin typeface="Arial"/>
                <a:ea typeface="Arial"/>
                <a:cs typeface="Arial"/>
              </a:defRPr>
            </a:lvl7pPr>
            <a:lvl8pPr algn="l">
              <a:defRPr sz="1200" b="1">
                <a:solidFill>
                  <a:srgbClr val="1688C9"/>
                </a:solidFill>
                <a:latin typeface="Arial"/>
                <a:ea typeface="Arial"/>
                <a:cs typeface="Arial"/>
              </a:defRPr>
            </a:lvl8pPr>
            <a:lvl9pPr algn="l">
              <a:defRPr sz="1200" b="1">
                <a:solidFill>
                  <a:srgbClr val="1688C9"/>
                </a:solidFill>
                <a:latin typeface="Arial"/>
                <a:ea typeface="Arial"/>
                <a:cs typeface="Arial"/>
              </a:defRPr>
            </a:lvl9pPr>
          </a:lstStyle>
          <a:p xmlns:a="http://schemas.openxmlformats.org/drawingml/2006/main">
            <a:pPr algn="l">
              <a:defRPr sz="1200" b="1">
                <a:solidFill>
                  <a:srgbClr val="1688C9"/>
                </a:solidFill>
                <a:latin typeface="Arial"/>
                <a:ea typeface="Arial"/>
                <a:cs typeface="Arial"/>
              </a:defRPr>
            </a:pPr>
            <a:r>
              <a:rPr sz="1200" b="1">
                <a:solidFill>
                  <a:srgbClr val="1688C9"/>
                </a:solidFill>
                <a:latin typeface="Arial"/>
                <a:ea typeface="Arial"/>
                <a:cs typeface="Arial"/>
              </a:rPr>
              <a:t>TO STRENGTHEN THE CASE</a:t>
            </a:r>
          </a:p>
        </p:txBody>
      </p:sp>
      <p:sp>
        <p:nvSpPr>
          <p:cNvPr id="8" name="">
            <a:extLst xmlns:a="http://schemas.openxmlformats.org/drawingml/2006/main">
              <a:ext uri="{FF2B5EF4-FFF2-40B4-BE49-F238E27FC236}">
                <a16:creationId xmlns:a16="http://schemas.microsoft.com/office/drawing/2014/main" id="{1B781AA3-6891-4CCF-A7D4-43D5C05E0665}"/>
              </a:ext>
            </a:extLst>
          </p:cNvPr>
          <p:cNvSpPr>
            <a:spLocks xmlns:a="http://schemas.openxmlformats.org/drawingml/2006/main" noGrp="1"/>
          </p:cNvSpPr>
          <p:nvPr/>
        </p:nvSpPr>
        <p:spPr>
          <a:xfrm xmlns:a="http://schemas.openxmlformats.org/drawingml/2006/main">
            <a:off x="685800" y="2600325"/>
            <a:ext cx="106680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9" name="criterion-0">
            <a:extLst xmlns:a="http://schemas.openxmlformats.org/drawingml/2006/main">
              <a:ext uri="{FF2B5EF4-FFF2-40B4-BE49-F238E27FC236}">
                <a16:creationId xmlns:a16="http://schemas.microsoft.com/office/drawing/2014/main" id="{4C9CB1D7-F596-4CE1-9B17-D7BC975BC1AD}"/>
              </a:ext>
            </a:extLst>
          </p:cNvPr>
          <p:cNvSpPr>
            <a:spLocks xmlns:a="http://schemas.openxmlformats.org/drawingml/2006/main" noGrp="1"/>
          </p:cNvSpPr>
          <p:nvPr/>
        </p:nvSpPr>
        <p:spPr>
          <a:xfrm xmlns:a="http://schemas.openxmlformats.org/drawingml/2006/main">
            <a:off x="685800" y="2676525"/>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688C9"/>
                </a:solidFill>
                <a:latin typeface="Arial"/>
                <a:ea typeface="Arial"/>
                <a:cs typeface="Arial"/>
              </a:defRPr>
            </a:defPPr>
            <a:lvl1pPr algn="l">
              <a:defRPr sz="1650" b="1">
                <a:solidFill>
                  <a:srgbClr val="1688C9"/>
                </a:solidFill>
                <a:latin typeface="Arial"/>
                <a:ea typeface="Arial"/>
                <a:cs typeface="Arial"/>
              </a:defRPr>
            </a:lvl1pPr>
            <a:lvl2pPr algn="l">
              <a:defRPr sz="1650" b="1">
                <a:solidFill>
                  <a:srgbClr val="1688C9"/>
                </a:solidFill>
                <a:latin typeface="Arial"/>
                <a:ea typeface="Arial"/>
                <a:cs typeface="Arial"/>
              </a:defRPr>
            </a:lvl2pPr>
            <a:lvl3pPr algn="l">
              <a:defRPr sz="1650" b="1">
                <a:solidFill>
                  <a:srgbClr val="1688C9"/>
                </a:solidFill>
                <a:latin typeface="Arial"/>
                <a:ea typeface="Arial"/>
                <a:cs typeface="Arial"/>
              </a:defRPr>
            </a:lvl3pPr>
            <a:lvl4pPr algn="l">
              <a:defRPr sz="1650" b="1">
                <a:solidFill>
                  <a:srgbClr val="1688C9"/>
                </a:solidFill>
                <a:latin typeface="Arial"/>
                <a:ea typeface="Arial"/>
                <a:cs typeface="Arial"/>
              </a:defRPr>
            </a:lvl4pPr>
            <a:lvl5pPr algn="l">
              <a:defRPr sz="1650" b="1">
                <a:solidFill>
                  <a:srgbClr val="1688C9"/>
                </a:solidFill>
                <a:latin typeface="Arial"/>
                <a:ea typeface="Arial"/>
                <a:cs typeface="Arial"/>
              </a:defRPr>
            </a:lvl5pPr>
            <a:lvl6pPr algn="l">
              <a:defRPr sz="1650" b="1">
                <a:solidFill>
                  <a:srgbClr val="1688C9"/>
                </a:solidFill>
                <a:latin typeface="Arial"/>
                <a:ea typeface="Arial"/>
                <a:cs typeface="Arial"/>
              </a:defRPr>
            </a:lvl6pPr>
            <a:lvl7pPr algn="l">
              <a:defRPr sz="1650" b="1">
                <a:solidFill>
                  <a:srgbClr val="1688C9"/>
                </a:solidFill>
                <a:latin typeface="Arial"/>
                <a:ea typeface="Arial"/>
                <a:cs typeface="Arial"/>
              </a:defRPr>
            </a:lvl7pPr>
            <a:lvl8pPr algn="l">
              <a:defRPr sz="1650" b="1">
                <a:solidFill>
                  <a:srgbClr val="1688C9"/>
                </a:solidFill>
                <a:latin typeface="Arial"/>
                <a:ea typeface="Arial"/>
                <a:cs typeface="Arial"/>
              </a:defRPr>
            </a:lvl8pPr>
            <a:lvl9pPr algn="l">
              <a:defRPr sz="1650" b="1">
                <a:solidFill>
                  <a:srgbClr val="1688C9"/>
                </a:solidFill>
                <a:latin typeface="Arial"/>
                <a:ea typeface="Arial"/>
                <a:cs typeface="Arial"/>
              </a:defRPr>
            </a:lvl9pPr>
          </a:lstStyle>
          <a:p xmlns:a="http://schemas.openxmlformats.org/drawingml/2006/main">
            <a:pPr algn="l">
              <a:defRPr sz="1650" b="1">
                <a:solidFill>
                  <a:srgbClr val="1688C9"/>
                </a:solidFill>
                <a:latin typeface="Arial"/>
                <a:ea typeface="Arial"/>
                <a:cs typeface="Arial"/>
              </a:defRPr>
            </a:pPr>
            <a:r>
              <a:rPr sz="1650" b="1">
                <a:solidFill>
                  <a:srgbClr val="1688C9"/>
                </a:solidFill>
                <a:latin typeface="Arial"/>
                <a:ea typeface="Arial"/>
                <a:cs typeface="Arial"/>
              </a:rPr>
              <a:t>Communication</a:t>
            </a:r>
          </a:p>
        </p:txBody>
      </p:sp>
      <p:sp>
        <p:nvSpPr>
          <p:cNvPr id="10" name="evidence-0">
            <a:extLst xmlns:a="http://schemas.openxmlformats.org/drawingml/2006/main">
              <a:ext uri="{FF2B5EF4-FFF2-40B4-BE49-F238E27FC236}">
                <a16:creationId xmlns:a16="http://schemas.microsoft.com/office/drawing/2014/main" id="{08B591C4-0E99-46EA-854C-E885B1D3359B}"/>
              </a:ext>
            </a:extLst>
          </p:cNvPr>
          <p:cNvSpPr>
            <a:spLocks xmlns:a="http://schemas.openxmlformats.org/drawingml/2006/main" noGrp="1"/>
          </p:cNvSpPr>
          <p:nvPr/>
        </p:nvSpPr>
        <p:spPr>
          <a:xfrm xmlns:a="http://schemas.openxmlformats.org/drawingml/2006/main">
            <a:off x="2819400" y="2676525"/>
            <a:ext cx="4619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1E2A37"/>
                </a:solidFill>
                <a:latin typeface="Arial"/>
                <a:ea typeface="Arial"/>
                <a:cs typeface="Arial"/>
              </a:defRPr>
            </a:defPPr>
            <a:lvl1pPr algn="l">
              <a:defRPr sz="1500" b="0">
                <a:solidFill>
                  <a:srgbClr val="1E2A37"/>
                </a:solidFill>
                <a:latin typeface="Arial"/>
                <a:ea typeface="Arial"/>
                <a:cs typeface="Arial"/>
              </a:defRPr>
            </a:lvl1pPr>
            <a:lvl2pPr algn="l">
              <a:defRPr sz="1500" b="0">
                <a:solidFill>
                  <a:srgbClr val="1E2A37"/>
                </a:solidFill>
                <a:latin typeface="Arial"/>
                <a:ea typeface="Arial"/>
                <a:cs typeface="Arial"/>
              </a:defRPr>
            </a:lvl2pPr>
            <a:lvl3pPr algn="l">
              <a:defRPr sz="1500" b="0">
                <a:solidFill>
                  <a:srgbClr val="1E2A37"/>
                </a:solidFill>
                <a:latin typeface="Arial"/>
                <a:ea typeface="Arial"/>
                <a:cs typeface="Arial"/>
              </a:defRPr>
            </a:lvl3pPr>
            <a:lvl4pPr algn="l">
              <a:defRPr sz="1500" b="0">
                <a:solidFill>
                  <a:srgbClr val="1E2A37"/>
                </a:solidFill>
                <a:latin typeface="Arial"/>
                <a:ea typeface="Arial"/>
                <a:cs typeface="Arial"/>
              </a:defRPr>
            </a:lvl4pPr>
            <a:lvl5pPr algn="l">
              <a:defRPr sz="1500" b="0">
                <a:solidFill>
                  <a:srgbClr val="1E2A37"/>
                </a:solidFill>
                <a:latin typeface="Arial"/>
                <a:ea typeface="Arial"/>
                <a:cs typeface="Arial"/>
              </a:defRPr>
            </a:lvl5pPr>
            <a:lvl6pPr algn="l">
              <a:defRPr sz="1500" b="0">
                <a:solidFill>
                  <a:srgbClr val="1E2A37"/>
                </a:solidFill>
                <a:latin typeface="Arial"/>
                <a:ea typeface="Arial"/>
                <a:cs typeface="Arial"/>
              </a:defRPr>
            </a:lvl6pPr>
            <a:lvl7pPr algn="l">
              <a:defRPr sz="1500" b="0">
                <a:solidFill>
                  <a:srgbClr val="1E2A37"/>
                </a:solidFill>
                <a:latin typeface="Arial"/>
                <a:ea typeface="Arial"/>
                <a:cs typeface="Arial"/>
              </a:defRPr>
            </a:lvl7pPr>
            <a:lvl8pPr algn="l">
              <a:defRPr sz="1500" b="0">
                <a:solidFill>
                  <a:srgbClr val="1E2A37"/>
                </a:solidFill>
                <a:latin typeface="Arial"/>
                <a:ea typeface="Arial"/>
                <a:cs typeface="Arial"/>
              </a:defRPr>
            </a:lvl8pPr>
            <a:lvl9pPr algn="l">
              <a:defRPr sz="1500" b="0">
                <a:solidFill>
                  <a:srgbClr val="1E2A37"/>
                </a:solidFill>
                <a:latin typeface="Arial"/>
                <a:ea typeface="Arial"/>
                <a:cs typeface="Arial"/>
              </a:defRPr>
            </a:lvl9pPr>
          </a:lstStyle>
          <a:p xmlns:a="http://schemas.openxmlformats.org/drawingml/2006/main">
            <a:pPr algn="l">
              <a:defRPr sz="1500" b="0">
                <a:solidFill>
                  <a:srgbClr val="1E2A37"/>
                </a:solidFill>
                <a:latin typeface="Arial"/>
                <a:ea typeface="Arial"/>
                <a:cs typeface="Arial"/>
              </a:defRPr>
            </a:pPr>
            <a:r>
              <a:rPr sz="1500" b="0">
                <a:solidFill>
                  <a:srgbClr val="1E2A37"/>
                </a:solidFill>
                <a:latin typeface="Arial"/>
                <a:ea typeface="Arial"/>
                <a:cs typeface="Arial"/>
              </a:rPr>
              <a:t>The main LMS and Carmen mock Canvas provide a functional walkthrough. This deck shows the data flow, an editable analytics chart, quiz review, and tutor policy flow.</a:t>
            </a:r>
          </a:p>
        </p:txBody>
      </p:sp>
      <p:sp>
        <p:nvSpPr>
          <p:cNvPr id="11" name="proof-0">
            <a:extLst xmlns:a="http://schemas.openxmlformats.org/drawingml/2006/main">
              <a:ext uri="{FF2B5EF4-FFF2-40B4-BE49-F238E27FC236}">
                <a16:creationId xmlns:a16="http://schemas.microsoft.com/office/drawing/2014/main" id="{5A93AA47-4032-448F-BCC8-0B587D6C9A3D}"/>
              </a:ext>
            </a:extLst>
          </p:cNvPr>
          <p:cNvSpPr>
            <a:spLocks xmlns:a="http://schemas.openxmlformats.org/drawingml/2006/main" noGrp="1"/>
          </p:cNvSpPr>
          <p:nvPr/>
        </p:nvSpPr>
        <p:spPr>
          <a:xfrm xmlns:a="http://schemas.openxmlformats.org/drawingml/2006/main">
            <a:off x="7620000" y="2676525"/>
            <a:ext cx="3733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B6877"/>
                </a:solidFill>
                <a:latin typeface="Arial"/>
                <a:ea typeface="Arial"/>
                <a:cs typeface="Arial"/>
              </a:defRPr>
            </a:defPPr>
            <a:lvl1pPr algn="l">
              <a:defRPr sz="1500" b="0">
                <a:solidFill>
                  <a:srgbClr val="5B6877"/>
                </a:solidFill>
                <a:latin typeface="Arial"/>
                <a:ea typeface="Arial"/>
                <a:cs typeface="Arial"/>
              </a:defRPr>
            </a:lvl1pPr>
            <a:lvl2pPr algn="l">
              <a:defRPr sz="1500" b="0">
                <a:solidFill>
                  <a:srgbClr val="5B6877"/>
                </a:solidFill>
                <a:latin typeface="Arial"/>
                <a:ea typeface="Arial"/>
                <a:cs typeface="Arial"/>
              </a:defRPr>
            </a:lvl2pPr>
            <a:lvl3pPr algn="l">
              <a:defRPr sz="1500" b="0">
                <a:solidFill>
                  <a:srgbClr val="5B6877"/>
                </a:solidFill>
                <a:latin typeface="Arial"/>
                <a:ea typeface="Arial"/>
                <a:cs typeface="Arial"/>
              </a:defRPr>
            </a:lvl3pPr>
            <a:lvl4pPr algn="l">
              <a:defRPr sz="1500" b="0">
                <a:solidFill>
                  <a:srgbClr val="5B6877"/>
                </a:solidFill>
                <a:latin typeface="Arial"/>
                <a:ea typeface="Arial"/>
                <a:cs typeface="Arial"/>
              </a:defRPr>
            </a:lvl4pPr>
            <a:lvl5pPr algn="l">
              <a:defRPr sz="1500" b="0">
                <a:solidFill>
                  <a:srgbClr val="5B6877"/>
                </a:solidFill>
                <a:latin typeface="Arial"/>
                <a:ea typeface="Arial"/>
                <a:cs typeface="Arial"/>
              </a:defRPr>
            </a:lvl5pPr>
            <a:lvl6pPr algn="l">
              <a:defRPr sz="1500" b="0">
                <a:solidFill>
                  <a:srgbClr val="5B6877"/>
                </a:solidFill>
                <a:latin typeface="Arial"/>
                <a:ea typeface="Arial"/>
                <a:cs typeface="Arial"/>
              </a:defRPr>
            </a:lvl6pPr>
            <a:lvl7pPr algn="l">
              <a:defRPr sz="1500" b="0">
                <a:solidFill>
                  <a:srgbClr val="5B6877"/>
                </a:solidFill>
                <a:latin typeface="Arial"/>
                <a:ea typeface="Arial"/>
                <a:cs typeface="Arial"/>
              </a:defRPr>
            </a:lvl7pPr>
            <a:lvl8pPr algn="l">
              <a:defRPr sz="1500" b="0">
                <a:solidFill>
                  <a:srgbClr val="5B6877"/>
                </a:solidFill>
                <a:latin typeface="Arial"/>
                <a:ea typeface="Arial"/>
                <a:cs typeface="Arial"/>
              </a:defRPr>
            </a:lvl8pPr>
            <a:lvl9pPr algn="l">
              <a:defRPr sz="1500" b="0">
                <a:solidFill>
                  <a:srgbClr val="5B6877"/>
                </a:solidFill>
                <a:latin typeface="Arial"/>
                <a:ea typeface="Arial"/>
                <a:cs typeface="Arial"/>
              </a:defRPr>
            </a:lvl9pPr>
          </a:lstStyle>
          <a:p xmlns:a="http://schemas.openxmlformats.org/drawingml/2006/main">
            <a:pPr algn="l">
              <a:defRPr sz="1500" b="0">
                <a:solidFill>
                  <a:srgbClr val="5B6877"/>
                </a:solidFill>
                <a:latin typeface="Arial"/>
                <a:ea typeface="Arial"/>
                <a:cs typeface="Arial"/>
              </a:defRPr>
            </a:pPr>
            <a:r>
              <a:rPr sz="1500" b="0">
                <a:solidFill>
                  <a:srgbClr val="5B6877"/>
                </a:solidFill>
                <a:latin typeface="Arial"/>
                <a:ea typeface="Arial"/>
                <a:cs typeface="Arial"/>
              </a:rPr>
              <a:t>Use the live prototype during judging. No presentation usability feedback or project video is documented.</a:t>
            </a:r>
          </a:p>
        </p:txBody>
      </p:sp>
      <p:sp>
        <p:nvSpPr>
          <p:cNvPr id="12" name="">
            <a:extLst xmlns:a="http://schemas.openxmlformats.org/drawingml/2006/main">
              <a:ext uri="{FF2B5EF4-FFF2-40B4-BE49-F238E27FC236}">
                <a16:creationId xmlns:a16="http://schemas.microsoft.com/office/drawing/2014/main" id="{D01924E1-DC82-4F51-AC82-23580AFBF41B}"/>
              </a:ext>
            </a:extLst>
          </p:cNvPr>
          <p:cNvSpPr>
            <a:spLocks xmlns:a="http://schemas.openxmlformats.org/drawingml/2006/main" noGrp="1"/>
          </p:cNvSpPr>
          <p:nvPr/>
        </p:nvSpPr>
        <p:spPr>
          <a:xfrm xmlns:a="http://schemas.openxmlformats.org/drawingml/2006/main">
            <a:off x="685800" y="3752850"/>
            <a:ext cx="106680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3" name="criterion-1">
            <a:extLst xmlns:a="http://schemas.openxmlformats.org/drawingml/2006/main">
              <a:ext uri="{FF2B5EF4-FFF2-40B4-BE49-F238E27FC236}">
                <a16:creationId xmlns:a16="http://schemas.microsoft.com/office/drawing/2014/main" id="{567B6711-8B1E-40DA-B0C8-F617FD10589F}"/>
              </a:ext>
            </a:extLst>
          </p:cNvPr>
          <p:cNvSpPr>
            <a:spLocks xmlns:a="http://schemas.openxmlformats.org/drawingml/2006/main" noGrp="1"/>
          </p:cNvSpPr>
          <p:nvPr/>
        </p:nvSpPr>
        <p:spPr>
          <a:xfrm xmlns:a="http://schemas.openxmlformats.org/drawingml/2006/main">
            <a:off x="685800" y="3829050"/>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3D9478"/>
                </a:solidFill>
                <a:latin typeface="Arial"/>
                <a:ea typeface="Arial"/>
                <a:cs typeface="Arial"/>
              </a:defRPr>
            </a:defPPr>
            <a:lvl1pPr algn="l">
              <a:defRPr sz="1650" b="1">
                <a:solidFill>
                  <a:srgbClr val="3D9478"/>
                </a:solidFill>
                <a:latin typeface="Arial"/>
                <a:ea typeface="Arial"/>
                <a:cs typeface="Arial"/>
              </a:defRPr>
            </a:lvl1pPr>
            <a:lvl2pPr algn="l">
              <a:defRPr sz="1650" b="1">
                <a:solidFill>
                  <a:srgbClr val="3D9478"/>
                </a:solidFill>
                <a:latin typeface="Arial"/>
                <a:ea typeface="Arial"/>
                <a:cs typeface="Arial"/>
              </a:defRPr>
            </a:lvl2pPr>
            <a:lvl3pPr algn="l">
              <a:defRPr sz="1650" b="1">
                <a:solidFill>
                  <a:srgbClr val="3D9478"/>
                </a:solidFill>
                <a:latin typeface="Arial"/>
                <a:ea typeface="Arial"/>
                <a:cs typeface="Arial"/>
              </a:defRPr>
            </a:lvl3pPr>
            <a:lvl4pPr algn="l">
              <a:defRPr sz="1650" b="1">
                <a:solidFill>
                  <a:srgbClr val="3D9478"/>
                </a:solidFill>
                <a:latin typeface="Arial"/>
                <a:ea typeface="Arial"/>
                <a:cs typeface="Arial"/>
              </a:defRPr>
            </a:lvl4pPr>
            <a:lvl5pPr algn="l">
              <a:defRPr sz="1650" b="1">
                <a:solidFill>
                  <a:srgbClr val="3D9478"/>
                </a:solidFill>
                <a:latin typeface="Arial"/>
                <a:ea typeface="Arial"/>
                <a:cs typeface="Arial"/>
              </a:defRPr>
            </a:lvl5pPr>
            <a:lvl6pPr algn="l">
              <a:defRPr sz="1650" b="1">
                <a:solidFill>
                  <a:srgbClr val="3D9478"/>
                </a:solidFill>
                <a:latin typeface="Arial"/>
                <a:ea typeface="Arial"/>
                <a:cs typeface="Arial"/>
              </a:defRPr>
            </a:lvl6pPr>
            <a:lvl7pPr algn="l">
              <a:defRPr sz="1650" b="1">
                <a:solidFill>
                  <a:srgbClr val="3D9478"/>
                </a:solidFill>
                <a:latin typeface="Arial"/>
                <a:ea typeface="Arial"/>
                <a:cs typeface="Arial"/>
              </a:defRPr>
            </a:lvl7pPr>
            <a:lvl8pPr algn="l">
              <a:defRPr sz="1650" b="1">
                <a:solidFill>
                  <a:srgbClr val="3D9478"/>
                </a:solidFill>
                <a:latin typeface="Arial"/>
                <a:ea typeface="Arial"/>
                <a:cs typeface="Arial"/>
              </a:defRPr>
            </a:lvl8pPr>
            <a:lvl9pPr algn="l">
              <a:defRPr sz="1650" b="1">
                <a:solidFill>
                  <a:srgbClr val="3D9478"/>
                </a:solidFill>
                <a:latin typeface="Arial"/>
                <a:ea typeface="Arial"/>
                <a:cs typeface="Arial"/>
              </a:defRPr>
            </a:lvl9pPr>
          </a:lstStyle>
          <a:p xmlns:a="http://schemas.openxmlformats.org/drawingml/2006/main">
            <a:pPr algn="l">
              <a:defRPr sz="1650" b="1">
                <a:solidFill>
                  <a:srgbClr val="3D9478"/>
                </a:solidFill>
                <a:latin typeface="Arial"/>
                <a:ea typeface="Arial"/>
                <a:cs typeface="Arial"/>
              </a:defRPr>
            </a:pPr>
            <a:r>
              <a:rPr sz="1650" b="1">
                <a:solidFill>
                  <a:srgbClr val="3D9478"/>
                </a:solidFill>
                <a:latin typeface="Arial"/>
                <a:ea typeface="Arial"/>
                <a:cs typeface="Arial"/>
              </a:rPr>
              <a:t>Impact</a:t>
            </a:r>
          </a:p>
        </p:txBody>
      </p:sp>
      <p:sp>
        <p:nvSpPr>
          <p:cNvPr id="14" name="evidence-1">
            <a:extLst xmlns:a="http://schemas.openxmlformats.org/drawingml/2006/main">
              <a:ext uri="{FF2B5EF4-FFF2-40B4-BE49-F238E27FC236}">
                <a16:creationId xmlns:a16="http://schemas.microsoft.com/office/drawing/2014/main" id="{696644BC-5C7D-400D-8023-1DD096996598}"/>
              </a:ext>
            </a:extLst>
          </p:cNvPr>
          <p:cNvSpPr>
            <a:spLocks xmlns:a="http://schemas.openxmlformats.org/drawingml/2006/main" noGrp="1"/>
          </p:cNvSpPr>
          <p:nvPr/>
        </p:nvSpPr>
        <p:spPr>
          <a:xfrm xmlns:a="http://schemas.openxmlformats.org/drawingml/2006/main">
            <a:off x="2819400" y="3829050"/>
            <a:ext cx="4619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152"/>
          </a:bodyPr>
          <a:lstStyle xmlns:a="http://schemas.openxmlformats.org/drawingml/2006/main">
            <a:defPPr algn="l">
              <a:defRPr sz="1500" b="0">
                <a:solidFill>
                  <a:srgbClr val="1E2A37"/>
                </a:solidFill>
                <a:latin typeface="Arial"/>
                <a:ea typeface="Arial"/>
                <a:cs typeface="Arial"/>
              </a:defRPr>
            </a:defPPr>
            <a:lvl1pPr algn="l">
              <a:defRPr sz="1500" b="0">
                <a:solidFill>
                  <a:srgbClr val="1E2A37"/>
                </a:solidFill>
                <a:latin typeface="Arial"/>
                <a:ea typeface="Arial"/>
                <a:cs typeface="Arial"/>
              </a:defRPr>
            </a:lvl1pPr>
            <a:lvl2pPr algn="l">
              <a:defRPr sz="1500" b="0">
                <a:solidFill>
                  <a:srgbClr val="1E2A37"/>
                </a:solidFill>
                <a:latin typeface="Arial"/>
                <a:ea typeface="Arial"/>
                <a:cs typeface="Arial"/>
              </a:defRPr>
            </a:lvl2pPr>
            <a:lvl3pPr algn="l">
              <a:defRPr sz="1500" b="0">
                <a:solidFill>
                  <a:srgbClr val="1E2A37"/>
                </a:solidFill>
                <a:latin typeface="Arial"/>
                <a:ea typeface="Arial"/>
                <a:cs typeface="Arial"/>
              </a:defRPr>
            </a:lvl3pPr>
            <a:lvl4pPr algn="l">
              <a:defRPr sz="1500" b="0">
                <a:solidFill>
                  <a:srgbClr val="1E2A37"/>
                </a:solidFill>
                <a:latin typeface="Arial"/>
                <a:ea typeface="Arial"/>
                <a:cs typeface="Arial"/>
              </a:defRPr>
            </a:lvl4pPr>
            <a:lvl5pPr algn="l">
              <a:defRPr sz="1500" b="0">
                <a:solidFill>
                  <a:srgbClr val="1E2A37"/>
                </a:solidFill>
                <a:latin typeface="Arial"/>
                <a:ea typeface="Arial"/>
                <a:cs typeface="Arial"/>
              </a:defRPr>
            </a:lvl5pPr>
            <a:lvl6pPr algn="l">
              <a:defRPr sz="1500" b="0">
                <a:solidFill>
                  <a:srgbClr val="1E2A37"/>
                </a:solidFill>
                <a:latin typeface="Arial"/>
                <a:ea typeface="Arial"/>
                <a:cs typeface="Arial"/>
              </a:defRPr>
            </a:lvl6pPr>
            <a:lvl7pPr algn="l">
              <a:defRPr sz="1500" b="0">
                <a:solidFill>
                  <a:srgbClr val="1E2A37"/>
                </a:solidFill>
                <a:latin typeface="Arial"/>
                <a:ea typeface="Arial"/>
                <a:cs typeface="Arial"/>
              </a:defRPr>
            </a:lvl7pPr>
            <a:lvl8pPr algn="l">
              <a:defRPr sz="1500" b="0">
                <a:solidFill>
                  <a:srgbClr val="1E2A37"/>
                </a:solidFill>
                <a:latin typeface="Arial"/>
                <a:ea typeface="Arial"/>
                <a:cs typeface="Arial"/>
              </a:defRPr>
            </a:lvl8pPr>
            <a:lvl9pPr algn="l">
              <a:defRPr sz="1500" b="0">
                <a:solidFill>
                  <a:srgbClr val="1E2A37"/>
                </a:solidFill>
                <a:latin typeface="Arial"/>
                <a:ea typeface="Arial"/>
                <a:cs typeface="Arial"/>
              </a:defRPr>
            </a:lvl9pPr>
          </a:lstStyle>
          <a:p xmlns:a="http://schemas.openxmlformats.org/drawingml/2006/main">
            <a:pPr algn="l">
              <a:defRPr sz="1500" b="0">
                <a:solidFill>
                  <a:srgbClr val="1E2A37"/>
                </a:solidFill>
                <a:latin typeface="Arial"/>
                <a:ea typeface="Arial"/>
                <a:cs typeface="Arial"/>
              </a:defRPr>
            </a:pPr>
            <a:r>
              <a:rPr sz="1500" b="0">
                <a:solidFill>
                  <a:srgbClr val="1E2A37"/>
                </a:solidFill>
                <a:latin typeface="Arial"/>
                <a:ea typeface="Arial"/>
                <a:cs typeface="Arial"/>
              </a:rPr>
              <a:t>Potential value: help students move from a missed item to a relevant practice step, and help instructors inspect linked question and outcome patterns. A local prototype and verified analytics run show technical feasibility.</a:t>
            </a:r>
          </a:p>
        </p:txBody>
      </p:sp>
      <p:sp>
        <p:nvSpPr>
          <p:cNvPr id="15" name="proof-1">
            <a:extLst xmlns:a="http://schemas.openxmlformats.org/drawingml/2006/main">
              <a:ext uri="{FF2B5EF4-FFF2-40B4-BE49-F238E27FC236}">
                <a16:creationId xmlns:a16="http://schemas.microsoft.com/office/drawing/2014/main" id="{0C500F53-6E01-4793-8A32-68800AB53F2C}"/>
              </a:ext>
            </a:extLst>
          </p:cNvPr>
          <p:cNvSpPr>
            <a:spLocks xmlns:a="http://schemas.openxmlformats.org/drawingml/2006/main" noGrp="1"/>
          </p:cNvSpPr>
          <p:nvPr/>
        </p:nvSpPr>
        <p:spPr>
          <a:xfrm xmlns:a="http://schemas.openxmlformats.org/drawingml/2006/main">
            <a:off x="7620000" y="3829050"/>
            <a:ext cx="3733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B6877"/>
                </a:solidFill>
                <a:latin typeface="Arial"/>
                <a:ea typeface="Arial"/>
                <a:cs typeface="Arial"/>
              </a:defRPr>
            </a:defPPr>
            <a:lvl1pPr algn="l">
              <a:defRPr sz="1500" b="0">
                <a:solidFill>
                  <a:srgbClr val="5B6877"/>
                </a:solidFill>
                <a:latin typeface="Arial"/>
                <a:ea typeface="Arial"/>
                <a:cs typeface="Arial"/>
              </a:defRPr>
            </a:lvl1pPr>
            <a:lvl2pPr algn="l">
              <a:defRPr sz="1500" b="0">
                <a:solidFill>
                  <a:srgbClr val="5B6877"/>
                </a:solidFill>
                <a:latin typeface="Arial"/>
                <a:ea typeface="Arial"/>
                <a:cs typeface="Arial"/>
              </a:defRPr>
            </a:lvl2pPr>
            <a:lvl3pPr algn="l">
              <a:defRPr sz="1500" b="0">
                <a:solidFill>
                  <a:srgbClr val="5B6877"/>
                </a:solidFill>
                <a:latin typeface="Arial"/>
                <a:ea typeface="Arial"/>
                <a:cs typeface="Arial"/>
              </a:defRPr>
            </a:lvl3pPr>
            <a:lvl4pPr algn="l">
              <a:defRPr sz="1500" b="0">
                <a:solidFill>
                  <a:srgbClr val="5B6877"/>
                </a:solidFill>
                <a:latin typeface="Arial"/>
                <a:ea typeface="Arial"/>
                <a:cs typeface="Arial"/>
              </a:defRPr>
            </a:lvl4pPr>
            <a:lvl5pPr algn="l">
              <a:defRPr sz="1500" b="0">
                <a:solidFill>
                  <a:srgbClr val="5B6877"/>
                </a:solidFill>
                <a:latin typeface="Arial"/>
                <a:ea typeface="Arial"/>
                <a:cs typeface="Arial"/>
              </a:defRPr>
            </a:lvl5pPr>
            <a:lvl6pPr algn="l">
              <a:defRPr sz="1500" b="0">
                <a:solidFill>
                  <a:srgbClr val="5B6877"/>
                </a:solidFill>
                <a:latin typeface="Arial"/>
                <a:ea typeface="Arial"/>
                <a:cs typeface="Arial"/>
              </a:defRPr>
            </a:lvl6pPr>
            <a:lvl7pPr algn="l">
              <a:defRPr sz="1500" b="0">
                <a:solidFill>
                  <a:srgbClr val="5B6877"/>
                </a:solidFill>
                <a:latin typeface="Arial"/>
                <a:ea typeface="Arial"/>
                <a:cs typeface="Arial"/>
              </a:defRPr>
            </a:lvl7pPr>
            <a:lvl8pPr algn="l">
              <a:defRPr sz="1500" b="0">
                <a:solidFill>
                  <a:srgbClr val="5B6877"/>
                </a:solidFill>
                <a:latin typeface="Arial"/>
                <a:ea typeface="Arial"/>
                <a:cs typeface="Arial"/>
              </a:defRPr>
            </a:lvl8pPr>
            <a:lvl9pPr algn="l">
              <a:defRPr sz="1500" b="0">
                <a:solidFill>
                  <a:srgbClr val="5B6877"/>
                </a:solidFill>
                <a:latin typeface="Arial"/>
                <a:ea typeface="Arial"/>
                <a:cs typeface="Arial"/>
              </a:defRPr>
            </a:lvl9pPr>
          </a:lstStyle>
          <a:p xmlns:a="http://schemas.openxmlformats.org/drawingml/2006/main">
            <a:pPr algn="l">
              <a:defRPr sz="1500" b="0">
                <a:solidFill>
                  <a:srgbClr val="5B6877"/>
                </a:solidFill>
                <a:latin typeface="Arial"/>
                <a:ea typeface="Arial"/>
                <a:cs typeface="Arial"/>
              </a:defRPr>
            </a:pPr>
            <a:r>
              <a:rPr sz="1500" b="0">
                <a:solidFill>
                  <a:srgbClr val="5B6877"/>
                </a:solidFill>
                <a:latin typeface="Arial"/>
                <a:ea typeface="Arial"/>
                <a:cs typeface="Arial"/>
              </a:rPr>
              <a:t>This is a value hypothesis. We have not measured learning gains, time saved, adoption, or stakeholder outcomes.</a:t>
            </a:r>
          </a:p>
        </p:txBody>
      </p:sp>
      <p:sp>
        <p:nvSpPr>
          <p:cNvPr id="16" name="">
            <a:extLst xmlns:a="http://schemas.openxmlformats.org/drawingml/2006/main">
              <a:ext uri="{FF2B5EF4-FFF2-40B4-BE49-F238E27FC236}">
                <a16:creationId xmlns:a16="http://schemas.microsoft.com/office/drawing/2014/main" id="{57429650-33E3-481F-9175-F1F3FA2BA591}"/>
              </a:ext>
            </a:extLst>
          </p:cNvPr>
          <p:cNvSpPr>
            <a:spLocks xmlns:a="http://schemas.openxmlformats.org/drawingml/2006/main" noGrp="1"/>
          </p:cNvSpPr>
          <p:nvPr/>
        </p:nvSpPr>
        <p:spPr>
          <a:xfrm xmlns:a="http://schemas.openxmlformats.org/drawingml/2006/main">
            <a:off x="685800" y="4905375"/>
            <a:ext cx="106680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17" name="criterion-2">
            <a:extLst xmlns:a="http://schemas.openxmlformats.org/drawingml/2006/main">
              <a:ext uri="{FF2B5EF4-FFF2-40B4-BE49-F238E27FC236}">
                <a16:creationId xmlns:a16="http://schemas.microsoft.com/office/drawing/2014/main" id="{6D149CAD-9766-46E7-9E0D-06F026707D79}"/>
              </a:ext>
            </a:extLst>
          </p:cNvPr>
          <p:cNvSpPr>
            <a:spLocks xmlns:a="http://schemas.openxmlformats.org/drawingml/2006/main" noGrp="1"/>
          </p:cNvSpPr>
          <p:nvPr/>
        </p:nvSpPr>
        <p:spPr>
          <a:xfrm xmlns:a="http://schemas.openxmlformats.org/drawingml/2006/main">
            <a:off x="685800" y="4981575"/>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F0A548"/>
                </a:solidFill>
                <a:latin typeface="Arial"/>
                <a:ea typeface="Arial"/>
                <a:cs typeface="Arial"/>
              </a:defRPr>
            </a:defPPr>
            <a:lvl1pPr algn="l">
              <a:defRPr sz="1650" b="1">
                <a:solidFill>
                  <a:srgbClr val="F0A548"/>
                </a:solidFill>
                <a:latin typeface="Arial"/>
                <a:ea typeface="Arial"/>
                <a:cs typeface="Arial"/>
              </a:defRPr>
            </a:lvl1pPr>
            <a:lvl2pPr algn="l">
              <a:defRPr sz="1650" b="1">
                <a:solidFill>
                  <a:srgbClr val="F0A548"/>
                </a:solidFill>
                <a:latin typeface="Arial"/>
                <a:ea typeface="Arial"/>
                <a:cs typeface="Arial"/>
              </a:defRPr>
            </a:lvl2pPr>
            <a:lvl3pPr algn="l">
              <a:defRPr sz="1650" b="1">
                <a:solidFill>
                  <a:srgbClr val="F0A548"/>
                </a:solidFill>
                <a:latin typeface="Arial"/>
                <a:ea typeface="Arial"/>
                <a:cs typeface="Arial"/>
              </a:defRPr>
            </a:lvl3pPr>
            <a:lvl4pPr algn="l">
              <a:defRPr sz="1650" b="1">
                <a:solidFill>
                  <a:srgbClr val="F0A548"/>
                </a:solidFill>
                <a:latin typeface="Arial"/>
                <a:ea typeface="Arial"/>
                <a:cs typeface="Arial"/>
              </a:defRPr>
            </a:lvl4pPr>
            <a:lvl5pPr algn="l">
              <a:defRPr sz="1650" b="1">
                <a:solidFill>
                  <a:srgbClr val="F0A548"/>
                </a:solidFill>
                <a:latin typeface="Arial"/>
                <a:ea typeface="Arial"/>
                <a:cs typeface="Arial"/>
              </a:defRPr>
            </a:lvl5pPr>
            <a:lvl6pPr algn="l">
              <a:defRPr sz="1650" b="1">
                <a:solidFill>
                  <a:srgbClr val="F0A548"/>
                </a:solidFill>
                <a:latin typeface="Arial"/>
                <a:ea typeface="Arial"/>
                <a:cs typeface="Arial"/>
              </a:defRPr>
            </a:lvl6pPr>
            <a:lvl7pPr algn="l">
              <a:defRPr sz="1650" b="1">
                <a:solidFill>
                  <a:srgbClr val="F0A548"/>
                </a:solidFill>
                <a:latin typeface="Arial"/>
                <a:ea typeface="Arial"/>
                <a:cs typeface="Arial"/>
              </a:defRPr>
            </a:lvl7pPr>
            <a:lvl8pPr algn="l">
              <a:defRPr sz="1650" b="1">
                <a:solidFill>
                  <a:srgbClr val="F0A548"/>
                </a:solidFill>
                <a:latin typeface="Arial"/>
                <a:ea typeface="Arial"/>
                <a:cs typeface="Arial"/>
              </a:defRPr>
            </a:lvl8pPr>
            <a:lvl9pPr algn="l">
              <a:defRPr sz="1650" b="1">
                <a:solidFill>
                  <a:srgbClr val="F0A548"/>
                </a:solidFill>
                <a:latin typeface="Arial"/>
                <a:ea typeface="Arial"/>
                <a:cs typeface="Arial"/>
              </a:defRPr>
            </a:lvl9pPr>
          </a:lstStyle>
          <a:p xmlns:a="http://schemas.openxmlformats.org/drawingml/2006/main">
            <a:pPr algn="l">
              <a:defRPr sz="1650" b="1">
                <a:solidFill>
                  <a:srgbClr val="F0A548"/>
                </a:solidFill>
                <a:latin typeface="Arial"/>
                <a:ea typeface="Arial"/>
                <a:cs typeface="Arial"/>
              </a:defRPr>
            </a:pPr>
            <a:r>
              <a:rPr sz="1650" b="1">
                <a:solidFill>
                  <a:srgbClr val="F0A548"/>
                </a:solidFill>
                <a:latin typeface="Arial"/>
                <a:ea typeface="Arial"/>
                <a:cs typeface="Arial"/>
              </a:rPr>
              <a:t>Navigating challenges</a:t>
            </a:r>
          </a:p>
        </p:txBody>
      </p:sp>
      <p:sp>
        <p:nvSpPr>
          <p:cNvPr id="18" name="evidence-2">
            <a:extLst xmlns:a="http://schemas.openxmlformats.org/drawingml/2006/main">
              <a:ext uri="{FF2B5EF4-FFF2-40B4-BE49-F238E27FC236}">
                <a16:creationId xmlns:a16="http://schemas.microsoft.com/office/drawing/2014/main" id="{0A79E182-129C-4755-B09B-A0ABE1BC3867}"/>
              </a:ext>
            </a:extLst>
          </p:cNvPr>
          <p:cNvSpPr>
            <a:spLocks xmlns:a="http://schemas.openxmlformats.org/drawingml/2006/main" noGrp="1"/>
          </p:cNvSpPr>
          <p:nvPr/>
        </p:nvSpPr>
        <p:spPr>
          <a:xfrm xmlns:a="http://schemas.openxmlformats.org/drawingml/2006/main">
            <a:off x="2819400" y="4981575"/>
            <a:ext cx="4619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1E2A37"/>
                </a:solidFill>
                <a:latin typeface="Arial"/>
                <a:ea typeface="Arial"/>
                <a:cs typeface="Arial"/>
              </a:defRPr>
            </a:defPPr>
            <a:lvl1pPr algn="l">
              <a:defRPr sz="1500" b="0">
                <a:solidFill>
                  <a:srgbClr val="1E2A37"/>
                </a:solidFill>
                <a:latin typeface="Arial"/>
                <a:ea typeface="Arial"/>
                <a:cs typeface="Arial"/>
              </a:defRPr>
            </a:lvl1pPr>
            <a:lvl2pPr algn="l">
              <a:defRPr sz="1500" b="0">
                <a:solidFill>
                  <a:srgbClr val="1E2A37"/>
                </a:solidFill>
                <a:latin typeface="Arial"/>
                <a:ea typeface="Arial"/>
                <a:cs typeface="Arial"/>
              </a:defRPr>
            </a:lvl2pPr>
            <a:lvl3pPr algn="l">
              <a:defRPr sz="1500" b="0">
                <a:solidFill>
                  <a:srgbClr val="1E2A37"/>
                </a:solidFill>
                <a:latin typeface="Arial"/>
                <a:ea typeface="Arial"/>
                <a:cs typeface="Arial"/>
              </a:defRPr>
            </a:lvl3pPr>
            <a:lvl4pPr algn="l">
              <a:defRPr sz="1500" b="0">
                <a:solidFill>
                  <a:srgbClr val="1E2A37"/>
                </a:solidFill>
                <a:latin typeface="Arial"/>
                <a:ea typeface="Arial"/>
                <a:cs typeface="Arial"/>
              </a:defRPr>
            </a:lvl4pPr>
            <a:lvl5pPr algn="l">
              <a:defRPr sz="1500" b="0">
                <a:solidFill>
                  <a:srgbClr val="1E2A37"/>
                </a:solidFill>
                <a:latin typeface="Arial"/>
                <a:ea typeface="Arial"/>
                <a:cs typeface="Arial"/>
              </a:defRPr>
            </a:lvl5pPr>
            <a:lvl6pPr algn="l">
              <a:defRPr sz="1500" b="0">
                <a:solidFill>
                  <a:srgbClr val="1E2A37"/>
                </a:solidFill>
                <a:latin typeface="Arial"/>
                <a:ea typeface="Arial"/>
                <a:cs typeface="Arial"/>
              </a:defRPr>
            </a:lvl6pPr>
            <a:lvl7pPr algn="l">
              <a:defRPr sz="1500" b="0">
                <a:solidFill>
                  <a:srgbClr val="1E2A37"/>
                </a:solidFill>
                <a:latin typeface="Arial"/>
                <a:ea typeface="Arial"/>
                <a:cs typeface="Arial"/>
              </a:defRPr>
            </a:lvl7pPr>
            <a:lvl8pPr algn="l">
              <a:defRPr sz="1500" b="0">
                <a:solidFill>
                  <a:srgbClr val="1E2A37"/>
                </a:solidFill>
                <a:latin typeface="Arial"/>
                <a:ea typeface="Arial"/>
                <a:cs typeface="Arial"/>
              </a:defRPr>
            </a:lvl8pPr>
            <a:lvl9pPr algn="l">
              <a:defRPr sz="1500" b="0">
                <a:solidFill>
                  <a:srgbClr val="1E2A37"/>
                </a:solidFill>
                <a:latin typeface="Arial"/>
                <a:ea typeface="Arial"/>
                <a:cs typeface="Arial"/>
              </a:defRPr>
            </a:lvl9pPr>
          </a:lstStyle>
          <a:p xmlns:a="http://schemas.openxmlformats.org/drawingml/2006/main">
            <a:pPr algn="l">
              <a:defRPr sz="1500" b="0">
                <a:solidFill>
                  <a:srgbClr val="1E2A37"/>
                </a:solidFill>
                <a:latin typeface="Arial"/>
                <a:ea typeface="Arial"/>
                <a:cs typeface="Arial"/>
              </a:defRPr>
            </a:pPr>
            <a:r>
              <a:rPr sz="1500" b="0">
                <a:solidFill>
                  <a:srgbClr val="1E2A37"/>
                </a:solidFill>
                <a:latin typeface="Arial"/>
                <a:ea typeface="Arial"/>
                <a:cs typeface="Arial"/>
              </a:rPr>
              <a:t>After product review, quizzes became completed and reviewable, and selecting a student in People opens grade details. We also documented the boundary between mock identities and real course accounts.</a:t>
            </a:r>
          </a:p>
        </p:txBody>
      </p:sp>
      <p:sp>
        <p:nvSpPr>
          <p:cNvPr id="19" name="proof-2">
            <a:extLst xmlns:a="http://schemas.openxmlformats.org/drawingml/2006/main">
              <a:ext uri="{FF2B5EF4-FFF2-40B4-BE49-F238E27FC236}">
                <a16:creationId xmlns:a16="http://schemas.microsoft.com/office/drawing/2014/main" id="{1F8E5B96-467C-4032-B997-51F9D711C064}"/>
              </a:ext>
            </a:extLst>
          </p:cNvPr>
          <p:cNvSpPr>
            <a:spLocks xmlns:a="http://schemas.openxmlformats.org/drawingml/2006/main" noGrp="1"/>
          </p:cNvSpPr>
          <p:nvPr/>
        </p:nvSpPr>
        <p:spPr>
          <a:xfrm xmlns:a="http://schemas.openxmlformats.org/drawingml/2006/main">
            <a:off x="7620000" y="4981575"/>
            <a:ext cx="3733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B6877"/>
                </a:solidFill>
                <a:latin typeface="Arial"/>
                <a:ea typeface="Arial"/>
                <a:cs typeface="Arial"/>
              </a:defRPr>
            </a:defPPr>
            <a:lvl1pPr algn="l">
              <a:defRPr sz="1500" b="0">
                <a:solidFill>
                  <a:srgbClr val="5B6877"/>
                </a:solidFill>
                <a:latin typeface="Arial"/>
                <a:ea typeface="Arial"/>
                <a:cs typeface="Arial"/>
              </a:defRPr>
            </a:lvl1pPr>
            <a:lvl2pPr algn="l">
              <a:defRPr sz="1500" b="0">
                <a:solidFill>
                  <a:srgbClr val="5B6877"/>
                </a:solidFill>
                <a:latin typeface="Arial"/>
                <a:ea typeface="Arial"/>
                <a:cs typeface="Arial"/>
              </a:defRPr>
            </a:lvl2pPr>
            <a:lvl3pPr algn="l">
              <a:defRPr sz="1500" b="0">
                <a:solidFill>
                  <a:srgbClr val="5B6877"/>
                </a:solidFill>
                <a:latin typeface="Arial"/>
                <a:ea typeface="Arial"/>
                <a:cs typeface="Arial"/>
              </a:defRPr>
            </a:lvl3pPr>
            <a:lvl4pPr algn="l">
              <a:defRPr sz="1500" b="0">
                <a:solidFill>
                  <a:srgbClr val="5B6877"/>
                </a:solidFill>
                <a:latin typeface="Arial"/>
                <a:ea typeface="Arial"/>
                <a:cs typeface="Arial"/>
              </a:defRPr>
            </a:lvl4pPr>
            <a:lvl5pPr algn="l">
              <a:defRPr sz="1500" b="0">
                <a:solidFill>
                  <a:srgbClr val="5B6877"/>
                </a:solidFill>
                <a:latin typeface="Arial"/>
                <a:ea typeface="Arial"/>
                <a:cs typeface="Arial"/>
              </a:defRPr>
            </a:lvl5pPr>
            <a:lvl6pPr algn="l">
              <a:defRPr sz="1500" b="0">
                <a:solidFill>
                  <a:srgbClr val="5B6877"/>
                </a:solidFill>
                <a:latin typeface="Arial"/>
                <a:ea typeface="Arial"/>
                <a:cs typeface="Arial"/>
              </a:defRPr>
            </a:lvl6pPr>
            <a:lvl7pPr algn="l">
              <a:defRPr sz="1500" b="0">
                <a:solidFill>
                  <a:srgbClr val="5B6877"/>
                </a:solidFill>
                <a:latin typeface="Arial"/>
                <a:ea typeface="Arial"/>
                <a:cs typeface="Arial"/>
              </a:defRPr>
            </a:lvl7pPr>
            <a:lvl8pPr algn="l">
              <a:defRPr sz="1500" b="0">
                <a:solidFill>
                  <a:srgbClr val="5B6877"/>
                </a:solidFill>
                <a:latin typeface="Arial"/>
                <a:ea typeface="Arial"/>
                <a:cs typeface="Arial"/>
              </a:defRPr>
            </a:lvl8pPr>
            <a:lvl9pPr algn="l">
              <a:defRPr sz="1500" b="0">
                <a:solidFill>
                  <a:srgbClr val="5B6877"/>
                </a:solidFill>
                <a:latin typeface="Arial"/>
                <a:ea typeface="Arial"/>
                <a:cs typeface="Arial"/>
              </a:defRPr>
            </a:lvl9pPr>
          </a:lstStyle>
          <a:p xmlns:a="http://schemas.openxmlformats.org/drawingml/2006/main">
            <a:pPr algn="l">
              <a:defRPr sz="1500" b="0">
                <a:solidFill>
                  <a:srgbClr val="5B6877"/>
                </a:solidFill>
                <a:latin typeface="Arial"/>
                <a:ea typeface="Arial"/>
                <a:cs typeface="Arial"/>
              </a:defRPr>
            </a:pPr>
            <a:r>
              <a:rPr sz="1500" b="0">
                <a:solidFill>
                  <a:srgbClr val="5B6877"/>
                </a:solidFill>
                <a:latin typeface="Arial"/>
                <a:ea typeface="Arial"/>
                <a:cs typeface="Arial"/>
              </a:rPr>
              <a:t>No measured failure experiment is documented. A live role-checked test with instructors and students is the next proof point.</a:t>
            </a:r>
          </a:p>
        </p:txBody>
      </p:sp>
      <p:sp>
        <p:nvSpPr>
          <p:cNvPr id="20" name="">
            <a:extLst xmlns:a="http://schemas.openxmlformats.org/drawingml/2006/main">
              <a:ext uri="{FF2B5EF4-FFF2-40B4-BE49-F238E27FC236}">
                <a16:creationId xmlns:a16="http://schemas.microsoft.com/office/drawing/2014/main" id="{F812055E-99D4-444B-91C1-BD4FA02CA520}"/>
              </a:ext>
            </a:extLst>
          </p:cNvPr>
          <p:cNvSpPr>
            <a:spLocks xmlns:a="http://schemas.openxmlformats.org/drawingml/2006/main" noGrp="1"/>
          </p:cNvSpPr>
          <p:nvPr/>
        </p:nvSpPr>
        <p:spPr>
          <a:xfrm xmlns:a="http://schemas.openxmlformats.org/drawingml/2006/main">
            <a:off x="685800" y="6057900"/>
            <a:ext cx="10668000" cy="9525"/>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21" name="footer">
            <a:extLst xmlns:a="http://schemas.openxmlformats.org/drawingml/2006/main">
              <a:ext uri="{FF2B5EF4-FFF2-40B4-BE49-F238E27FC236}">
                <a16:creationId xmlns:a16="http://schemas.microsoft.com/office/drawing/2014/main" id="{E460AF19-BD65-4301-BC1C-0B2C24B48DC4}"/>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defRPr sz="975" b="1">
                <a:solidFill>
                  <a:srgbClr val="5B6877"/>
                </a:solidFill>
                <a:latin typeface="Arial"/>
                <a:ea typeface="Arial"/>
                <a:cs typeface="Arial"/>
              </a:defRPr>
            </a:lvl1pPr>
            <a:lvl2pPr algn="l">
              <a:defRPr sz="975" b="1">
                <a:solidFill>
                  <a:srgbClr val="5B6877"/>
                </a:solidFill>
                <a:latin typeface="Arial"/>
                <a:ea typeface="Arial"/>
                <a:cs typeface="Arial"/>
              </a:defRPr>
            </a:lvl2pPr>
            <a:lvl3pPr algn="l">
              <a:defRPr sz="975" b="1">
                <a:solidFill>
                  <a:srgbClr val="5B6877"/>
                </a:solidFill>
                <a:latin typeface="Arial"/>
                <a:ea typeface="Arial"/>
                <a:cs typeface="Arial"/>
              </a:defRPr>
            </a:lvl3pPr>
            <a:lvl4pPr algn="l">
              <a:defRPr sz="975" b="1">
                <a:solidFill>
                  <a:srgbClr val="5B6877"/>
                </a:solidFill>
                <a:latin typeface="Arial"/>
                <a:ea typeface="Arial"/>
                <a:cs typeface="Arial"/>
              </a:defRPr>
            </a:lvl4pPr>
            <a:lvl5pPr algn="l">
              <a:defRPr sz="975" b="1">
                <a:solidFill>
                  <a:srgbClr val="5B6877"/>
                </a:solidFill>
                <a:latin typeface="Arial"/>
                <a:ea typeface="Arial"/>
                <a:cs typeface="Arial"/>
              </a:defRPr>
            </a:lvl5pPr>
            <a:lvl6pPr algn="l">
              <a:defRPr sz="975" b="1">
                <a:solidFill>
                  <a:srgbClr val="5B6877"/>
                </a:solidFill>
                <a:latin typeface="Arial"/>
                <a:ea typeface="Arial"/>
                <a:cs typeface="Arial"/>
              </a:defRPr>
            </a:lvl6pPr>
            <a:lvl7pPr algn="l">
              <a:defRPr sz="975" b="1">
                <a:solidFill>
                  <a:srgbClr val="5B6877"/>
                </a:solidFill>
                <a:latin typeface="Arial"/>
                <a:ea typeface="Arial"/>
                <a:cs typeface="Arial"/>
              </a:defRPr>
            </a:lvl7pPr>
            <a:lvl8pPr algn="l">
              <a:defRPr sz="975" b="1">
                <a:solidFill>
                  <a:srgbClr val="5B6877"/>
                </a:solidFill>
                <a:latin typeface="Arial"/>
                <a:ea typeface="Arial"/>
                <a:cs typeface="Arial"/>
              </a:defRPr>
            </a:lvl8pPr>
            <a:lvl9pPr algn="l">
              <a:defRPr sz="975" b="1">
                <a:solidFill>
                  <a:srgbClr val="5B6877"/>
                </a:solidFill>
                <a:latin typeface="Arial"/>
                <a:ea typeface="Arial"/>
                <a:cs typeface="Arial"/>
              </a:defRPr>
            </a:lvl9pPr>
          </a:lstStyle>
          <a:p xmlns:a="http://schemas.openxmlformats.org/drawingml/2006/main">
            <a:pPr algn="l">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22" name="page">
            <a:extLst xmlns:a="http://schemas.openxmlformats.org/drawingml/2006/main">
              <a:ext uri="{FF2B5EF4-FFF2-40B4-BE49-F238E27FC236}">
                <a16:creationId xmlns:a16="http://schemas.microsoft.com/office/drawing/2014/main" id="{DB44D752-6935-45B4-AD60-03569162DCDC}"/>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defRPr sz="1050" b="1">
                <a:solidFill>
                  <a:srgbClr val="1688C9"/>
                </a:solidFill>
                <a:latin typeface="Arial"/>
                <a:ea typeface="Arial"/>
                <a:cs typeface="Arial"/>
              </a:defRPr>
            </a:lvl1pPr>
            <a:lvl2pPr algn="l">
              <a:defRPr sz="1050" b="1">
                <a:solidFill>
                  <a:srgbClr val="1688C9"/>
                </a:solidFill>
                <a:latin typeface="Arial"/>
                <a:ea typeface="Arial"/>
                <a:cs typeface="Arial"/>
              </a:defRPr>
            </a:lvl2pPr>
            <a:lvl3pPr algn="l">
              <a:defRPr sz="1050" b="1">
                <a:solidFill>
                  <a:srgbClr val="1688C9"/>
                </a:solidFill>
                <a:latin typeface="Arial"/>
                <a:ea typeface="Arial"/>
                <a:cs typeface="Arial"/>
              </a:defRPr>
            </a:lvl3pPr>
            <a:lvl4pPr algn="l">
              <a:defRPr sz="1050" b="1">
                <a:solidFill>
                  <a:srgbClr val="1688C9"/>
                </a:solidFill>
                <a:latin typeface="Arial"/>
                <a:ea typeface="Arial"/>
                <a:cs typeface="Arial"/>
              </a:defRPr>
            </a:lvl4pPr>
            <a:lvl5pPr algn="l">
              <a:defRPr sz="1050" b="1">
                <a:solidFill>
                  <a:srgbClr val="1688C9"/>
                </a:solidFill>
                <a:latin typeface="Arial"/>
                <a:ea typeface="Arial"/>
                <a:cs typeface="Arial"/>
              </a:defRPr>
            </a:lvl5pPr>
            <a:lvl6pPr algn="l">
              <a:defRPr sz="1050" b="1">
                <a:solidFill>
                  <a:srgbClr val="1688C9"/>
                </a:solidFill>
                <a:latin typeface="Arial"/>
                <a:ea typeface="Arial"/>
                <a:cs typeface="Arial"/>
              </a:defRPr>
            </a:lvl6pPr>
            <a:lvl7pPr algn="l">
              <a:defRPr sz="1050" b="1">
                <a:solidFill>
                  <a:srgbClr val="1688C9"/>
                </a:solidFill>
                <a:latin typeface="Arial"/>
                <a:ea typeface="Arial"/>
                <a:cs typeface="Arial"/>
              </a:defRPr>
            </a:lvl7pPr>
            <a:lvl8pPr algn="l">
              <a:defRPr sz="1050" b="1">
                <a:solidFill>
                  <a:srgbClr val="1688C9"/>
                </a:solidFill>
                <a:latin typeface="Arial"/>
                <a:ea typeface="Arial"/>
                <a:cs typeface="Arial"/>
              </a:defRPr>
            </a:lvl8pPr>
            <a:lvl9pPr algn="l">
              <a:defRPr sz="1050" b="1">
                <a:solidFill>
                  <a:srgbClr val="1688C9"/>
                </a:solidFill>
                <a:latin typeface="Arial"/>
                <a:ea typeface="Arial"/>
                <a:cs typeface="Arial"/>
              </a:defRPr>
            </a:lvl9pPr>
          </a:lstStyle>
          <a:p xmlns:a="http://schemas.openxmlformats.org/drawingml/2006/main">
            <a:pPr algn="l">
              <a:defRPr sz="1050" b="1">
                <a:solidFill>
                  <a:srgbClr val="1688C9"/>
                </a:solidFill>
                <a:latin typeface="Arial"/>
                <a:ea typeface="Arial"/>
                <a:cs typeface="Arial"/>
              </a:defRPr>
            </a:pPr>
            <a:r>
              <a:rPr sz="1050" b="1">
                <a:solidFill>
                  <a:srgbClr val="1688C9"/>
                </a:solidFill>
                <a:latin typeface="Arial"/>
                <a:ea typeface="Arial"/>
                <a:cs typeface="Arial"/>
              </a:rPr>
              <a:t>11</a:t>
            </a:r>
          </a:p>
        </p:txBody>
      </p:sp>
    </p:spTree>
    <p:extLst>
      <p:ext uri="{BB962C8B-B14F-4D97-AF65-F5344CB8AC3E}">
        <p14:creationId xmlns:p14="http://schemas.microsoft.com/office/powerpoint/2010/main" val="14600297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425705D9-C200-4B2D-AF48-CE7F1959EBED}"/>
              </a:ext>
            </a:extLst>
          </p:cNvPr>
          <p:cNvSpPr>
            <a:spLocks xmlns:a="http://schemas.openxmlformats.org/drawingml/2006/main" noGrp="1"/>
          </p:cNvSpPr>
          <p:nvPr/>
        </p:nvSpPr>
        <p:spPr>
          <a:xfrm xmlns:a="http://schemas.openxmlformats.org/drawingml/2006/main">
            <a:off x="647700" y="3238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688C9"/>
                </a:solidFill>
                <a:latin typeface="Arial"/>
                <a:ea typeface="Arial"/>
                <a:cs typeface="Arial"/>
              </a:defRPr>
            </a:defPPr>
            <a:lvl1pPr algn="l">
              <a:buNone/>
              <a:defRPr sz="1050" b="1">
                <a:solidFill>
                  <a:srgbClr val="1688C9"/>
                </a:solidFill>
                <a:latin typeface="Arial"/>
                <a:ea typeface="Arial"/>
                <a:cs typeface="Arial"/>
              </a:defRPr>
            </a:lvl1pPr>
            <a:lvl2pPr algn="l">
              <a:buNone/>
              <a:defRPr sz="1050" b="1">
                <a:solidFill>
                  <a:srgbClr val="1688C9"/>
                </a:solidFill>
                <a:latin typeface="Arial"/>
                <a:ea typeface="Arial"/>
                <a:cs typeface="Arial"/>
              </a:defRPr>
            </a:lvl2pPr>
            <a:lvl3pPr algn="l">
              <a:buNone/>
              <a:defRPr sz="1050" b="1">
                <a:solidFill>
                  <a:srgbClr val="1688C9"/>
                </a:solidFill>
                <a:latin typeface="Arial"/>
                <a:ea typeface="Arial"/>
                <a:cs typeface="Arial"/>
              </a:defRPr>
            </a:lvl3pPr>
            <a:lvl4pPr algn="l">
              <a:buNone/>
              <a:defRPr sz="1050" b="1">
                <a:solidFill>
                  <a:srgbClr val="1688C9"/>
                </a:solidFill>
                <a:latin typeface="Arial"/>
                <a:ea typeface="Arial"/>
                <a:cs typeface="Arial"/>
              </a:defRPr>
            </a:lvl4pPr>
            <a:lvl5pPr algn="l">
              <a:buNone/>
              <a:defRPr sz="1050" b="1">
                <a:solidFill>
                  <a:srgbClr val="1688C9"/>
                </a:solidFill>
                <a:latin typeface="Arial"/>
                <a:ea typeface="Arial"/>
                <a:cs typeface="Arial"/>
              </a:defRPr>
            </a:lvl5pPr>
            <a:lvl6pPr algn="l">
              <a:buNone/>
              <a:defRPr sz="1050" b="1">
                <a:solidFill>
                  <a:srgbClr val="1688C9"/>
                </a:solidFill>
                <a:latin typeface="Arial"/>
                <a:ea typeface="Arial"/>
                <a:cs typeface="Arial"/>
              </a:defRPr>
            </a:lvl6pPr>
            <a:lvl7pPr algn="l">
              <a:buNone/>
              <a:defRPr sz="1050" b="1">
                <a:solidFill>
                  <a:srgbClr val="1688C9"/>
                </a:solidFill>
                <a:latin typeface="Arial"/>
                <a:ea typeface="Arial"/>
                <a:cs typeface="Arial"/>
              </a:defRPr>
            </a:lvl7pPr>
            <a:lvl8pPr algn="l">
              <a:buNone/>
              <a:defRPr sz="1050" b="1">
                <a:solidFill>
                  <a:srgbClr val="1688C9"/>
                </a:solidFill>
                <a:latin typeface="Arial"/>
                <a:ea typeface="Arial"/>
                <a:cs typeface="Arial"/>
              </a:defRPr>
            </a:lvl8pPr>
            <a:lvl9pPr algn="l">
              <a:buNone/>
              <a:defRPr sz="1050" b="1">
                <a:solidFill>
                  <a:srgbClr val="1688C9"/>
                </a:solidFill>
                <a:latin typeface="Arial"/>
                <a:ea typeface="Arial"/>
                <a:cs typeface="Arial"/>
              </a:defRPr>
            </a:lvl9pPr>
          </a:lstStyle>
          <a:p xmlns:a="http://schemas.openxmlformats.org/drawingml/2006/main">
            <a:pPr algn="l">
              <a:buNone/>
              <a:defRPr sz="1050" b="1">
                <a:solidFill>
                  <a:srgbClr val="1688C9"/>
                </a:solidFill>
                <a:latin typeface="Arial"/>
                <a:ea typeface="Arial"/>
                <a:cs typeface="Arial"/>
              </a:defRPr>
            </a:pPr>
            <a:r>
              <a:rPr sz="1050" b="1">
                <a:solidFill>
                  <a:srgbClr val="1688C9"/>
                </a:solidFill>
                <a:latin typeface="Arial"/>
                <a:ea typeface="Arial"/>
                <a:cs typeface="Arial"/>
              </a:rPr>
              <a:t>DEMO &amp; NEXT MILESTONE</a:t>
            </a:r>
          </a:p>
        </p:txBody>
      </p:sp>
      <p:sp>
        <p:nvSpPr>
          <p:cNvPr id="2" name="title">
            <a:extLst xmlns:a="http://schemas.openxmlformats.org/drawingml/2006/main">
              <a:ext uri="{FF2B5EF4-FFF2-40B4-BE49-F238E27FC236}">
                <a16:creationId xmlns:a16="http://schemas.microsoft.com/office/drawing/2014/main" id="{00C7D676-3A14-4AB6-903A-B4C0D8665B20}"/>
              </a:ext>
            </a:extLst>
          </p:cNvPr>
          <p:cNvSpPr>
            <a:spLocks xmlns:a="http://schemas.openxmlformats.org/drawingml/2006/main" noGrp="1"/>
          </p:cNvSpPr>
          <p:nvPr/>
        </p:nvSpPr>
        <p:spPr>
          <a:xfrm xmlns:a="http://schemas.openxmlformats.org/drawingml/2006/main">
            <a:off x="647700" y="628650"/>
            <a:ext cx="10896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14263D"/>
                </a:solidFill>
                <a:latin typeface="Arial"/>
                <a:ea typeface="Arial"/>
                <a:cs typeface="Arial"/>
              </a:defRPr>
            </a:defPPr>
            <a:lvl1pPr algn="l">
              <a:buNone/>
              <a:defRPr sz="3225" b="1">
                <a:solidFill>
                  <a:srgbClr val="14263D"/>
                </a:solidFill>
                <a:latin typeface="Arial"/>
                <a:ea typeface="Arial"/>
                <a:cs typeface="Arial"/>
              </a:defRPr>
            </a:lvl1pPr>
            <a:lvl2pPr algn="l">
              <a:buNone/>
              <a:defRPr sz="3225" b="1">
                <a:solidFill>
                  <a:srgbClr val="14263D"/>
                </a:solidFill>
                <a:latin typeface="Arial"/>
                <a:ea typeface="Arial"/>
                <a:cs typeface="Arial"/>
              </a:defRPr>
            </a:lvl2pPr>
            <a:lvl3pPr algn="l">
              <a:buNone/>
              <a:defRPr sz="3225" b="1">
                <a:solidFill>
                  <a:srgbClr val="14263D"/>
                </a:solidFill>
                <a:latin typeface="Arial"/>
                <a:ea typeface="Arial"/>
                <a:cs typeface="Arial"/>
              </a:defRPr>
            </a:lvl3pPr>
            <a:lvl4pPr algn="l">
              <a:buNone/>
              <a:defRPr sz="3225" b="1">
                <a:solidFill>
                  <a:srgbClr val="14263D"/>
                </a:solidFill>
                <a:latin typeface="Arial"/>
                <a:ea typeface="Arial"/>
                <a:cs typeface="Arial"/>
              </a:defRPr>
            </a:lvl4pPr>
            <a:lvl5pPr algn="l">
              <a:buNone/>
              <a:defRPr sz="3225" b="1">
                <a:solidFill>
                  <a:srgbClr val="14263D"/>
                </a:solidFill>
                <a:latin typeface="Arial"/>
                <a:ea typeface="Arial"/>
                <a:cs typeface="Arial"/>
              </a:defRPr>
            </a:lvl5pPr>
            <a:lvl6pPr algn="l">
              <a:buNone/>
              <a:defRPr sz="3225" b="1">
                <a:solidFill>
                  <a:srgbClr val="14263D"/>
                </a:solidFill>
                <a:latin typeface="Arial"/>
                <a:ea typeface="Arial"/>
                <a:cs typeface="Arial"/>
              </a:defRPr>
            </a:lvl6pPr>
            <a:lvl7pPr algn="l">
              <a:buNone/>
              <a:defRPr sz="3225" b="1">
                <a:solidFill>
                  <a:srgbClr val="14263D"/>
                </a:solidFill>
                <a:latin typeface="Arial"/>
                <a:ea typeface="Arial"/>
                <a:cs typeface="Arial"/>
              </a:defRPr>
            </a:lvl7pPr>
            <a:lvl8pPr algn="l">
              <a:buNone/>
              <a:defRPr sz="3225" b="1">
                <a:solidFill>
                  <a:srgbClr val="14263D"/>
                </a:solidFill>
                <a:latin typeface="Arial"/>
                <a:ea typeface="Arial"/>
                <a:cs typeface="Arial"/>
              </a:defRPr>
            </a:lvl8pPr>
            <a:lvl9pPr algn="l">
              <a:buNone/>
              <a:defRPr sz="3225" b="1">
                <a:solidFill>
                  <a:srgbClr val="14263D"/>
                </a:solidFill>
                <a:latin typeface="Arial"/>
                <a:ea typeface="Arial"/>
                <a:cs typeface="Arial"/>
              </a:defRPr>
            </a:lvl9pPr>
          </a:lstStyle>
          <a:p xmlns:a="http://schemas.openxmlformats.org/drawingml/2006/main">
            <a:pPr algn="l">
              <a:buNone/>
              <a:defRPr sz="3225" b="1">
                <a:solidFill>
                  <a:srgbClr val="14263D"/>
                </a:solidFill>
                <a:latin typeface="Arial"/>
                <a:ea typeface="Arial"/>
                <a:cs typeface="Arial"/>
              </a:defRPr>
            </a:pPr>
            <a:r>
              <a:rPr sz="3225" b="1">
                <a:solidFill>
                  <a:srgbClr val="14263D"/>
                </a:solidFill>
                <a:latin typeface="Arial"/>
                <a:ea typeface="Arial"/>
                <a:cs typeface="Arial"/>
              </a:rPr>
              <a:t>Next: prove one complete evidence-to-action loop</a:t>
            </a:r>
          </a:p>
        </p:txBody>
      </p:sp>
      <p:sp>
        <p:nvSpPr>
          <p:cNvPr id="3" name="">
            <a:extLst xmlns:a="http://schemas.openxmlformats.org/drawingml/2006/main">
              <a:ext uri="{FF2B5EF4-FFF2-40B4-BE49-F238E27FC236}">
                <a16:creationId xmlns:a16="http://schemas.microsoft.com/office/drawing/2014/main" id="{9EE17196-1EC1-4F53-AB0C-8DC340A23BFA}"/>
              </a:ext>
            </a:extLst>
          </p:cNvPr>
          <p:cNvSpPr>
            <a:spLocks xmlns:a="http://schemas.openxmlformats.org/drawingml/2006/main" noGrp="1"/>
          </p:cNvSpPr>
          <p:nvPr/>
        </p:nvSpPr>
        <p:spPr>
          <a:xfrm xmlns:a="http://schemas.openxmlformats.org/drawingml/2006/main">
            <a:off x="647700" y="1447800"/>
            <a:ext cx="10896600" cy="19050"/>
          </a:xfrm>
          <a:prstGeom xmlns:a="http://schemas.openxmlformats.org/drawingml/2006/main" prst="rect">
            <a:avLst/>
          </a:prstGeom>
          <a:solidFill xmlns:a="http://schemas.openxmlformats.org/drawingml/2006/main">
            <a:srgbClr val="D7E1E9"/>
          </a:solidFill>
          <a:ln xmlns:a="http://schemas.openxmlformats.org/drawingml/2006/main" w="0">
            <a:solidFill>
              <a:srgbClr val="D7E1E9"/>
            </a:solidFill>
            <a:prstDash val="solid"/>
          </a:ln>
        </p:spPr>
      </p:sp>
      <p:sp>
        <p:nvSpPr>
          <p:cNvPr id="4" name="footer">
            <a:extLst xmlns:a="http://schemas.openxmlformats.org/drawingml/2006/main">
              <a:ext uri="{FF2B5EF4-FFF2-40B4-BE49-F238E27FC236}">
                <a16:creationId xmlns:a16="http://schemas.microsoft.com/office/drawing/2014/main" id="{C0CE833E-7AC2-4E12-85FF-FF60E8E3E689}"/>
              </a:ext>
            </a:extLst>
          </p:cNvPr>
          <p:cNvSpPr>
            <a:spLocks xmlns:a="http://schemas.openxmlformats.org/drawingml/2006/main" noGrp="1"/>
          </p:cNvSpPr>
          <p:nvPr/>
        </p:nvSpPr>
        <p:spPr>
          <a:xfrm xmlns:a="http://schemas.openxmlformats.org/drawingml/2006/main">
            <a:off x="6477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B6877"/>
                </a:solidFill>
                <a:latin typeface="Arial"/>
                <a:ea typeface="Arial"/>
                <a:cs typeface="Arial"/>
              </a:defRPr>
            </a:defPPr>
            <a:lvl1pPr algn="l">
              <a:buNone/>
              <a:defRPr sz="975" b="1">
                <a:solidFill>
                  <a:srgbClr val="5B6877"/>
                </a:solidFill>
                <a:latin typeface="Arial"/>
                <a:ea typeface="Arial"/>
                <a:cs typeface="Arial"/>
              </a:defRPr>
            </a:lvl1pPr>
            <a:lvl2pPr algn="l">
              <a:buNone/>
              <a:defRPr sz="975" b="1">
                <a:solidFill>
                  <a:srgbClr val="5B6877"/>
                </a:solidFill>
                <a:latin typeface="Arial"/>
                <a:ea typeface="Arial"/>
                <a:cs typeface="Arial"/>
              </a:defRPr>
            </a:lvl2pPr>
            <a:lvl3pPr algn="l">
              <a:buNone/>
              <a:defRPr sz="975" b="1">
                <a:solidFill>
                  <a:srgbClr val="5B6877"/>
                </a:solidFill>
                <a:latin typeface="Arial"/>
                <a:ea typeface="Arial"/>
                <a:cs typeface="Arial"/>
              </a:defRPr>
            </a:lvl3pPr>
            <a:lvl4pPr algn="l">
              <a:buNone/>
              <a:defRPr sz="975" b="1">
                <a:solidFill>
                  <a:srgbClr val="5B6877"/>
                </a:solidFill>
                <a:latin typeface="Arial"/>
                <a:ea typeface="Arial"/>
                <a:cs typeface="Arial"/>
              </a:defRPr>
            </a:lvl4pPr>
            <a:lvl5pPr algn="l">
              <a:buNone/>
              <a:defRPr sz="975" b="1">
                <a:solidFill>
                  <a:srgbClr val="5B6877"/>
                </a:solidFill>
                <a:latin typeface="Arial"/>
                <a:ea typeface="Arial"/>
                <a:cs typeface="Arial"/>
              </a:defRPr>
            </a:lvl5pPr>
            <a:lvl6pPr algn="l">
              <a:buNone/>
              <a:defRPr sz="975" b="1">
                <a:solidFill>
                  <a:srgbClr val="5B6877"/>
                </a:solidFill>
                <a:latin typeface="Arial"/>
                <a:ea typeface="Arial"/>
                <a:cs typeface="Arial"/>
              </a:defRPr>
            </a:lvl6pPr>
            <a:lvl7pPr algn="l">
              <a:buNone/>
              <a:defRPr sz="975" b="1">
                <a:solidFill>
                  <a:srgbClr val="5B6877"/>
                </a:solidFill>
                <a:latin typeface="Arial"/>
                <a:ea typeface="Arial"/>
                <a:cs typeface="Arial"/>
              </a:defRPr>
            </a:lvl7pPr>
            <a:lvl8pPr algn="l">
              <a:buNone/>
              <a:defRPr sz="975" b="1">
                <a:solidFill>
                  <a:srgbClr val="5B6877"/>
                </a:solidFill>
                <a:latin typeface="Arial"/>
                <a:ea typeface="Arial"/>
                <a:cs typeface="Arial"/>
              </a:defRPr>
            </a:lvl8pPr>
            <a:lvl9pPr algn="l">
              <a:buNone/>
              <a:defRPr sz="975" b="1">
                <a:solidFill>
                  <a:srgbClr val="5B6877"/>
                </a:solidFill>
                <a:latin typeface="Arial"/>
                <a:ea typeface="Arial"/>
                <a:cs typeface="Arial"/>
              </a:defRPr>
            </a:lvl9pPr>
          </a:lstStyle>
          <a:p xmlns:a="http://schemas.openxmlformats.org/drawingml/2006/main">
            <a:pPr algn="l">
              <a:buNone/>
              <a:defRPr sz="975" b="1">
                <a:solidFill>
                  <a:srgbClr val="5B6877"/>
                </a:solidFill>
                <a:latin typeface="Arial"/>
                <a:ea typeface="Arial"/>
                <a:cs typeface="Arial"/>
              </a:defRPr>
            </a:pPr>
            <a:r>
              <a:rPr sz="975" b="1">
                <a:solidFill>
                  <a:srgbClr val="5B6877"/>
                </a:solidFill>
                <a:latin typeface="Arial"/>
                <a:ea typeface="Arial"/>
                <a:cs typeface="Arial"/>
              </a:rPr>
              <a:t>HACKOHIO 2026  /  LEARNING ANALYTICS</a:t>
            </a:r>
          </a:p>
        </p:txBody>
      </p:sp>
      <p:sp>
        <p:nvSpPr>
          <p:cNvPr id="5" name="page">
            <a:extLst xmlns:a="http://schemas.openxmlformats.org/drawingml/2006/main">
              <a:ext uri="{FF2B5EF4-FFF2-40B4-BE49-F238E27FC236}">
                <a16:creationId xmlns:a16="http://schemas.microsoft.com/office/drawing/2014/main" id="{3CAC8939-97EC-445F-A0BA-46B462913214}"/>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1688C9"/>
                </a:solidFill>
                <a:latin typeface="Arial"/>
                <a:ea typeface="Arial"/>
                <a:cs typeface="Arial"/>
              </a:defRPr>
            </a:defPPr>
            <a:lvl1pPr algn="r">
              <a:buNone/>
              <a:defRPr sz="1050" b="1">
                <a:solidFill>
                  <a:srgbClr val="1688C9"/>
                </a:solidFill>
                <a:latin typeface="Arial"/>
                <a:ea typeface="Arial"/>
                <a:cs typeface="Arial"/>
              </a:defRPr>
            </a:lvl1pPr>
            <a:lvl2pPr algn="r">
              <a:buNone/>
              <a:defRPr sz="1050" b="1">
                <a:solidFill>
                  <a:srgbClr val="1688C9"/>
                </a:solidFill>
                <a:latin typeface="Arial"/>
                <a:ea typeface="Arial"/>
                <a:cs typeface="Arial"/>
              </a:defRPr>
            </a:lvl2pPr>
            <a:lvl3pPr algn="r">
              <a:buNone/>
              <a:defRPr sz="1050" b="1">
                <a:solidFill>
                  <a:srgbClr val="1688C9"/>
                </a:solidFill>
                <a:latin typeface="Arial"/>
                <a:ea typeface="Arial"/>
                <a:cs typeface="Arial"/>
              </a:defRPr>
            </a:lvl3pPr>
            <a:lvl4pPr algn="r">
              <a:buNone/>
              <a:defRPr sz="1050" b="1">
                <a:solidFill>
                  <a:srgbClr val="1688C9"/>
                </a:solidFill>
                <a:latin typeface="Arial"/>
                <a:ea typeface="Arial"/>
                <a:cs typeface="Arial"/>
              </a:defRPr>
            </a:lvl4pPr>
            <a:lvl5pPr algn="r">
              <a:buNone/>
              <a:defRPr sz="1050" b="1">
                <a:solidFill>
                  <a:srgbClr val="1688C9"/>
                </a:solidFill>
                <a:latin typeface="Arial"/>
                <a:ea typeface="Arial"/>
                <a:cs typeface="Arial"/>
              </a:defRPr>
            </a:lvl5pPr>
            <a:lvl6pPr algn="r">
              <a:buNone/>
              <a:defRPr sz="1050" b="1">
                <a:solidFill>
                  <a:srgbClr val="1688C9"/>
                </a:solidFill>
                <a:latin typeface="Arial"/>
                <a:ea typeface="Arial"/>
                <a:cs typeface="Arial"/>
              </a:defRPr>
            </a:lvl6pPr>
            <a:lvl7pPr algn="r">
              <a:buNone/>
              <a:defRPr sz="1050" b="1">
                <a:solidFill>
                  <a:srgbClr val="1688C9"/>
                </a:solidFill>
                <a:latin typeface="Arial"/>
                <a:ea typeface="Arial"/>
                <a:cs typeface="Arial"/>
              </a:defRPr>
            </a:lvl7pPr>
            <a:lvl8pPr algn="r">
              <a:buNone/>
              <a:defRPr sz="1050" b="1">
                <a:solidFill>
                  <a:srgbClr val="1688C9"/>
                </a:solidFill>
                <a:latin typeface="Arial"/>
                <a:ea typeface="Arial"/>
                <a:cs typeface="Arial"/>
              </a:defRPr>
            </a:lvl8pPr>
            <a:lvl9pPr algn="r">
              <a:buNone/>
              <a:defRPr sz="1050" b="1">
                <a:solidFill>
                  <a:srgbClr val="1688C9"/>
                </a:solidFill>
                <a:latin typeface="Arial"/>
                <a:ea typeface="Arial"/>
                <a:cs typeface="Arial"/>
              </a:defRPr>
            </a:lvl9pPr>
          </a:lstStyle>
          <a:p xmlns:a="http://schemas.openxmlformats.org/drawingml/2006/main">
            <a:pPr algn="r">
              <a:buNone/>
              <a:defRPr sz="1050" b="1">
                <a:solidFill>
                  <a:srgbClr val="1688C9"/>
                </a:solidFill>
                <a:latin typeface="Arial"/>
                <a:ea typeface="Arial"/>
                <a:cs typeface="Arial"/>
              </a:defRPr>
            </a:pPr>
            <a:r>
              <a:rPr sz="1050" b="1">
                <a:solidFill>
                  <a:srgbClr val="1688C9"/>
                </a:solidFill>
                <a:latin typeface="Arial"/>
                <a:ea typeface="Arial"/>
                <a:cs typeface="Arial"/>
              </a:rPr>
              <a:t>12</a:t>
            </a:r>
          </a:p>
        </p:txBody>
      </p:sp>
      <p:sp>
        <p:nvSpPr>
          <p:cNvPr id="6" name="takeaway">
            <a:extLst xmlns:a="http://schemas.openxmlformats.org/drawingml/2006/main">
              <a:ext uri="{FF2B5EF4-FFF2-40B4-BE49-F238E27FC236}">
                <a16:creationId xmlns:a16="http://schemas.microsoft.com/office/drawing/2014/main" id="{7DFD6308-D848-4D77-9802-6DBB953B5620}"/>
              </a:ext>
            </a:extLst>
          </p:cNvPr>
          <p:cNvSpPr>
            <a:spLocks xmlns:a="http://schemas.openxmlformats.org/drawingml/2006/main" noGrp="1"/>
          </p:cNvSpPr>
          <p:nvPr/>
        </p:nvSpPr>
        <p:spPr>
          <a:xfrm xmlns:a="http://schemas.openxmlformats.org/drawingml/2006/main">
            <a:off x="685800" y="1752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E2A37"/>
                </a:solidFill>
                <a:latin typeface="Arial"/>
                <a:ea typeface="Arial"/>
                <a:cs typeface="Arial"/>
              </a:defRPr>
            </a:defPPr>
            <a:lvl1pPr algn="l">
              <a:buNone/>
              <a:defRPr sz="2175" b="1">
                <a:solidFill>
                  <a:srgbClr val="1E2A37"/>
                </a:solidFill>
                <a:latin typeface="Arial"/>
                <a:ea typeface="Arial"/>
                <a:cs typeface="Arial"/>
              </a:defRPr>
            </a:lvl1pPr>
            <a:lvl2pPr algn="l">
              <a:buNone/>
              <a:defRPr sz="2175" b="1">
                <a:solidFill>
                  <a:srgbClr val="1E2A37"/>
                </a:solidFill>
                <a:latin typeface="Arial"/>
                <a:ea typeface="Arial"/>
                <a:cs typeface="Arial"/>
              </a:defRPr>
            </a:lvl2pPr>
            <a:lvl3pPr algn="l">
              <a:buNone/>
              <a:defRPr sz="2175" b="1">
                <a:solidFill>
                  <a:srgbClr val="1E2A37"/>
                </a:solidFill>
                <a:latin typeface="Arial"/>
                <a:ea typeface="Arial"/>
                <a:cs typeface="Arial"/>
              </a:defRPr>
            </a:lvl3pPr>
            <a:lvl4pPr algn="l">
              <a:buNone/>
              <a:defRPr sz="2175" b="1">
                <a:solidFill>
                  <a:srgbClr val="1E2A37"/>
                </a:solidFill>
                <a:latin typeface="Arial"/>
                <a:ea typeface="Arial"/>
                <a:cs typeface="Arial"/>
              </a:defRPr>
            </a:lvl4pPr>
            <a:lvl5pPr algn="l">
              <a:buNone/>
              <a:defRPr sz="2175" b="1">
                <a:solidFill>
                  <a:srgbClr val="1E2A37"/>
                </a:solidFill>
                <a:latin typeface="Arial"/>
                <a:ea typeface="Arial"/>
                <a:cs typeface="Arial"/>
              </a:defRPr>
            </a:lvl5pPr>
            <a:lvl6pPr algn="l">
              <a:buNone/>
              <a:defRPr sz="2175" b="1">
                <a:solidFill>
                  <a:srgbClr val="1E2A37"/>
                </a:solidFill>
                <a:latin typeface="Arial"/>
                <a:ea typeface="Arial"/>
                <a:cs typeface="Arial"/>
              </a:defRPr>
            </a:lvl6pPr>
            <a:lvl7pPr algn="l">
              <a:buNone/>
              <a:defRPr sz="2175" b="1">
                <a:solidFill>
                  <a:srgbClr val="1E2A37"/>
                </a:solidFill>
                <a:latin typeface="Arial"/>
                <a:ea typeface="Arial"/>
                <a:cs typeface="Arial"/>
              </a:defRPr>
            </a:lvl7pPr>
            <a:lvl8pPr algn="l">
              <a:buNone/>
              <a:defRPr sz="2175" b="1">
                <a:solidFill>
                  <a:srgbClr val="1E2A37"/>
                </a:solidFill>
                <a:latin typeface="Arial"/>
                <a:ea typeface="Arial"/>
                <a:cs typeface="Arial"/>
              </a:defRPr>
            </a:lvl8pPr>
            <a:lvl9pPr algn="l">
              <a:buNone/>
              <a:defRPr sz="2175" b="1">
                <a:solidFill>
                  <a:srgbClr val="1E2A37"/>
                </a:solidFill>
                <a:latin typeface="Arial"/>
                <a:ea typeface="Arial"/>
                <a:cs typeface="Arial"/>
              </a:defRPr>
            </a:lvl9pPr>
          </a:lstStyle>
          <a:p xmlns:a="http://schemas.openxmlformats.org/drawingml/2006/main">
            <a:pPr algn="l">
              <a:buNone/>
              <a:defRPr sz="2175" b="1">
                <a:solidFill>
                  <a:srgbClr val="1E2A37"/>
                </a:solidFill>
                <a:latin typeface="Arial"/>
                <a:ea typeface="Arial"/>
                <a:cs typeface="Arial"/>
              </a:defRPr>
            </a:pPr>
            <a:r>
              <a:rPr sz="2175" b="1">
                <a:solidFill>
                  <a:srgbClr val="1E2A37"/>
                </a:solidFill>
                <a:latin typeface="Arial"/>
                <a:ea typeface="Arial"/>
                <a:cs typeface="Arial"/>
              </a:rPr>
              <a:t>Make the next demo a single student story, end to end.</a:t>
            </a:r>
          </a:p>
        </p:txBody>
      </p:sp>
      <p:sp>
        <p:nvSpPr>
          <p:cNvPr id="7" name="col1-head">
            <a:extLst xmlns:a="http://schemas.openxmlformats.org/drawingml/2006/main">
              <a:ext uri="{FF2B5EF4-FFF2-40B4-BE49-F238E27FC236}">
                <a16:creationId xmlns:a16="http://schemas.microsoft.com/office/drawing/2014/main" id="{C72A900A-C843-4CDE-ADE7-4C1FADBB6078}"/>
              </a:ext>
            </a:extLst>
          </p:cNvPr>
          <p:cNvSpPr>
            <a:spLocks xmlns:a="http://schemas.openxmlformats.org/drawingml/2006/main" noGrp="1"/>
          </p:cNvSpPr>
          <p:nvPr/>
        </p:nvSpPr>
        <p:spPr>
          <a:xfrm xmlns:a="http://schemas.openxmlformats.org/drawingml/2006/main">
            <a:off x="6858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688C9"/>
                </a:solidFill>
                <a:latin typeface="Arial"/>
                <a:ea typeface="Arial"/>
                <a:cs typeface="Arial"/>
              </a:defRPr>
            </a:defPPr>
            <a:lvl1pPr algn="l">
              <a:buNone/>
              <a:defRPr sz="1725" b="1">
                <a:solidFill>
                  <a:srgbClr val="1688C9"/>
                </a:solidFill>
                <a:latin typeface="Arial"/>
                <a:ea typeface="Arial"/>
                <a:cs typeface="Arial"/>
              </a:defRPr>
            </a:lvl1pPr>
            <a:lvl2pPr algn="l">
              <a:buNone/>
              <a:defRPr sz="1725" b="1">
                <a:solidFill>
                  <a:srgbClr val="1688C9"/>
                </a:solidFill>
                <a:latin typeface="Arial"/>
                <a:ea typeface="Arial"/>
                <a:cs typeface="Arial"/>
              </a:defRPr>
            </a:lvl2pPr>
            <a:lvl3pPr algn="l">
              <a:buNone/>
              <a:defRPr sz="1725" b="1">
                <a:solidFill>
                  <a:srgbClr val="1688C9"/>
                </a:solidFill>
                <a:latin typeface="Arial"/>
                <a:ea typeface="Arial"/>
                <a:cs typeface="Arial"/>
              </a:defRPr>
            </a:lvl3pPr>
            <a:lvl4pPr algn="l">
              <a:buNone/>
              <a:defRPr sz="1725" b="1">
                <a:solidFill>
                  <a:srgbClr val="1688C9"/>
                </a:solidFill>
                <a:latin typeface="Arial"/>
                <a:ea typeface="Arial"/>
                <a:cs typeface="Arial"/>
              </a:defRPr>
            </a:lvl4pPr>
            <a:lvl5pPr algn="l">
              <a:buNone/>
              <a:defRPr sz="1725" b="1">
                <a:solidFill>
                  <a:srgbClr val="1688C9"/>
                </a:solidFill>
                <a:latin typeface="Arial"/>
                <a:ea typeface="Arial"/>
                <a:cs typeface="Arial"/>
              </a:defRPr>
            </a:lvl5pPr>
            <a:lvl6pPr algn="l">
              <a:buNone/>
              <a:defRPr sz="1725" b="1">
                <a:solidFill>
                  <a:srgbClr val="1688C9"/>
                </a:solidFill>
                <a:latin typeface="Arial"/>
                <a:ea typeface="Arial"/>
                <a:cs typeface="Arial"/>
              </a:defRPr>
            </a:lvl6pPr>
            <a:lvl7pPr algn="l">
              <a:buNone/>
              <a:defRPr sz="1725" b="1">
                <a:solidFill>
                  <a:srgbClr val="1688C9"/>
                </a:solidFill>
                <a:latin typeface="Arial"/>
                <a:ea typeface="Arial"/>
                <a:cs typeface="Arial"/>
              </a:defRPr>
            </a:lvl7pPr>
            <a:lvl8pPr algn="l">
              <a:buNone/>
              <a:defRPr sz="1725" b="1">
                <a:solidFill>
                  <a:srgbClr val="1688C9"/>
                </a:solidFill>
                <a:latin typeface="Arial"/>
                <a:ea typeface="Arial"/>
                <a:cs typeface="Arial"/>
              </a:defRPr>
            </a:lvl8pPr>
            <a:lvl9pPr algn="l">
              <a:buNone/>
              <a:defRPr sz="1725" b="1">
                <a:solidFill>
                  <a:srgbClr val="1688C9"/>
                </a:solidFill>
                <a:latin typeface="Arial"/>
                <a:ea typeface="Arial"/>
                <a:cs typeface="Arial"/>
              </a:defRPr>
            </a:lvl9pPr>
          </a:lstStyle>
          <a:p xmlns:a="http://schemas.openxmlformats.org/drawingml/2006/main">
            <a:pPr algn="l">
              <a:buNone/>
              <a:defRPr sz="1725" b="1">
                <a:solidFill>
                  <a:srgbClr val="1688C9"/>
                </a:solidFill>
                <a:latin typeface="Arial"/>
                <a:ea typeface="Arial"/>
                <a:cs typeface="Arial"/>
              </a:defRPr>
            </a:pPr>
            <a:r>
              <a:rPr sz="1725" b="1">
                <a:solidFill>
                  <a:srgbClr val="1688C9"/>
                </a:solidFill>
                <a:latin typeface="Arial"/>
                <a:ea typeface="Arial"/>
                <a:cs typeface="Arial"/>
              </a:rPr>
              <a:t>1  Provision</a:t>
            </a:r>
          </a:p>
        </p:txBody>
      </p:sp>
      <p:sp>
        <p:nvSpPr>
          <p:cNvPr id="8" name="col1-body">
            <a:extLst xmlns:a="http://schemas.openxmlformats.org/drawingml/2006/main">
              <a:ext uri="{FF2B5EF4-FFF2-40B4-BE49-F238E27FC236}">
                <a16:creationId xmlns:a16="http://schemas.microsoft.com/office/drawing/2014/main" id="{8F2772FE-EA98-4FCA-9809-513EC76C06D4}"/>
              </a:ext>
            </a:extLst>
          </p:cNvPr>
          <p:cNvSpPr>
            <a:spLocks xmlns:a="http://schemas.openxmlformats.org/drawingml/2006/main" noGrp="1"/>
          </p:cNvSpPr>
          <p:nvPr/>
        </p:nvSpPr>
        <p:spPr>
          <a:xfrm xmlns:a="http://schemas.openxmlformats.org/drawingml/2006/main">
            <a:off x="6858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Create the instructor and student accounts, enrollments, and identity mappings needed for real role checks.</a:t>
            </a:r>
          </a:p>
        </p:txBody>
      </p:sp>
      <p:sp>
        <p:nvSpPr>
          <p:cNvPr id="9" name="col2-head">
            <a:extLst xmlns:a="http://schemas.openxmlformats.org/drawingml/2006/main">
              <a:ext uri="{FF2B5EF4-FFF2-40B4-BE49-F238E27FC236}">
                <a16:creationId xmlns:a16="http://schemas.microsoft.com/office/drawing/2014/main" id="{89E6D1CA-ED05-48EF-8504-59F1DE3E560B}"/>
              </a:ext>
            </a:extLst>
          </p:cNvPr>
          <p:cNvSpPr>
            <a:spLocks xmlns:a="http://schemas.openxmlformats.org/drawingml/2006/main" noGrp="1"/>
          </p:cNvSpPr>
          <p:nvPr/>
        </p:nvSpPr>
        <p:spPr>
          <a:xfrm xmlns:a="http://schemas.openxmlformats.org/drawingml/2006/main">
            <a:off x="43942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F0A548"/>
                </a:solidFill>
                <a:latin typeface="Arial"/>
                <a:ea typeface="Arial"/>
                <a:cs typeface="Arial"/>
              </a:defRPr>
            </a:defPPr>
            <a:lvl1pPr algn="l">
              <a:buNone/>
              <a:defRPr sz="1725" b="1">
                <a:solidFill>
                  <a:srgbClr val="F0A548"/>
                </a:solidFill>
                <a:latin typeface="Arial"/>
                <a:ea typeface="Arial"/>
                <a:cs typeface="Arial"/>
              </a:defRPr>
            </a:lvl1pPr>
            <a:lvl2pPr algn="l">
              <a:buNone/>
              <a:defRPr sz="1725" b="1">
                <a:solidFill>
                  <a:srgbClr val="F0A548"/>
                </a:solidFill>
                <a:latin typeface="Arial"/>
                <a:ea typeface="Arial"/>
                <a:cs typeface="Arial"/>
              </a:defRPr>
            </a:lvl2pPr>
            <a:lvl3pPr algn="l">
              <a:buNone/>
              <a:defRPr sz="1725" b="1">
                <a:solidFill>
                  <a:srgbClr val="F0A548"/>
                </a:solidFill>
                <a:latin typeface="Arial"/>
                <a:ea typeface="Arial"/>
                <a:cs typeface="Arial"/>
              </a:defRPr>
            </a:lvl3pPr>
            <a:lvl4pPr algn="l">
              <a:buNone/>
              <a:defRPr sz="1725" b="1">
                <a:solidFill>
                  <a:srgbClr val="F0A548"/>
                </a:solidFill>
                <a:latin typeface="Arial"/>
                <a:ea typeface="Arial"/>
                <a:cs typeface="Arial"/>
              </a:defRPr>
            </a:lvl4pPr>
            <a:lvl5pPr algn="l">
              <a:buNone/>
              <a:defRPr sz="1725" b="1">
                <a:solidFill>
                  <a:srgbClr val="F0A548"/>
                </a:solidFill>
                <a:latin typeface="Arial"/>
                <a:ea typeface="Arial"/>
                <a:cs typeface="Arial"/>
              </a:defRPr>
            </a:lvl5pPr>
            <a:lvl6pPr algn="l">
              <a:buNone/>
              <a:defRPr sz="1725" b="1">
                <a:solidFill>
                  <a:srgbClr val="F0A548"/>
                </a:solidFill>
                <a:latin typeface="Arial"/>
                <a:ea typeface="Arial"/>
                <a:cs typeface="Arial"/>
              </a:defRPr>
            </a:lvl6pPr>
            <a:lvl7pPr algn="l">
              <a:buNone/>
              <a:defRPr sz="1725" b="1">
                <a:solidFill>
                  <a:srgbClr val="F0A548"/>
                </a:solidFill>
                <a:latin typeface="Arial"/>
                <a:ea typeface="Arial"/>
                <a:cs typeface="Arial"/>
              </a:defRPr>
            </a:lvl7pPr>
            <a:lvl8pPr algn="l">
              <a:buNone/>
              <a:defRPr sz="1725" b="1">
                <a:solidFill>
                  <a:srgbClr val="F0A548"/>
                </a:solidFill>
                <a:latin typeface="Arial"/>
                <a:ea typeface="Arial"/>
                <a:cs typeface="Arial"/>
              </a:defRPr>
            </a:lvl8pPr>
            <a:lvl9pPr algn="l">
              <a:buNone/>
              <a:defRPr sz="1725" b="1">
                <a:solidFill>
                  <a:srgbClr val="F0A548"/>
                </a:solidFill>
                <a:latin typeface="Arial"/>
                <a:ea typeface="Arial"/>
                <a:cs typeface="Arial"/>
              </a:defRPr>
            </a:lvl9pPr>
          </a:lstStyle>
          <a:p xmlns:a="http://schemas.openxmlformats.org/drawingml/2006/main">
            <a:pPr algn="l">
              <a:buNone/>
              <a:defRPr sz="1725" b="1">
                <a:solidFill>
                  <a:srgbClr val="F0A548"/>
                </a:solidFill>
                <a:latin typeface="Arial"/>
                <a:ea typeface="Arial"/>
                <a:cs typeface="Arial"/>
              </a:defRPr>
            </a:pPr>
            <a:r>
              <a:rPr sz="1725" b="1">
                <a:solidFill>
                  <a:srgbClr val="F0A548"/>
                </a:solidFill>
                <a:latin typeface="Arial"/>
                <a:ea typeface="Arial"/>
                <a:cs typeface="Arial"/>
              </a:rPr>
              <a:t>2  Capture</a:t>
            </a:r>
          </a:p>
        </p:txBody>
      </p:sp>
      <p:sp>
        <p:nvSpPr>
          <p:cNvPr id="10" name="col2-body">
            <a:extLst xmlns:a="http://schemas.openxmlformats.org/drawingml/2006/main">
              <a:ext uri="{FF2B5EF4-FFF2-40B4-BE49-F238E27FC236}">
                <a16:creationId xmlns:a16="http://schemas.microsoft.com/office/drawing/2014/main" id="{4D78887E-F001-4498-9A84-DBE892489ABB}"/>
              </a:ext>
            </a:extLst>
          </p:cNvPr>
          <p:cNvSpPr>
            <a:spLocks xmlns:a="http://schemas.openxmlformats.org/drawingml/2006/main" noGrp="1"/>
          </p:cNvSpPr>
          <p:nvPr/>
        </p:nvSpPr>
        <p:spPr>
          <a:xfrm xmlns:a="http://schemas.openxmlformats.org/drawingml/2006/main">
            <a:off x="43942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Ingest one human-checked response, including an annotated scan and explicit error evidence with source coordinates.</a:t>
            </a:r>
          </a:p>
        </p:txBody>
      </p:sp>
      <p:sp>
        <p:nvSpPr>
          <p:cNvPr id="11" name="col3-head">
            <a:extLst xmlns:a="http://schemas.openxmlformats.org/drawingml/2006/main">
              <a:ext uri="{FF2B5EF4-FFF2-40B4-BE49-F238E27FC236}">
                <a16:creationId xmlns:a16="http://schemas.microsoft.com/office/drawing/2014/main" id="{1BDDA238-2E82-4342-AD04-61480F2AEA86}"/>
              </a:ext>
            </a:extLst>
          </p:cNvPr>
          <p:cNvSpPr>
            <a:spLocks xmlns:a="http://schemas.openxmlformats.org/drawingml/2006/main" noGrp="1"/>
          </p:cNvSpPr>
          <p:nvPr/>
        </p:nvSpPr>
        <p:spPr>
          <a:xfrm xmlns:a="http://schemas.openxmlformats.org/drawingml/2006/main">
            <a:off x="8102600" y="2876550"/>
            <a:ext cx="340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3D9478"/>
                </a:solidFill>
                <a:latin typeface="Arial"/>
                <a:ea typeface="Arial"/>
                <a:cs typeface="Arial"/>
              </a:defRPr>
            </a:defPPr>
            <a:lvl1pPr algn="l">
              <a:buNone/>
              <a:defRPr sz="1725" b="1">
                <a:solidFill>
                  <a:srgbClr val="3D9478"/>
                </a:solidFill>
                <a:latin typeface="Arial"/>
                <a:ea typeface="Arial"/>
                <a:cs typeface="Arial"/>
              </a:defRPr>
            </a:lvl1pPr>
            <a:lvl2pPr algn="l">
              <a:buNone/>
              <a:defRPr sz="1725" b="1">
                <a:solidFill>
                  <a:srgbClr val="3D9478"/>
                </a:solidFill>
                <a:latin typeface="Arial"/>
                <a:ea typeface="Arial"/>
                <a:cs typeface="Arial"/>
              </a:defRPr>
            </a:lvl2pPr>
            <a:lvl3pPr algn="l">
              <a:buNone/>
              <a:defRPr sz="1725" b="1">
                <a:solidFill>
                  <a:srgbClr val="3D9478"/>
                </a:solidFill>
                <a:latin typeface="Arial"/>
                <a:ea typeface="Arial"/>
                <a:cs typeface="Arial"/>
              </a:defRPr>
            </a:lvl3pPr>
            <a:lvl4pPr algn="l">
              <a:buNone/>
              <a:defRPr sz="1725" b="1">
                <a:solidFill>
                  <a:srgbClr val="3D9478"/>
                </a:solidFill>
                <a:latin typeface="Arial"/>
                <a:ea typeface="Arial"/>
                <a:cs typeface="Arial"/>
              </a:defRPr>
            </a:lvl4pPr>
            <a:lvl5pPr algn="l">
              <a:buNone/>
              <a:defRPr sz="1725" b="1">
                <a:solidFill>
                  <a:srgbClr val="3D9478"/>
                </a:solidFill>
                <a:latin typeface="Arial"/>
                <a:ea typeface="Arial"/>
                <a:cs typeface="Arial"/>
              </a:defRPr>
            </a:lvl5pPr>
            <a:lvl6pPr algn="l">
              <a:buNone/>
              <a:defRPr sz="1725" b="1">
                <a:solidFill>
                  <a:srgbClr val="3D9478"/>
                </a:solidFill>
                <a:latin typeface="Arial"/>
                <a:ea typeface="Arial"/>
                <a:cs typeface="Arial"/>
              </a:defRPr>
            </a:lvl6pPr>
            <a:lvl7pPr algn="l">
              <a:buNone/>
              <a:defRPr sz="1725" b="1">
                <a:solidFill>
                  <a:srgbClr val="3D9478"/>
                </a:solidFill>
                <a:latin typeface="Arial"/>
                <a:ea typeface="Arial"/>
                <a:cs typeface="Arial"/>
              </a:defRPr>
            </a:lvl7pPr>
            <a:lvl8pPr algn="l">
              <a:buNone/>
              <a:defRPr sz="1725" b="1">
                <a:solidFill>
                  <a:srgbClr val="3D9478"/>
                </a:solidFill>
                <a:latin typeface="Arial"/>
                <a:ea typeface="Arial"/>
                <a:cs typeface="Arial"/>
              </a:defRPr>
            </a:lvl8pPr>
            <a:lvl9pPr algn="l">
              <a:buNone/>
              <a:defRPr sz="1725" b="1">
                <a:solidFill>
                  <a:srgbClr val="3D9478"/>
                </a:solidFill>
                <a:latin typeface="Arial"/>
                <a:ea typeface="Arial"/>
                <a:cs typeface="Arial"/>
              </a:defRPr>
            </a:lvl9pPr>
          </a:lstStyle>
          <a:p xmlns:a="http://schemas.openxmlformats.org/drawingml/2006/main">
            <a:pPr algn="l">
              <a:buNone/>
              <a:defRPr sz="1725" b="1">
                <a:solidFill>
                  <a:srgbClr val="3D9478"/>
                </a:solidFill>
                <a:latin typeface="Arial"/>
                <a:ea typeface="Arial"/>
                <a:cs typeface="Arial"/>
              </a:defRPr>
            </a:pPr>
            <a:r>
              <a:rPr sz="1725" b="1">
                <a:solidFill>
                  <a:srgbClr val="3D9478"/>
                </a:solidFill>
                <a:latin typeface="Arial"/>
                <a:ea typeface="Arial"/>
                <a:cs typeface="Arial"/>
              </a:rPr>
              <a:t>3  Act &amp; verify</a:t>
            </a:r>
          </a:p>
        </p:txBody>
      </p:sp>
      <p:sp>
        <p:nvSpPr>
          <p:cNvPr id="12" name="col3-body">
            <a:extLst xmlns:a="http://schemas.openxmlformats.org/drawingml/2006/main">
              <a:ext uri="{FF2B5EF4-FFF2-40B4-BE49-F238E27FC236}">
                <a16:creationId xmlns:a16="http://schemas.microsoft.com/office/drawing/2014/main" id="{FBE60EEF-085A-42AE-BCB3-FF7F211786A7}"/>
              </a:ext>
            </a:extLst>
          </p:cNvPr>
          <p:cNvSpPr>
            <a:spLocks xmlns:a="http://schemas.openxmlformats.org/drawingml/2006/main" noGrp="1"/>
          </p:cNvSpPr>
          <p:nvPr/>
        </p:nvSpPr>
        <p:spPr>
          <a:xfrm xmlns:a="http://schemas.openxmlformats.org/drawingml/2006/main">
            <a:off x="8102600" y="3371850"/>
            <a:ext cx="34036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877"/>
                </a:solidFill>
                <a:latin typeface="Arial"/>
                <a:ea typeface="Arial"/>
                <a:cs typeface="Arial"/>
              </a:defRPr>
            </a:defPPr>
            <a:lvl1pPr algn="l">
              <a:buNone/>
              <a:defRPr sz="1575" b="0">
                <a:solidFill>
                  <a:srgbClr val="5B6877"/>
                </a:solidFill>
                <a:latin typeface="Arial"/>
                <a:ea typeface="Arial"/>
                <a:cs typeface="Arial"/>
              </a:defRPr>
            </a:lvl1pPr>
            <a:lvl2pPr algn="l">
              <a:buNone/>
              <a:defRPr sz="1575" b="0">
                <a:solidFill>
                  <a:srgbClr val="5B6877"/>
                </a:solidFill>
                <a:latin typeface="Arial"/>
                <a:ea typeface="Arial"/>
                <a:cs typeface="Arial"/>
              </a:defRPr>
            </a:lvl2pPr>
            <a:lvl3pPr algn="l">
              <a:buNone/>
              <a:defRPr sz="1575" b="0">
                <a:solidFill>
                  <a:srgbClr val="5B6877"/>
                </a:solidFill>
                <a:latin typeface="Arial"/>
                <a:ea typeface="Arial"/>
                <a:cs typeface="Arial"/>
              </a:defRPr>
            </a:lvl3pPr>
            <a:lvl4pPr algn="l">
              <a:buNone/>
              <a:defRPr sz="1575" b="0">
                <a:solidFill>
                  <a:srgbClr val="5B6877"/>
                </a:solidFill>
                <a:latin typeface="Arial"/>
                <a:ea typeface="Arial"/>
                <a:cs typeface="Arial"/>
              </a:defRPr>
            </a:lvl4pPr>
            <a:lvl5pPr algn="l">
              <a:buNone/>
              <a:defRPr sz="1575" b="0">
                <a:solidFill>
                  <a:srgbClr val="5B6877"/>
                </a:solidFill>
                <a:latin typeface="Arial"/>
                <a:ea typeface="Arial"/>
                <a:cs typeface="Arial"/>
              </a:defRPr>
            </a:lvl5pPr>
            <a:lvl6pPr algn="l">
              <a:buNone/>
              <a:defRPr sz="1575" b="0">
                <a:solidFill>
                  <a:srgbClr val="5B6877"/>
                </a:solidFill>
                <a:latin typeface="Arial"/>
                <a:ea typeface="Arial"/>
                <a:cs typeface="Arial"/>
              </a:defRPr>
            </a:lvl6pPr>
            <a:lvl7pPr algn="l">
              <a:buNone/>
              <a:defRPr sz="1575" b="0">
                <a:solidFill>
                  <a:srgbClr val="5B6877"/>
                </a:solidFill>
                <a:latin typeface="Arial"/>
                <a:ea typeface="Arial"/>
                <a:cs typeface="Arial"/>
              </a:defRPr>
            </a:lvl7pPr>
            <a:lvl8pPr algn="l">
              <a:buNone/>
              <a:defRPr sz="1575" b="0">
                <a:solidFill>
                  <a:srgbClr val="5B6877"/>
                </a:solidFill>
                <a:latin typeface="Arial"/>
                <a:ea typeface="Arial"/>
                <a:cs typeface="Arial"/>
              </a:defRPr>
            </a:lvl8pPr>
            <a:lvl9pPr algn="l">
              <a:buNone/>
              <a:defRPr sz="1575" b="0">
                <a:solidFill>
                  <a:srgbClr val="5B6877"/>
                </a:solidFill>
                <a:latin typeface="Arial"/>
                <a:ea typeface="Arial"/>
                <a:cs typeface="Arial"/>
              </a:defRPr>
            </a:lvl9pPr>
          </a:lstStyle>
          <a:p xmlns:a="http://schemas.openxmlformats.org/drawingml/2006/main">
            <a:pPr algn="l">
              <a:buNone/>
              <a:defRPr sz="1575" b="0">
                <a:solidFill>
                  <a:srgbClr val="5B6877"/>
                </a:solidFill>
                <a:latin typeface="Arial"/>
                <a:ea typeface="Arial"/>
                <a:cs typeface="Arial"/>
              </a:defRPr>
            </a:pPr>
            <a:r>
              <a:rPr sz="1575" b="0">
                <a:solidFill>
                  <a:srgbClr val="5B6877"/>
                </a:solidFill>
                <a:latin typeface="Arial"/>
                <a:ea typeface="Arial"/>
                <a:cs typeface="Arial"/>
              </a:rPr>
              <a:t>Show a private, cited insight and safe tutor hint; correct the source and prove the result refreshes.</a:t>
            </a:r>
          </a:p>
        </p:txBody>
      </p:sp>
      <p:sp>
        <p:nvSpPr>
          <p:cNvPr id="13" name="demo-script">
            <a:extLst xmlns:a="http://schemas.openxmlformats.org/drawingml/2006/main">
              <a:ext uri="{FF2B5EF4-FFF2-40B4-BE49-F238E27FC236}">
                <a16:creationId xmlns:a16="http://schemas.microsoft.com/office/drawing/2014/main" id="{9D0733B2-2DA7-4B7A-9440-5BD6C12B981C}"/>
              </a:ext>
            </a:extLst>
          </p:cNvPr>
          <p:cNvSpPr>
            <a:spLocks xmlns:a="http://schemas.openxmlformats.org/drawingml/2006/main" noGrp="1"/>
          </p:cNvSpPr>
          <p:nvPr/>
        </p:nvSpPr>
        <p:spPr>
          <a:xfrm xmlns:a="http://schemas.openxmlformats.org/drawingml/2006/main">
            <a:off x="685800" y="55054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63D"/>
                </a:solidFill>
                <a:latin typeface="Arial"/>
                <a:ea typeface="Arial"/>
                <a:cs typeface="Arial"/>
              </a:defRPr>
            </a:defPPr>
            <a:lvl1pPr algn="l">
              <a:buNone/>
              <a:defRPr sz="1425" b="1">
                <a:solidFill>
                  <a:srgbClr val="14263D"/>
                </a:solidFill>
                <a:latin typeface="Arial"/>
                <a:ea typeface="Arial"/>
                <a:cs typeface="Arial"/>
              </a:defRPr>
            </a:lvl1pPr>
            <a:lvl2pPr algn="l">
              <a:buNone/>
              <a:defRPr sz="1425" b="1">
                <a:solidFill>
                  <a:srgbClr val="14263D"/>
                </a:solidFill>
                <a:latin typeface="Arial"/>
                <a:ea typeface="Arial"/>
                <a:cs typeface="Arial"/>
              </a:defRPr>
            </a:lvl2pPr>
            <a:lvl3pPr algn="l">
              <a:buNone/>
              <a:defRPr sz="1425" b="1">
                <a:solidFill>
                  <a:srgbClr val="14263D"/>
                </a:solidFill>
                <a:latin typeface="Arial"/>
                <a:ea typeface="Arial"/>
                <a:cs typeface="Arial"/>
              </a:defRPr>
            </a:lvl3pPr>
            <a:lvl4pPr algn="l">
              <a:buNone/>
              <a:defRPr sz="1425" b="1">
                <a:solidFill>
                  <a:srgbClr val="14263D"/>
                </a:solidFill>
                <a:latin typeface="Arial"/>
                <a:ea typeface="Arial"/>
                <a:cs typeface="Arial"/>
              </a:defRPr>
            </a:lvl4pPr>
            <a:lvl5pPr algn="l">
              <a:buNone/>
              <a:defRPr sz="1425" b="1">
                <a:solidFill>
                  <a:srgbClr val="14263D"/>
                </a:solidFill>
                <a:latin typeface="Arial"/>
                <a:ea typeface="Arial"/>
                <a:cs typeface="Arial"/>
              </a:defRPr>
            </a:lvl5pPr>
            <a:lvl6pPr algn="l">
              <a:buNone/>
              <a:defRPr sz="1425" b="1">
                <a:solidFill>
                  <a:srgbClr val="14263D"/>
                </a:solidFill>
                <a:latin typeface="Arial"/>
                <a:ea typeface="Arial"/>
                <a:cs typeface="Arial"/>
              </a:defRPr>
            </a:lvl6pPr>
            <a:lvl7pPr algn="l">
              <a:buNone/>
              <a:defRPr sz="1425" b="1">
                <a:solidFill>
                  <a:srgbClr val="14263D"/>
                </a:solidFill>
                <a:latin typeface="Arial"/>
                <a:ea typeface="Arial"/>
                <a:cs typeface="Arial"/>
              </a:defRPr>
            </a:lvl7pPr>
            <a:lvl8pPr algn="l">
              <a:buNone/>
              <a:defRPr sz="1425" b="1">
                <a:solidFill>
                  <a:srgbClr val="14263D"/>
                </a:solidFill>
                <a:latin typeface="Arial"/>
                <a:ea typeface="Arial"/>
                <a:cs typeface="Arial"/>
              </a:defRPr>
            </a:lvl8pPr>
            <a:lvl9pPr algn="l">
              <a:buNone/>
              <a:defRPr sz="1425" b="1">
                <a:solidFill>
                  <a:srgbClr val="14263D"/>
                </a:solidFill>
                <a:latin typeface="Arial"/>
                <a:ea typeface="Arial"/>
                <a:cs typeface="Arial"/>
              </a:defRPr>
            </a:lvl9pPr>
          </a:lstStyle>
          <a:p xmlns:a="http://schemas.openxmlformats.org/drawingml/2006/main">
            <a:pPr algn="l">
              <a:buNone/>
              <a:defRPr sz="1425" b="1">
                <a:solidFill>
                  <a:srgbClr val="14263D"/>
                </a:solidFill>
                <a:latin typeface="Arial"/>
                <a:ea typeface="Arial"/>
                <a:cs typeface="Arial"/>
              </a:defRPr>
            </a:pPr>
            <a:r>
              <a:rPr sz="1425" b="1">
                <a:solidFill>
                  <a:srgbClr val="14263D"/>
                </a:solidFill>
                <a:latin typeface="Arial"/>
                <a:ea typeface="Arial"/>
                <a:cs typeface="Arial"/>
              </a:rPr>
              <a:t>Judge walkthrough today: Carmen quiz review  →  analytics run snapshot  →  tutor guardrails  →  open gaps and next milestone</a:t>
            </a:r>
          </a:p>
        </p:txBody>
      </p:sp>
      <p:sp>
        <p:nvSpPr>
          <p:cNvPr id="14" name="close">
            <a:extLst xmlns:a="http://schemas.openxmlformats.org/drawingml/2006/main">
              <a:ext uri="{FF2B5EF4-FFF2-40B4-BE49-F238E27FC236}">
                <a16:creationId xmlns:a16="http://schemas.microsoft.com/office/drawing/2014/main" id="{B6784CC2-F0F5-478A-A2B3-AE3FE70E2D4C}"/>
              </a:ext>
            </a:extLst>
          </p:cNvPr>
          <p:cNvSpPr>
            <a:spLocks xmlns:a="http://schemas.openxmlformats.org/drawingml/2006/main" noGrp="1"/>
          </p:cNvSpPr>
          <p:nvPr/>
        </p:nvSpPr>
        <p:spPr>
          <a:xfrm xmlns:a="http://schemas.openxmlformats.org/drawingml/2006/main">
            <a:off x="685800" y="60198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688C9"/>
                </a:solidFill>
                <a:latin typeface="Arial"/>
                <a:ea typeface="Arial"/>
                <a:cs typeface="Arial"/>
              </a:defRPr>
            </a:defPPr>
            <a:lvl1pPr algn="l">
              <a:buNone/>
              <a:defRPr sz="2025" b="1">
                <a:solidFill>
                  <a:srgbClr val="1688C9"/>
                </a:solidFill>
                <a:latin typeface="Arial"/>
                <a:ea typeface="Arial"/>
                <a:cs typeface="Arial"/>
              </a:defRPr>
            </a:lvl1pPr>
            <a:lvl2pPr algn="l">
              <a:buNone/>
              <a:defRPr sz="2025" b="1">
                <a:solidFill>
                  <a:srgbClr val="1688C9"/>
                </a:solidFill>
                <a:latin typeface="Arial"/>
                <a:ea typeface="Arial"/>
                <a:cs typeface="Arial"/>
              </a:defRPr>
            </a:lvl2pPr>
            <a:lvl3pPr algn="l">
              <a:buNone/>
              <a:defRPr sz="2025" b="1">
                <a:solidFill>
                  <a:srgbClr val="1688C9"/>
                </a:solidFill>
                <a:latin typeface="Arial"/>
                <a:ea typeface="Arial"/>
                <a:cs typeface="Arial"/>
              </a:defRPr>
            </a:lvl3pPr>
            <a:lvl4pPr algn="l">
              <a:buNone/>
              <a:defRPr sz="2025" b="1">
                <a:solidFill>
                  <a:srgbClr val="1688C9"/>
                </a:solidFill>
                <a:latin typeface="Arial"/>
                <a:ea typeface="Arial"/>
                <a:cs typeface="Arial"/>
              </a:defRPr>
            </a:lvl4pPr>
            <a:lvl5pPr algn="l">
              <a:buNone/>
              <a:defRPr sz="2025" b="1">
                <a:solidFill>
                  <a:srgbClr val="1688C9"/>
                </a:solidFill>
                <a:latin typeface="Arial"/>
                <a:ea typeface="Arial"/>
                <a:cs typeface="Arial"/>
              </a:defRPr>
            </a:lvl5pPr>
            <a:lvl6pPr algn="l">
              <a:buNone/>
              <a:defRPr sz="2025" b="1">
                <a:solidFill>
                  <a:srgbClr val="1688C9"/>
                </a:solidFill>
                <a:latin typeface="Arial"/>
                <a:ea typeface="Arial"/>
                <a:cs typeface="Arial"/>
              </a:defRPr>
            </a:lvl6pPr>
            <a:lvl7pPr algn="l">
              <a:buNone/>
              <a:defRPr sz="2025" b="1">
                <a:solidFill>
                  <a:srgbClr val="1688C9"/>
                </a:solidFill>
                <a:latin typeface="Arial"/>
                <a:ea typeface="Arial"/>
                <a:cs typeface="Arial"/>
              </a:defRPr>
            </a:lvl7pPr>
            <a:lvl8pPr algn="l">
              <a:buNone/>
              <a:defRPr sz="2025" b="1">
                <a:solidFill>
                  <a:srgbClr val="1688C9"/>
                </a:solidFill>
                <a:latin typeface="Arial"/>
                <a:ea typeface="Arial"/>
                <a:cs typeface="Arial"/>
              </a:defRPr>
            </a:lvl8pPr>
            <a:lvl9pPr algn="l">
              <a:buNone/>
              <a:defRPr sz="2025" b="1">
                <a:solidFill>
                  <a:srgbClr val="1688C9"/>
                </a:solidFill>
                <a:latin typeface="Arial"/>
                <a:ea typeface="Arial"/>
                <a:cs typeface="Arial"/>
              </a:defRPr>
            </a:lvl9pPr>
          </a:lstStyle>
          <a:p xmlns:a="http://schemas.openxmlformats.org/drawingml/2006/main">
            <a:pPr algn="l">
              <a:buNone/>
              <a:defRPr sz="2025" b="1">
                <a:solidFill>
                  <a:srgbClr val="1688C9"/>
                </a:solidFill>
                <a:latin typeface="Arial"/>
                <a:ea typeface="Arial"/>
                <a:cs typeface="Arial"/>
              </a:defRPr>
            </a:pPr>
            <a:r>
              <a:rPr sz="2025" b="1">
                <a:solidFill>
                  <a:srgbClr val="1688C9"/>
                </a:solidFill>
                <a:latin typeface="Arial"/>
                <a:ea typeface="Arial"/>
                <a:cs typeface="Arial"/>
              </a:rPr>
              <a:t>Thank you</a:t>
            </a:r>
          </a:p>
        </p:txBody>
      </p:sp>
    </p:spTree>
    <p:extLst>
      <p:ext uri="{BB962C8B-B14F-4D97-AF65-F5344CB8AC3E}">
        <p14:creationId xmlns:p14="http://schemas.microsoft.com/office/powerpoint/2010/main" val="5683066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2026-10-25T03:35:39.6510000Z</dcterms:created>
  <dcterms:modified xsi:type="dcterms:W3CDTF">2026-10-25T03:35:39.6510000Z</dcterms:modified>
</coreProperties>
</file>